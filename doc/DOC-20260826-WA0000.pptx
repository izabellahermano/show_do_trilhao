
<file path=[Content_Types].xml><?xml version="1.0" encoding="utf-8"?>
<Types xmlns="http://schemas.openxmlformats.org/package/2006/content-types">
  <Default ContentType="image/jpeg" Extension="jpg"/>
  <Default ContentType="audio/mpeg" Extension="mp3"/>
  <Default ContentType="image/vnd.ms-photo" Extension="wdp"/>
  <Default ContentType="image/svg+xml" Extension="svg"/>
  <Default ContentType="application/xml" Extension="xml"/>
  <Default ContentType="image/png" Extension="png"/>
  <Default ContentType="image/jpeg" Extension="jpeg"/>
  <Default ContentType="application/vnd.openxmlformats-officedocument.obfuscatedFont" Extension="odttf"/>
  <Default ContentType="audio/mp4" Extension="m4a"/>
  <Default ContentType="application/vnd.openxmlformats-package.relationships+xml" Extension="rels"/>
  <Default ContentType="image/x-emf" Extension="emf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70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78.xml"/>
  <Override ContentType="application/vnd.openxmlformats-officedocument.presentationml.slideLayout+xml" PartName="/ppt/slideLayouts/slideLayout65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72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7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66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1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67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7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7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68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7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73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69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75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1.xml"/>
  <Override ContentType="application/vnd.openxmlformats-officedocument.theme+xml" PartName="/ppt/theme/theme1.xml"/>
  <Override ContentType="application/vnd.openxmlformats-officedocument.theme+xml" PartName="/ppt/theme/theme3.xml"/>
  <Override ContentType="application/vnd.openxmlformats-officedocument.theme+xml" PartName="/ppt/theme/theme2.xml"/>
  <Override ContentType="application/vnd.openxmlformats-officedocument.theme+xml" PartName="/ppt/theme/theme4.xml"/>
  <Override ContentType="application/vnd.openxmlformats-officedocument.presentationml.viewProps+xml" PartName="/ppt/viewProps1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  <p:sldMasterId id="2147483650" r:id="rId5"/>
    <p:sldMasterId id="2147483651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</p:sldIdLst>
  <p:sldSz cy="6858000" cx="12192000"/>
  <p:notesSz cx="6858000" cy="9144000"/>
  <p:defaultTextStyle>
    <a:defPPr lvl="0">
      <a:defRPr lang="pt-BR"/>
    </a:defPPr>
    <a:lvl1pPr defTabSz="914400" eaLnBrk="1" hangingPunct="1" latinLnBrk="0" lvl="0" marL="0" rtl="0" algn="l">
      <a:defRPr kern="1200" sz="1800">
        <a:solidFill>
          <a:schemeClr val="tx1"/>
        </a:solidFill>
        <a:latin typeface="+mn-lt"/>
        <a:ea typeface="+mn-ea"/>
        <a:cs typeface="+mn-cs"/>
      </a:defRPr>
    </a:lvl1pPr>
    <a:lvl2pPr defTabSz="914400" eaLnBrk="1" hangingPunct="1" latinLnBrk="0" lvl="1" marL="457200" rtl="0" algn="l">
      <a:defRPr kern="1200" sz="1800">
        <a:solidFill>
          <a:schemeClr val="tx1"/>
        </a:solidFill>
        <a:latin typeface="+mn-lt"/>
        <a:ea typeface="+mn-ea"/>
        <a:cs typeface="+mn-cs"/>
      </a:defRPr>
    </a:lvl2pPr>
    <a:lvl3pPr defTabSz="914400" eaLnBrk="1" hangingPunct="1" latinLnBrk="0" lvl="2" marL="914400" rtl="0" algn="l">
      <a:defRPr kern="1200" sz="1800">
        <a:solidFill>
          <a:schemeClr val="tx1"/>
        </a:solidFill>
        <a:latin typeface="+mn-lt"/>
        <a:ea typeface="+mn-ea"/>
        <a:cs typeface="+mn-cs"/>
      </a:defRPr>
    </a:lvl3pPr>
    <a:lvl4pPr defTabSz="914400" eaLnBrk="1" hangingPunct="1" latinLnBrk="0" lvl="3" marL="1371600" rtl="0" algn="l">
      <a:defRPr kern="1200" sz="1800">
        <a:solidFill>
          <a:schemeClr val="tx1"/>
        </a:solidFill>
        <a:latin typeface="+mn-lt"/>
        <a:ea typeface="+mn-ea"/>
        <a:cs typeface="+mn-cs"/>
      </a:defRPr>
    </a:lvl4pPr>
    <a:lvl5pPr defTabSz="914400" eaLnBrk="1" hangingPunct="1" latinLnBrk="0" lvl="4" marL="1828800" rtl="0" algn="l">
      <a:defRPr kern="1200" sz="1800">
        <a:solidFill>
          <a:schemeClr val="tx1"/>
        </a:solidFill>
        <a:latin typeface="+mn-lt"/>
        <a:ea typeface="+mn-ea"/>
        <a:cs typeface="+mn-cs"/>
      </a:defRPr>
    </a:lvl5pPr>
    <a:lvl6pPr defTabSz="914400" eaLnBrk="1" hangingPunct="1" latinLnBrk="0" lvl="5" marL="2286000" rtl="0" algn="l">
      <a:defRPr kern="1200" sz="1800">
        <a:solidFill>
          <a:schemeClr val="tx1"/>
        </a:solidFill>
        <a:latin typeface="+mn-lt"/>
        <a:ea typeface="+mn-ea"/>
        <a:cs typeface="+mn-cs"/>
      </a:defRPr>
    </a:lvl6pPr>
    <a:lvl7pPr defTabSz="914400" eaLnBrk="1" hangingPunct="1" latinLnBrk="0" lvl="6" marL="2743200" rtl="0" algn="l">
      <a:defRPr kern="1200" sz="1800">
        <a:solidFill>
          <a:schemeClr val="tx1"/>
        </a:solidFill>
        <a:latin typeface="+mn-lt"/>
        <a:ea typeface="+mn-ea"/>
        <a:cs typeface="+mn-cs"/>
      </a:defRPr>
    </a:lvl7pPr>
    <a:lvl8pPr defTabSz="914400" eaLnBrk="1" hangingPunct="1" latinLnBrk="0" lvl="7" marL="3200400" rtl="0" algn="l">
      <a:defRPr kern="1200" sz="1800">
        <a:solidFill>
          <a:schemeClr val="tx1"/>
        </a:solidFill>
        <a:latin typeface="+mn-lt"/>
        <a:ea typeface="+mn-ea"/>
        <a:cs typeface="+mn-cs"/>
      </a:defRPr>
    </a:lvl8pPr>
    <a:lvl9pPr defTabSz="914400" eaLnBrk="1" hangingPunct="1" latinLnBrk="0" lvl="8" marL="3657600" rtl="0" algn="l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>
        <p15:guide id="1" pos="3840">
          <p15:clr>
            <a:srgbClr val="A4A3A4"/>
          </p15:clr>
        </p15:guide>
        <p15:guide id="2" orient="horz" pos="2160">
          <p15:clr>
            <a:srgbClr val="A4A3A4"/>
          </p15:clr>
        </p15:guide>
        <p15:guide id="3" orient="horz" pos="2432">
          <p15:clr>
            <a:srgbClr val="A4A3A4"/>
          </p15:clr>
        </p15:guide>
      </p15:sldGuideLst>
    </p:ext>
  </p:extLst>
</p:presentation>
</file>

<file path=ppt/presProps1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1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840"/>
        <p:guide pos="2160" orient="horz"/>
        <p:guide pos="2432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3.xml"/><Relationship Id="rId42" Type="http://schemas.openxmlformats.org/officeDocument/2006/relationships/slide" Target="slides/slide35.xml"/><Relationship Id="rId41" Type="http://schemas.openxmlformats.org/officeDocument/2006/relationships/slide" Target="slides/slide34.xml"/><Relationship Id="rId44" Type="http://schemas.openxmlformats.org/officeDocument/2006/relationships/slide" Target="slides/slide37.xml"/><Relationship Id="rId43" Type="http://schemas.openxmlformats.org/officeDocument/2006/relationships/slide" Target="slides/slide36.xml"/><Relationship Id="rId46" Type="http://schemas.openxmlformats.org/officeDocument/2006/relationships/slide" Target="slides/slide39.xml"/><Relationship Id="rId45" Type="http://schemas.openxmlformats.org/officeDocument/2006/relationships/slide" Target="slides/slide38.xml"/><Relationship Id="rId1" Type="http://schemas.openxmlformats.org/officeDocument/2006/relationships/theme" Target="theme/theme1.xml"/><Relationship Id="rId2" Type="http://schemas.openxmlformats.org/officeDocument/2006/relationships/viewProps" Target="viewProps1.xml"/><Relationship Id="rId3" Type="http://schemas.openxmlformats.org/officeDocument/2006/relationships/presProps" Target="presProps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48" Type="http://schemas.openxmlformats.org/officeDocument/2006/relationships/slide" Target="slides/slide41.xml"/><Relationship Id="rId47" Type="http://schemas.openxmlformats.org/officeDocument/2006/relationships/slide" Target="slides/slide40.xml"/><Relationship Id="rId49" Type="http://schemas.openxmlformats.org/officeDocument/2006/relationships/slide" Target="slides/slide42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33" Type="http://schemas.openxmlformats.org/officeDocument/2006/relationships/slide" Target="slides/slide26.xml"/><Relationship Id="rId32" Type="http://schemas.openxmlformats.org/officeDocument/2006/relationships/slide" Target="slides/slide25.xml"/><Relationship Id="rId35" Type="http://schemas.openxmlformats.org/officeDocument/2006/relationships/slide" Target="slides/slide28.xml"/><Relationship Id="rId34" Type="http://schemas.openxmlformats.org/officeDocument/2006/relationships/slide" Target="slides/slide27.xml"/><Relationship Id="rId37" Type="http://schemas.openxmlformats.org/officeDocument/2006/relationships/slide" Target="slides/slide30.xml"/><Relationship Id="rId36" Type="http://schemas.openxmlformats.org/officeDocument/2006/relationships/slide" Target="slides/slide29.xml"/><Relationship Id="rId39" Type="http://schemas.openxmlformats.org/officeDocument/2006/relationships/slide" Target="slides/slide32.xml"/><Relationship Id="rId38" Type="http://schemas.openxmlformats.org/officeDocument/2006/relationships/slide" Target="slides/slide31.xml"/><Relationship Id="rId61" Type="http://schemas.openxmlformats.org/officeDocument/2006/relationships/slide" Target="slides/slide54.xml"/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60" Type="http://schemas.openxmlformats.org/officeDocument/2006/relationships/slide" Target="slides/slide53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29" Type="http://schemas.openxmlformats.org/officeDocument/2006/relationships/slide" Target="slides/slide22.xml"/><Relationship Id="rId51" Type="http://schemas.openxmlformats.org/officeDocument/2006/relationships/slide" Target="slides/slide44.xml"/><Relationship Id="rId50" Type="http://schemas.openxmlformats.org/officeDocument/2006/relationships/slide" Target="slides/slide43.xml"/><Relationship Id="rId53" Type="http://schemas.openxmlformats.org/officeDocument/2006/relationships/slide" Target="slides/slide46.xml"/><Relationship Id="rId52" Type="http://schemas.openxmlformats.org/officeDocument/2006/relationships/slide" Target="slides/slide45.xml"/><Relationship Id="rId11" Type="http://schemas.openxmlformats.org/officeDocument/2006/relationships/slide" Target="slides/slide4.xml"/><Relationship Id="rId55" Type="http://schemas.openxmlformats.org/officeDocument/2006/relationships/slide" Target="slides/slide48.xml"/><Relationship Id="rId10" Type="http://schemas.openxmlformats.org/officeDocument/2006/relationships/slide" Target="slides/slide3.xml"/><Relationship Id="rId54" Type="http://schemas.openxmlformats.org/officeDocument/2006/relationships/slide" Target="slides/slide47.xml"/><Relationship Id="rId13" Type="http://schemas.openxmlformats.org/officeDocument/2006/relationships/slide" Target="slides/slide6.xml"/><Relationship Id="rId57" Type="http://schemas.openxmlformats.org/officeDocument/2006/relationships/slide" Target="slides/slide50.xml"/><Relationship Id="rId12" Type="http://schemas.openxmlformats.org/officeDocument/2006/relationships/slide" Target="slides/slide5.xml"/><Relationship Id="rId56" Type="http://schemas.openxmlformats.org/officeDocument/2006/relationships/slide" Target="slides/slide49.xml"/><Relationship Id="rId15" Type="http://schemas.openxmlformats.org/officeDocument/2006/relationships/slide" Target="slides/slide8.xml"/><Relationship Id="rId59" Type="http://schemas.openxmlformats.org/officeDocument/2006/relationships/slide" Target="slides/slide52.xml"/><Relationship Id="rId14" Type="http://schemas.openxmlformats.org/officeDocument/2006/relationships/slide" Target="slides/slide7.xml"/><Relationship Id="rId58" Type="http://schemas.openxmlformats.org/officeDocument/2006/relationships/slide" Target="slides/slide51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C641EAE-541B-434F-9A2B-CDDD074210A9}" type="datetimeFigureOut">
              <a:rPr lang="pt-BR" smtClean="0"/>
              <a:t>25/08/2026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D9A00F-C0A7-417E-929E-CC91F5F1C36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886230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7D9A00F-C0A7-417E-929E-CC91F5F1C362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148840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13A744-C1EC-BFCA-22C8-06A58ACF10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11F4AEAE-EE39-93A3-E8A0-647E713894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30F27283-5AD2-DAF1-9AD0-DA49F61425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3D88CEE-0335-F962-09C8-8131A1F6F7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979328D-BF84-4C8D-9288-2C461B5B72E2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761857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D9A00F-C0A7-417E-929E-CC91F5F1C362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7027362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979328D-BF84-4C8D-9288-2C461B5B72E2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8997452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D9A00F-C0A7-417E-929E-CC91F5F1C362}" type="slidenum">
              <a:rPr lang="pt-BR" smtClean="0"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7576658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28A6D7-4FA5-B3B4-6A64-FD2422D8B9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2F88677E-0CE8-45C2-72B0-B3E842B48F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FEA1C084-0B01-F087-F501-237AB1C6D8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4008B42-39B1-9A2C-BED6-C629BFE695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979328D-BF84-4C8D-9288-2C461B5B72E2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1716234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D9A00F-C0A7-417E-929E-CC91F5F1C362}" type="slidenum">
              <a:rPr lang="pt-BR" smtClean="0"/>
              <a:t>10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753561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979328D-BF84-4C8D-9288-2C461B5B72E2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8179685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D9A00F-C0A7-417E-929E-CC91F5F1C362}" type="slidenum">
              <a:rPr lang="pt-BR" smtClean="0"/>
              <a:t>12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3144652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979328D-BF84-4C8D-9288-2C461B5B72E2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8997452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D9A00F-C0A7-417E-929E-CC91F5F1C362}" type="slidenum">
              <a:rPr lang="pt-BR" smtClean="0"/>
              <a:t>14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3919240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979328D-BF84-4C8D-9288-2C461B5B72E2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7027499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D9A00F-C0A7-417E-929E-CC91F5F1C362}" type="slidenum">
              <a:rPr lang="pt-BR" smtClean="0"/>
              <a:t>16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3047750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979328D-BF84-4C8D-9288-2C461B5B72E2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1223956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D9A00F-C0A7-417E-929E-CC91F5F1C362}" type="slidenum">
              <a:rPr lang="pt-BR" smtClean="0"/>
              <a:t>18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2790809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979328D-BF84-4C8D-9288-2C461B5B72E2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8179685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D9A00F-C0A7-417E-929E-CC91F5F1C362}" type="slidenum">
              <a:rPr lang="pt-BR" smtClean="0"/>
              <a:t>20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7755528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E942FA-AEF0-F5BF-C41F-EB14EE22D2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70622517-25AD-64FA-7ECC-31D6909F4D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7F293D97-3F00-A481-348D-467BDD21B3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BA99815-92D1-E4B5-B9AC-78826C979B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979328D-BF84-4C8D-9288-2C461B5B72E2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9606190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D9A00F-C0A7-417E-929E-CC91F5F1C362}" type="slidenum">
              <a:rPr lang="pt-BR" smtClean="0"/>
              <a:t>22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3467018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87E6E5-3BA8-9FAA-664C-9F5665B026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BE1BFF6D-950C-BA7C-5056-851E2BD62D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8856A089-0BCB-C616-A6AD-3B9A82B484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61A29D1-F06F-4964-52B0-3ACA9EE249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979328D-BF84-4C8D-9288-2C461B5B72E2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4705353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7D9A00F-C0A7-417E-929E-CC91F5F1C362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7506661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7D9A00F-C0A7-417E-929E-CC91F5F1C362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5097643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7D9A00F-C0A7-417E-929E-CC91F5F1C362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4492700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7D9A00F-C0A7-417E-929E-CC91F5F1C362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8571518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7D9A00F-C0A7-417E-929E-CC91F5F1C362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9234274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7D9A00F-C0A7-417E-929E-CC91F5F1C362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1914308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7D9A00F-C0A7-417E-929E-CC91F5F1C362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1535553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7D9A00F-C0A7-417E-929E-CC91F5F1C362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1178206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7D9A00F-C0A7-417E-929E-CC91F5F1C362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8763542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7D9A00F-C0A7-417E-929E-CC91F5F1C362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169113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7D9A00F-C0A7-417E-929E-CC91F5F1C362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889025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7D9A00F-C0A7-417E-929E-CC91F5F1C362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4402030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7D9A00F-C0A7-417E-929E-CC91F5F1C362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1616286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7D9A00F-C0A7-417E-929E-CC91F5F1C362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4918947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7D9A00F-C0A7-417E-929E-CC91F5F1C362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38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43647245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7D9A00F-C0A7-417E-929E-CC91F5F1C362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39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23296053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7D9A00F-C0A7-417E-929E-CC91F5F1C362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40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7280618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7D9A00F-C0A7-417E-929E-CC91F5F1C362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41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16553652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7D9A00F-C0A7-417E-929E-CC91F5F1C362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42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16704247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7D9A00F-C0A7-417E-929E-CC91F5F1C362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43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20693215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7D9A00F-C0A7-417E-929E-CC91F5F1C362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44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27986563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7D9A00F-C0A7-417E-929E-CC91F5F1C362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45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094076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7D9A00F-C0A7-417E-929E-CC91F5F1C362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46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04375557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7D9A00F-C0A7-417E-929E-CC91F5F1C362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47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89026960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7D9A00F-C0A7-417E-929E-CC91F5F1C362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48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48594356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7D9A00F-C0A7-417E-929E-CC91F5F1C362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49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34092482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7D9A00F-C0A7-417E-929E-CC91F5F1C362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50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96949212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7D9A00F-C0A7-417E-929E-CC91F5F1C362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51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0787235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7D9A00F-C0A7-417E-929E-CC91F5F1C362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52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56448818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7D9A00F-C0A7-417E-929E-CC91F5F1C362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53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64366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3.xml"/></Relationships>
</file>

<file path=ppt/slideLayouts/_rels/slideLayout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3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821513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lide de Título">
    <p:bg>
      <p:bgPr>
        <a:gradFill>
          <a:gsLst>
            <a:gs pos="0">
              <a:srgbClr val="670000"/>
            </a:gs>
            <a:gs pos="100000">
              <a:srgbClr val="FE0000"/>
            </a:gs>
          </a:gsLst>
          <a:lin ang="189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949455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lide de Título">
    <p:bg>
      <p:bgPr>
        <a:gradFill>
          <a:gsLst>
            <a:gs pos="6000">
              <a:schemeClr val="accent6">
                <a:lumMod val="50000"/>
              </a:schemeClr>
            </a:gs>
            <a:gs pos="100000">
              <a:schemeClr val="accent6"/>
            </a:gs>
          </a:gsLst>
          <a:lin ang="189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411468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bg>
      <p:bgPr>
        <a:gradFill>
          <a:gsLst>
            <a:gs pos="30000">
              <a:srgbClr val="261E4D"/>
            </a:gs>
            <a:gs pos="100000">
              <a:srgbClr val="2C27A4"/>
            </a:gs>
          </a:gsLst>
          <a:lin ang="189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570107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Em Branco">
    <p:bg>
      <p:bgPr>
        <a:gradFill>
          <a:gsLst>
            <a:gs pos="30000">
              <a:srgbClr val="261E4D"/>
            </a:gs>
            <a:gs pos="100000">
              <a:srgbClr val="2C27A4"/>
            </a:gs>
          </a:gsLst>
          <a:lin ang="189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Espaço Reservado para Imagem 7">
            <a:extLst>
              <a:ext uri="{FF2B5EF4-FFF2-40B4-BE49-F238E27FC236}">
                <a16:creationId xmlns:a16="http://schemas.microsoft.com/office/drawing/2014/main" id="{C16B68FF-97CF-37DD-FECD-0F4AE8F693F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6001" y="0"/>
            <a:ext cx="6096000" cy="6858000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6096000" y="0"/>
                </a:lnTo>
                <a:lnTo>
                  <a:pt x="6096000" y="6858000"/>
                </a:lnTo>
                <a:lnTo>
                  <a:pt x="0" y="6858000"/>
                </a:lnTo>
                <a:close/>
              </a:path>
            </a:pathLst>
          </a:custGeom>
          <a:effectLst>
            <a:outerShdw blurRad="508000" dist="3810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217907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  <p:extLst>
    <p:ext uri="{DCECCB84-F9BA-43D5-87BE-67443E8EF086}">
      <p15:sldGuideLst xmlns:p15="http://schemas.microsoft.com/office/powerpoint/2012/main">
        <p15:guide id="2" pos="3840" userDrawn="1">
          <p15:clr>
            <a:srgbClr val="FBAE40"/>
          </p15:clr>
        </p15:guide>
        <p15:guide id="3" orient="horz" pos="1956" userDrawn="1">
          <p15:clr>
            <a:srgbClr val="FBAE40"/>
          </p15:clr>
        </p15:guide>
        <p15:guide id="4" orient="horz" pos="3407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Imagem 3">
            <a:extLst>
              <a:ext uri="{FF2B5EF4-FFF2-40B4-BE49-F238E27FC236}">
                <a16:creationId xmlns:a16="http://schemas.microsoft.com/office/drawing/2014/main" id="{38FB8F8C-2F85-6F47-90BF-0EDC7341BD5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61543" y="1736004"/>
            <a:ext cx="2340000" cy="1544400"/>
          </a:xfrm>
          <a:prstGeom prst="rect">
            <a:avLst/>
          </a:prstGeom>
          <a:noFill/>
          <a:effectLst>
            <a:innerShdw blurRad="127000">
              <a:prstClr val="black"/>
            </a:innerShdw>
          </a:effectLst>
        </p:spPr>
        <p:txBody>
          <a:bodyPr/>
          <a:lstStyle>
            <a:lvl1pPr>
              <a:defRPr sz="1600"/>
            </a:lvl1pPr>
          </a:lstStyle>
          <a:p>
            <a:endParaRPr lang="pt-BR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33D454A5-9F68-9841-9B07-2EC48C370D5A}"/>
              </a:ext>
            </a:extLst>
          </p:cNvPr>
          <p:cNvSpPr txBox="1"/>
          <p:nvPr userDrawn="1"/>
        </p:nvSpPr>
        <p:spPr>
          <a:xfrm>
            <a:off x="2862586" y="363683"/>
            <a:ext cx="64668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800">
                <a:solidFill>
                  <a:schemeClr val="bg1"/>
                </a:solidFill>
                <a:latin typeface="+mj-lt"/>
              </a:rPr>
              <a:t>TEMPLATE PARA FORMATAR FOTOS PAINEL ZOOM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4E9030F9-4219-F548-822A-E9BBCDC23232}"/>
              </a:ext>
            </a:extLst>
          </p:cNvPr>
          <p:cNvSpPr txBox="1"/>
          <p:nvPr userDrawn="1"/>
        </p:nvSpPr>
        <p:spPr>
          <a:xfrm>
            <a:off x="570711" y="1300961"/>
            <a:ext cx="234711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>
                <a:solidFill>
                  <a:schemeClr val="bg1"/>
                </a:solidFill>
                <a:latin typeface="+mn-lt"/>
              </a:rPr>
              <a:t>Foto Zoom 4,3x6,5cm</a:t>
            </a:r>
          </a:p>
        </p:txBody>
      </p:sp>
    </p:spTree>
    <p:extLst>
      <p:ext uri="{BB962C8B-B14F-4D97-AF65-F5344CB8AC3E}">
        <p14:creationId xmlns:p14="http://schemas.microsoft.com/office/powerpoint/2010/main" val="9640649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949803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s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3">
            <a:extLst>
              <a:ext uri="{FF2B5EF4-FFF2-40B4-BE49-F238E27FC236}">
                <a16:creationId xmlns:a16="http://schemas.microsoft.com/office/drawing/2014/main" id="{8E2865E6-55E7-C548-97A0-558E241139D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0573" y="90788"/>
            <a:ext cx="1584000" cy="576000"/>
          </a:xfrm>
          <a:prstGeom prst="rect">
            <a:avLst/>
          </a:prstGeom>
          <a:noFill/>
        </p:spPr>
        <p:txBody>
          <a:bodyPr/>
          <a:lstStyle>
            <a:lvl1pPr>
              <a:defRPr sz="1400">
                <a:solidFill>
                  <a:schemeClr val="bg1"/>
                </a:solidFill>
              </a:defRPr>
            </a:lvl1pPr>
          </a:lstStyle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12129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ndem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Imagem 5">
            <a:extLst>
              <a:ext uri="{FF2B5EF4-FFF2-40B4-BE49-F238E27FC236}">
                <a16:creationId xmlns:a16="http://schemas.microsoft.com/office/drawing/2014/main" id="{F8B06644-8C20-8241-883A-797CFB3F89E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397378" y="1240605"/>
            <a:ext cx="2736000" cy="2736000"/>
          </a:xfrm>
          <a:custGeom>
            <a:avLst/>
            <a:gdLst>
              <a:gd name="connsiteX0" fmla="*/ 1368000 w 2736000"/>
              <a:gd name="connsiteY0" fmla="*/ 0 h 2736000"/>
              <a:gd name="connsiteX1" fmla="*/ 2736000 w 2736000"/>
              <a:gd name="connsiteY1" fmla="*/ 1368000 h 2736000"/>
              <a:gd name="connsiteX2" fmla="*/ 1368000 w 2736000"/>
              <a:gd name="connsiteY2" fmla="*/ 2736000 h 2736000"/>
              <a:gd name="connsiteX3" fmla="*/ 0 w 2736000"/>
              <a:gd name="connsiteY3" fmla="*/ 1368000 h 2736000"/>
              <a:gd name="connsiteX4" fmla="*/ 1368000 w 2736000"/>
              <a:gd name="connsiteY4" fmla="*/ 0 h 273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36000" h="2736000">
                <a:moveTo>
                  <a:pt x="1368000" y="0"/>
                </a:moveTo>
                <a:cubicBezTo>
                  <a:pt x="2123526" y="0"/>
                  <a:pt x="2736000" y="612474"/>
                  <a:pt x="2736000" y="1368000"/>
                </a:cubicBezTo>
                <a:cubicBezTo>
                  <a:pt x="2736000" y="2123526"/>
                  <a:pt x="2123526" y="2736000"/>
                  <a:pt x="1368000" y="2736000"/>
                </a:cubicBezTo>
                <a:cubicBezTo>
                  <a:pt x="612474" y="2736000"/>
                  <a:pt x="0" y="2123526"/>
                  <a:pt x="0" y="1368000"/>
                </a:cubicBezTo>
                <a:cubicBezTo>
                  <a:pt x="0" y="612474"/>
                  <a:pt x="612474" y="0"/>
                  <a:pt x="1368000" y="0"/>
                </a:cubicBezTo>
                <a:close/>
              </a:path>
            </a:pathLst>
          </a:custGeom>
          <a:solidFill>
            <a:schemeClr val="accent2">
              <a:alpha val="65108"/>
            </a:schemeClr>
          </a:solidFill>
          <a:effectLst>
            <a:innerShdw blurRad="190500">
              <a:prstClr val="black"/>
            </a:innerShdw>
          </a:effectLst>
        </p:spPr>
        <p:txBody>
          <a:bodyPr wrap="square">
            <a:noAutofit/>
          </a:bodyPr>
          <a:lstStyle/>
          <a:p>
            <a:endParaRPr lang="pt-BR"/>
          </a:p>
        </p:txBody>
      </p:sp>
      <p:sp>
        <p:nvSpPr>
          <p:cNvPr id="8" name="Espaço Reservado para Imagem 7">
            <a:extLst>
              <a:ext uri="{FF2B5EF4-FFF2-40B4-BE49-F238E27FC236}">
                <a16:creationId xmlns:a16="http://schemas.microsoft.com/office/drawing/2014/main" id="{1906EEC0-0064-6A46-AEBB-FD236B14A7F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9167160" y="1181100"/>
            <a:ext cx="7099300" cy="5676900"/>
          </a:xfrm>
          <a:prstGeom prst="rect">
            <a:avLst/>
          </a:prstGeom>
          <a:pattFill prst="pct75">
            <a:fgClr>
              <a:schemeClr val="accent2"/>
            </a:fgClr>
            <a:bgClr>
              <a:schemeClr val="tx1"/>
            </a:bgClr>
          </a:pattFill>
        </p:spPr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954907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5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</p:bld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ndem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Imagem 5">
            <a:extLst>
              <a:ext uri="{FF2B5EF4-FFF2-40B4-BE49-F238E27FC236}">
                <a16:creationId xmlns:a16="http://schemas.microsoft.com/office/drawing/2014/main" id="{F8B06644-8C20-8241-883A-797CFB3F89E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378247" y="3003842"/>
            <a:ext cx="2736000" cy="2736000"/>
          </a:xfrm>
          <a:custGeom>
            <a:avLst/>
            <a:gdLst>
              <a:gd name="connsiteX0" fmla="*/ 1368000 w 2736000"/>
              <a:gd name="connsiteY0" fmla="*/ 0 h 2736000"/>
              <a:gd name="connsiteX1" fmla="*/ 2736000 w 2736000"/>
              <a:gd name="connsiteY1" fmla="*/ 1368000 h 2736000"/>
              <a:gd name="connsiteX2" fmla="*/ 1368000 w 2736000"/>
              <a:gd name="connsiteY2" fmla="*/ 2736000 h 2736000"/>
              <a:gd name="connsiteX3" fmla="*/ 0 w 2736000"/>
              <a:gd name="connsiteY3" fmla="*/ 1368000 h 2736000"/>
              <a:gd name="connsiteX4" fmla="*/ 1368000 w 2736000"/>
              <a:gd name="connsiteY4" fmla="*/ 0 h 273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36000" h="2736000">
                <a:moveTo>
                  <a:pt x="1368000" y="0"/>
                </a:moveTo>
                <a:cubicBezTo>
                  <a:pt x="2123526" y="0"/>
                  <a:pt x="2736000" y="612474"/>
                  <a:pt x="2736000" y="1368000"/>
                </a:cubicBezTo>
                <a:cubicBezTo>
                  <a:pt x="2736000" y="2123526"/>
                  <a:pt x="2123526" y="2736000"/>
                  <a:pt x="1368000" y="2736000"/>
                </a:cubicBezTo>
                <a:cubicBezTo>
                  <a:pt x="612474" y="2736000"/>
                  <a:pt x="0" y="2123526"/>
                  <a:pt x="0" y="1368000"/>
                </a:cubicBezTo>
                <a:cubicBezTo>
                  <a:pt x="0" y="612474"/>
                  <a:pt x="612474" y="0"/>
                  <a:pt x="1368000" y="0"/>
                </a:cubicBezTo>
                <a:close/>
              </a:path>
            </a:pathLst>
          </a:custGeom>
          <a:solidFill>
            <a:schemeClr val="accent2">
              <a:alpha val="65108"/>
            </a:schemeClr>
          </a:solidFill>
          <a:effectLst>
            <a:innerShdw blurRad="190500">
              <a:prstClr val="black"/>
            </a:innerShdw>
          </a:effectLst>
        </p:spPr>
        <p:txBody>
          <a:bodyPr wrap="square">
            <a:noAutofit/>
          </a:bodyPr>
          <a:lstStyle/>
          <a:p>
            <a:endParaRPr lang="pt-BR"/>
          </a:p>
        </p:txBody>
      </p:sp>
      <p:sp>
        <p:nvSpPr>
          <p:cNvPr id="8" name="Espaço Reservado para Imagem 7">
            <a:extLst>
              <a:ext uri="{FF2B5EF4-FFF2-40B4-BE49-F238E27FC236}">
                <a16:creationId xmlns:a16="http://schemas.microsoft.com/office/drawing/2014/main" id="{1906EEC0-0064-6A46-AEBB-FD236B14A7F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3007343" y="1181100"/>
            <a:ext cx="7099300" cy="5676900"/>
          </a:xfrm>
          <a:prstGeom prst="rect">
            <a:avLst/>
          </a:prstGeom>
          <a:pattFill prst="pct75">
            <a:fgClr>
              <a:schemeClr val="accent2"/>
            </a:fgClr>
            <a:bgClr>
              <a:schemeClr val="tx1"/>
            </a:bgClr>
          </a:pattFill>
        </p:spPr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011347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M Ação Pe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Imagem 3">
            <a:extLst>
              <a:ext uri="{FF2B5EF4-FFF2-40B4-BE49-F238E27FC236}">
                <a16:creationId xmlns:a16="http://schemas.microsoft.com/office/drawing/2014/main" id="{6055D558-49ED-A54C-B7E9-1AE492A4D0A8}"/>
              </a:ext>
            </a:extLst>
          </p:cNvPr>
          <p:cNvSpPr>
            <a:spLocks noGrp="1" noChangeAspect="1"/>
          </p:cNvSpPr>
          <p:nvPr>
            <p:ph type="pic" sz="quarter" idx="10"/>
          </p:nvPr>
        </p:nvSpPr>
        <p:spPr>
          <a:xfrm>
            <a:off x="5160000" y="2924401"/>
            <a:ext cx="1872000" cy="1872000"/>
          </a:xfrm>
          <a:prstGeom prst="ellipse">
            <a:avLst/>
          </a:prstGeom>
          <a:solidFill>
            <a:schemeClr val="accent2">
              <a:alpha val="77000"/>
            </a:schemeClr>
          </a:solidFill>
          <a:effectLst>
            <a:innerShdw blurRad="190500">
              <a:prstClr val="black"/>
            </a:innerShdw>
          </a:effectLst>
        </p:spPr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813805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M Dolo Cul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Espaço Reservado para Imagem 3">
            <a:extLst>
              <a:ext uri="{FF2B5EF4-FFF2-40B4-BE49-F238E27FC236}">
                <a16:creationId xmlns:a16="http://schemas.microsoft.com/office/drawing/2014/main" id="{904BEE93-2A1B-3B41-9166-D0C2CF5CD8C9}"/>
              </a:ext>
            </a:extLst>
          </p:cNvPr>
          <p:cNvSpPr>
            <a:spLocks noGrp="1" noChangeAspect="1"/>
          </p:cNvSpPr>
          <p:nvPr>
            <p:ph type="pic" sz="quarter" idx="12"/>
          </p:nvPr>
        </p:nvSpPr>
        <p:spPr>
          <a:xfrm>
            <a:off x="3739070" y="1570894"/>
            <a:ext cx="2183520" cy="1881589"/>
          </a:xfrm>
          <a:prstGeom prst="roundRect">
            <a:avLst>
              <a:gd name="adj" fmla="val 3363"/>
            </a:avLst>
          </a:prstGeom>
          <a:pattFill prst="pct40">
            <a:fgClr>
              <a:schemeClr val="accent2"/>
            </a:fgClr>
            <a:bgClr>
              <a:schemeClr val="tx1"/>
            </a:bgClr>
          </a:pattFill>
          <a:effectLst>
            <a:innerShdw blurRad="190500">
              <a:prstClr val="black"/>
            </a:innerShdw>
          </a:effectLst>
        </p:spPr>
        <p:txBody>
          <a:bodyPr/>
          <a:lstStyle>
            <a:lvl1pPr>
              <a:defRPr sz="1200"/>
            </a:lvl1pPr>
          </a:lstStyle>
          <a:p>
            <a:endParaRPr lang="pt-BR"/>
          </a:p>
        </p:txBody>
      </p:sp>
      <p:sp>
        <p:nvSpPr>
          <p:cNvPr id="12" name="Espaço Reservado para Imagem 3">
            <a:extLst>
              <a:ext uri="{FF2B5EF4-FFF2-40B4-BE49-F238E27FC236}">
                <a16:creationId xmlns:a16="http://schemas.microsoft.com/office/drawing/2014/main" id="{A2057D4F-06D7-EE49-B941-E2436D955285}"/>
              </a:ext>
            </a:extLst>
          </p:cNvPr>
          <p:cNvSpPr>
            <a:spLocks noGrp="1" noChangeAspect="1"/>
          </p:cNvSpPr>
          <p:nvPr>
            <p:ph type="pic" sz="quarter" idx="11"/>
          </p:nvPr>
        </p:nvSpPr>
        <p:spPr>
          <a:xfrm>
            <a:off x="6281368" y="1570894"/>
            <a:ext cx="2183520" cy="1881589"/>
          </a:xfrm>
          <a:prstGeom prst="roundRect">
            <a:avLst>
              <a:gd name="adj" fmla="val 3363"/>
            </a:avLst>
          </a:prstGeom>
          <a:pattFill prst="pct40">
            <a:fgClr>
              <a:schemeClr val="accent2"/>
            </a:fgClr>
            <a:bgClr>
              <a:schemeClr val="tx1"/>
            </a:bgClr>
          </a:pattFill>
          <a:effectLst>
            <a:innerShdw blurRad="190500">
              <a:prstClr val="black"/>
            </a:innerShdw>
          </a:effectLst>
        </p:spPr>
        <p:txBody>
          <a:bodyPr/>
          <a:lstStyle>
            <a:lvl1pPr>
              <a:defRPr sz="1200"/>
            </a:lvl1pPr>
          </a:lstStyle>
          <a:p>
            <a:endParaRPr lang="pt-BR"/>
          </a:p>
        </p:txBody>
      </p:sp>
      <p:sp>
        <p:nvSpPr>
          <p:cNvPr id="4" name="Espaço Reservado para Imagem 3">
            <a:extLst>
              <a:ext uri="{FF2B5EF4-FFF2-40B4-BE49-F238E27FC236}">
                <a16:creationId xmlns:a16="http://schemas.microsoft.com/office/drawing/2014/main" id="{6055D558-49ED-A54C-B7E9-1AE492A4D0A8}"/>
              </a:ext>
            </a:extLst>
          </p:cNvPr>
          <p:cNvSpPr>
            <a:spLocks noGrp="1" noChangeAspect="1"/>
          </p:cNvSpPr>
          <p:nvPr>
            <p:ph type="pic" sz="quarter" idx="10"/>
          </p:nvPr>
        </p:nvSpPr>
        <p:spPr>
          <a:xfrm>
            <a:off x="5286000" y="1402478"/>
            <a:ext cx="1620000" cy="1919210"/>
          </a:xfrm>
          <a:prstGeom prst="roundRect">
            <a:avLst>
              <a:gd name="adj" fmla="val 50000"/>
            </a:avLst>
          </a:prstGeom>
          <a:solidFill>
            <a:schemeClr val="accent2">
              <a:alpha val="77000"/>
            </a:schemeClr>
          </a:solidFill>
          <a:effectLst>
            <a:innerShdw blurRad="190500">
              <a:prstClr val="black"/>
            </a:innerShdw>
          </a:effectLst>
        </p:spPr>
        <p:txBody>
          <a:bodyPr/>
          <a:lstStyle>
            <a:lvl1pPr>
              <a:defRPr sz="1200"/>
            </a:lvl1pPr>
          </a:lstStyle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933237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2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2" grpId="0" animBg="1"/>
    </p:bld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dos Considerad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1">
            <a:extLst>
              <a:ext uri="{FF2B5EF4-FFF2-40B4-BE49-F238E27FC236}">
                <a16:creationId xmlns:a16="http://schemas.microsoft.com/office/drawing/2014/main" id="{DAD75E9E-BC22-5B45-B173-E2363D28AFCC}"/>
              </a:ext>
            </a:extLst>
          </p:cNvPr>
          <p:cNvSpPr>
            <a:spLocks noGrp="1" noChangeAspect="1"/>
          </p:cNvSpPr>
          <p:nvPr>
            <p:ph type="pic" sz="quarter" idx="10"/>
          </p:nvPr>
        </p:nvSpPr>
        <p:spPr>
          <a:xfrm>
            <a:off x="716602" y="2769717"/>
            <a:ext cx="2304000" cy="2304000"/>
          </a:xfrm>
          <a:custGeom>
            <a:avLst/>
            <a:gdLst>
              <a:gd name="connsiteX0" fmla="*/ 2037348 w 4074696"/>
              <a:gd name="connsiteY0" fmla="*/ 0 h 4074696"/>
              <a:gd name="connsiteX1" fmla="*/ 4074696 w 4074696"/>
              <a:gd name="connsiteY1" fmla="*/ 2037348 h 4074696"/>
              <a:gd name="connsiteX2" fmla="*/ 2037348 w 4074696"/>
              <a:gd name="connsiteY2" fmla="*/ 4074696 h 4074696"/>
              <a:gd name="connsiteX3" fmla="*/ 0 w 4074696"/>
              <a:gd name="connsiteY3" fmla="*/ 2037348 h 4074696"/>
              <a:gd name="connsiteX4" fmla="*/ 2037348 w 4074696"/>
              <a:gd name="connsiteY4" fmla="*/ 0 h 4074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74696" h="4074696">
                <a:moveTo>
                  <a:pt x="2037348" y="0"/>
                </a:moveTo>
                <a:cubicBezTo>
                  <a:pt x="3162544" y="0"/>
                  <a:pt x="4074696" y="912152"/>
                  <a:pt x="4074696" y="2037348"/>
                </a:cubicBezTo>
                <a:cubicBezTo>
                  <a:pt x="4074696" y="3162544"/>
                  <a:pt x="3162544" y="4074696"/>
                  <a:pt x="2037348" y="4074696"/>
                </a:cubicBezTo>
                <a:cubicBezTo>
                  <a:pt x="912152" y="4074696"/>
                  <a:pt x="0" y="3162544"/>
                  <a:pt x="0" y="2037348"/>
                </a:cubicBezTo>
                <a:cubicBezTo>
                  <a:pt x="0" y="912152"/>
                  <a:pt x="912152" y="0"/>
                  <a:pt x="2037348" y="0"/>
                </a:cubicBezTo>
                <a:close/>
              </a:path>
            </a:pathLst>
          </a:custGeom>
          <a:solidFill>
            <a:schemeClr val="accent2">
              <a:alpha val="61542"/>
            </a:schemeClr>
          </a:solidFill>
          <a:effectLst>
            <a:innerShdw blurRad="254000">
              <a:prstClr val="black"/>
            </a:innerShdw>
          </a:effectLst>
        </p:spPr>
        <p:txBody>
          <a:bodyPr wrap="square">
            <a:noAutofit/>
          </a:bodyPr>
          <a:lstStyle>
            <a:lvl1pPr>
              <a:defRPr sz="1400">
                <a:solidFill>
                  <a:schemeClr val="bg1"/>
                </a:solidFill>
              </a:defRPr>
            </a:lvl1pPr>
          </a:lstStyle>
          <a:p>
            <a:endParaRPr lang="pt-BR"/>
          </a:p>
        </p:txBody>
      </p:sp>
      <p:sp>
        <p:nvSpPr>
          <p:cNvPr id="22" name="Espaço2">
            <a:extLst>
              <a:ext uri="{FF2B5EF4-FFF2-40B4-BE49-F238E27FC236}">
                <a16:creationId xmlns:a16="http://schemas.microsoft.com/office/drawing/2014/main" id="{3D47B169-7568-EB4D-9612-D3A7098D66F4}"/>
              </a:ext>
            </a:extLst>
          </p:cNvPr>
          <p:cNvSpPr>
            <a:spLocks noGrp="1" noChangeAspect="1"/>
          </p:cNvSpPr>
          <p:nvPr>
            <p:ph type="pic" sz="quarter" idx="11"/>
          </p:nvPr>
        </p:nvSpPr>
        <p:spPr>
          <a:xfrm>
            <a:off x="4032370" y="1611279"/>
            <a:ext cx="1224000" cy="1224000"/>
          </a:xfrm>
          <a:custGeom>
            <a:avLst/>
            <a:gdLst>
              <a:gd name="connsiteX0" fmla="*/ 2037348 w 4074696"/>
              <a:gd name="connsiteY0" fmla="*/ 0 h 4074696"/>
              <a:gd name="connsiteX1" fmla="*/ 4074696 w 4074696"/>
              <a:gd name="connsiteY1" fmla="*/ 2037348 h 4074696"/>
              <a:gd name="connsiteX2" fmla="*/ 2037348 w 4074696"/>
              <a:gd name="connsiteY2" fmla="*/ 4074696 h 4074696"/>
              <a:gd name="connsiteX3" fmla="*/ 0 w 4074696"/>
              <a:gd name="connsiteY3" fmla="*/ 2037348 h 4074696"/>
              <a:gd name="connsiteX4" fmla="*/ 2037348 w 4074696"/>
              <a:gd name="connsiteY4" fmla="*/ 0 h 4074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74696" h="4074696">
                <a:moveTo>
                  <a:pt x="2037348" y="0"/>
                </a:moveTo>
                <a:cubicBezTo>
                  <a:pt x="3162544" y="0"/>
                  <a:pt x="4074696" y="912152"/>
                  <a:pt x="4074696" y="2037348"/>
                </a:cubicBezTo>
                <a:cubicBezTo>
                  <a:pt x="4074696" y="3162544"/>
                  <a:pt x="3162544" y="4074696"/>
                  <a:pt x="2037348" y="4074696"/>
                </a:cubicBezTo>
                <a:cubicBezTo>
                  <a:pt x="912152" y="4074696"/>
                  <a:pt x="0" y="3162544"/>
                  <a:pt x="0" y="2037348"/>
                </a:cubicBezTo>
                <a:cubicBezTo>
                  <a:pt x="0" y="912152"/>
                  <a:pt x="912152" y="0"/>
                  <a:pt x="2037348" y="0"/>
                </a:cubicBezTo>
                <a:close/>
              </a:path>
            </a:pathLst>
          </a:custGeom>
          <a:solidFill>
            <a:schemeClr val="accent2">
              <a:alpha val="61542"/>
            </a:schemeClr>
          </a:solidFill>
          <a:effectLst>
            <a:innerShdw blurRad="254000">
              <a:prstClr val="black"/>
            </a:innerShdw>
          </a:effectLst>
        </p:spPr>
        <p:txBody>
          <a:bodyPr wrap="square"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endParaRPr lang="pt-BR"/>
          </a:p>
        </p:txBody>
      </p:sp>
      <p:sp>
        <p:nvSpPr>
          <p:cNvPr id="23" name="Espaço3">
            <a:extLst>
              <a:ext uri="{FF2B5EF4-FFF2-40B4-BE49-F238E27FC236}">
                <a16:creationId xmlns:a16="http://schemas.microsoft.com/office/drawing/2014/main" id="{BBD25492-3EFC-B84A-B1E5-9BF5912CB7D8}"/>
              </a:ext>
            </a:extLst>
          </p:cNvPr>
          <p:cNvSpPr>
            <a:spLocks noGrp="1" noChangeAspect="1"/>
          </p:cNvSpPr>
          <p:nvPr>
            <p:ph type="pic" sz="quarter" idx="12"/>
          </p:nvPr>
        </p:nvSpPr>
        <p:spPr>
          <a:xfrm>
            <a:off x="4518447" y="3284727"/>
            <a:ext cx="1224000" cy="1224000"/>
          </a:xfrm>
          <a:custGeom>
            <a:avLst/>
            <a:gdLst>
              <a:gd name="connsiteX0" fmla="*/ 2037348 w 4074696"/>
              <a:gd name="connsiteY0" fmla="*/ 0 h 4074696"/>
              <a:gd name="connsiteX1" fmla="*/ 4074696 w 4074696"/>
              <a:gd name="connsiteY1" fmla="*/ 2037348 h 4074696"/>
              <a:gd name="connsiteX2" fmla="*/ 2037348 w 4074696"/>
              <a:gd name="connsiteY2" fmla="*/ 4074696 h 4074696"/>
              <a:gd name="connsiteX3" fmla="*/ 0 w 4074696"/>
              <a:gd name="connsiteY3" fmla="*/ 2037348 h 4074696"/>
              <a:gd name="connsiteX4" fmla="*/ 2037348 w 4074696"/>
              <a:gd name="connsiteY4" fmla="*/ 0 h 4074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74696" h="4074696">
                <a:moveTo>
                  <a:pt x="2037348" y="0"/>
                </a:moveTo>
                <a:cubicBezTo>
                  <a:pt x="3162544" y="0"/>
                  <a:pt x="4074696" y="912152"/>
                  <a:pt x="4074696" y="2037348"/>
                </a:cubicBezTo>
                <a:cubicBezTo>
                  <a:pt x="4074696" y="3162544"/>
                  <a:pt x="3162544" y="4074696"/>
                  <a:pt x="2037348" y="4074696"/>
                </a:cubicBezTo>
                <a:cubicBezTo>
                  <a:pt x="912152" y="4074696"/>
                  <a:pt x="0" y="3162544"/>
                  <a:pt x="0" y="2037348"/>
                </a:cubicBezTo>
                <a:cubicBezTo>
                  <a:pt x="0" y="912152"/>
                  <a:pt x="912152" y="0"/>
                  <a:pt x="2037348" y="0"/>
                </a:cubicBezTo>
                <a:close/>
              </a:path>
            </a:pathLst>
          </a:custGeom>
          <a:solidFill>
            <a:schemeClr val="accent2">
              <a:alpha val="61542"/>
            </a:schemeClr>
          </a:solidFill>
          <a:effectLst>
            <a:innerShdw blurRad="254000">
              <a:prstClr val="black"/>
            </a:innerShdw>
          </a:effectLst>
        </p:spPr>
        <p:txBody>
          <a:bodyPr wrap="square"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endParaRPr lang="pt-BR"/>
          </a:p>
        </p:txBody>
      </p:sp>
      <p:sp>
        <p:nvSpPr>
          <p:cNvPr id="24" name="Espaço4">
            <a:extLst>
              <a:ext uri="{FF2B5EF4-FFF2-40B4-BE49-F238E27FC236}">
                <a16:creationId xmlns:a16="http://schemas.microsoft.com/office/drawing/2014/main" id="{446E6E7C-2EB7-B147-AFB0-3EC8DCD01CF6}"/>
              </a:ext>
            </a:extLst>
          </p:cNvPr>
          <p:cNvSpPr>
            <a:spLocks noGrp="1" noChangeAspect="1"/>
          </p:cNvSpPr>
          <p:nvPr>
            <p:ph type="pic" sz="quarter" idx="13"/>
          </p:nvPr>
        </p:nvSpPr>
        <p:spPr>
          <a:xfrm>
            <a:off x="4032944" y="4999778"/>
            <a:ext cx="1224000" cy="1224000"/>
          </a:xfrm>
          <a:custGeom>
            <a:avLst/>
            <a:gdLst>
              <a:gd name="connsiteX0" fmla="*/ 2037348 w 4074696"/>
              <a:gd name="connsiteY0" fmla="*/ 0 h 4074696"/>
              <a:gd name="connsiteX1" fmla="*/ 4074696 w 4074696"/>
              <a:gd name="connsiteY1" fmla="*/ 2037348 h 4074696"/>
              <a:gd name="connsiteX2" fmla="*/ 2037348 w 4074696"/>
              <a:gd name="connsiteY2" fmla="*/ 4074696 h 4074696"/>
              <a:gd name="connsiteX3" fmla="*/ 0 w 4074696"/>
              <a:gd name="connsiteY3" fmla="*/ 2037348 h 4074696"/>
              <a:gd name="connsiteX4" fmla="*/ 2037348 w 4074696"/>
              <a:gd name="connsiteY4" fmla="*/ 0 h 4074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74696" h="4074696">
                <a:moveTo>
                  <a:pt x="2037348" y="0"/>
                </a:moveTo>
                <a:cubicBezTo>
                  <a:pt x="3162544" y="0"/>
                  <a:pt x="4074696" y="912152"/>
                  <a:pt x="4074696" y="2037348"/>
                </a:cubicBezTo>
                <a:cubicBezTo>
                  <a:pt x="4074696" y="3162544"/>
                  <a:pt x="3162544" y="4074696"/>
                  <a:pt x="2037348" y="4074696"/>
                </a:cubicBezTo>
                <a:cubicBezTo>
                  <a:pt x="912152" y="4074696"/>
                  <a:pt x="0" y="3162544"/>
                  <a:pt x="0" y="2037348"/>
                </a:cubicBezTo>
                <a:cubicBezTo>
                  <a:pt x="0" y="912152"/>
                  <a:pt x="912152" y="0"/>
                  <a:pt x="2037348" y="0"/>
                </a:cubicBezTo>
                <a:close/>
              </a:path>
            </a:pathLst>
          </a:custGeom>
          <a:solidFill>
            <a:schemeClr val="accent2">
              <a:alpha val="61542"/>
            </a:schemeClr>
          </a:solidFill>
          <a:effectLst>
            <a:innerShdw blurRad="254000">
              <a:prstClr val="black"/>
            </a:innerShdw>
          </a:effectLst>
        </p:spPr>
        <p:txBody>
          <a:bodyPr wrap="square"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011631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22" grpId="0" animBg="1"/>
      <p:bldP spid="23" grpId="0" animBg="1"/>
      <p:bldP spid="24" grpId="0" animBg="1"/>
    </p:bld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pacto LGP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Imagem 3">
            <a:extLst>
              <a:ext uri="{FF2B5EF4-FFF2-40B4-BE49-F238E27FC236}">
                <a16:creationId xmlns:a16="http://schemas.microsoft.com/office/drawing/2014/main" id="{F8C8B647-0948-F24A-A5BF-CEE8F474C45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900988" y="0"/>
            <a:ext cx="4291012" cy="6858000"/>
          </a:xfrm>
          <a:prstGeom prst="rect">
            <a:avLst/>
          </a:prstGeom>
          <a:solidFill>
            <a:schemeClr val="accent3">
              <a:alpha val="43000"/>
            </a:schemeClr>
          </a:solidFill>
        </p:spPr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331959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5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reitos LGP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Imagem 3">
            <a:extLst>
              <a:ext uri="{FF2B5EF4-FFF2-40B4-BE49-F238E27FC236}">
                <a16:creationId xmlns:a16="http://schemas.microsoft.com/office/drawing/2014/main" id="{F8C8B647-0948-F24A-A5BF-CEE8F474C45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4291012" cy="6858000"/>
          </a:xfrm>
          <a:prstGeom prst="rect">
            <a:avLst/>
          </a:prstGeom>
          <a:solidFill>
            <a:schemeClr val="accent3">
              <a:alpha val="43000"/>
            </a:schemeClr>
          </a:solidFill>
        </p:spPr>
        <p:txBody>
          <a:bodyPr/>
          <a:lstStyle/>
          <a:p>
            <a:endParaRPr lang="pt-BR"/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7E7785BB-7E4F-E54E-83ED-F370171D05B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418023" y="3070512"/>
            <a:ext cx="1668851" cy="1872000"/>
          </a:xfrm>
          <a:custGeom>
            <a:avLst/>
            <a:gdLst>
              <a:gd name="connsiteX0" fmla="*/ 823099 w 1668851"/>
              <a:gd name="connsiteY0" fmla="*/ 0 h 1872000"/>
              <a:gd name="connsiteX1" fmla="*/ 834845 w 1668851"/>
              <a:gd name="connsiteY1" fmla="*/ 0 h 1872000"/>
              <a:gd name="connsiteX2" fmla="*/ 847431 w 1668851"/>
              <a:gd name="connsiteY2" fmla="*/ 0 h 1872000"/>
              <a:gd name="connsiteX3" fmla="*/ 859177 w 1668851"/>
              <a:gd name="connsiteY3" fmla="*/ 840 h 1872000"/>
              <a:gd name="connsiteX4" fmla="*/ 870085 w 1668851"/>
              <a:gd name="connsiteY4" fmla="*/ 3358 h 1872000"/>
              <a:gd name="connsiteX5" fmla="*/ 881831 w 1668851"/>
              <a:gd name="connsiteY5" fmla="*/ 5876 h 1872000"/>
              <a:gd name="connsiteX6" fmla="*/ 894417 w 1668851"/>
              <a:gd name="connsiteY6" fmla="*/ 10074 h 1872000"/>
              <a:gd name="connsiteX7" fmla="*/ 906164 w 1668851"/>
              <a:gd name="connsiteY7" fmla="*/ 14271 h 1872000"/>
              <a:gd name="connsiteX8" fmla="*/ 917071 w 1668851"/>
              <a:gd name="connsiteY8" fmla="*/ 19308 h 1872000"/>
              <a:gd name="connsiteX9" fmla="*/ 929657 w 1668851"/>
              <a:gd name="connsiteY9" fmla="*/ 25184 h 1872000"/>
              <a:gd name="connsiteX10" fmla="*/ 1251848 w 1668851"/>
              <a:gd name="connsiteY10" fmla="*/ 213223 h 1872000"/>
              <a:gd name="connsiteX11" fmla="*/ 1574040 w 1668851"/>
              <a:gd name="connsiteY11" fmla="*/ 398745 h 1872000"/>
              <a:gd name="connsiteX12" fmla="*/ 1584947 w 1668851"/>
              <a:gd name="connsiteY12" fmla="*/ 406300 h 1872000"/>
              <a:gd name="connsiteX13" fmla="*/ 1595855 w 1668851"/>
              <a:gd name="connsiteY13" fmla="*/ 413855 h 1872000"/>
              <a:gd name="connsiteX14" fmla="*/ 1605923 w 1668851"/>
              <a:gd name="connsiteY14" fmla="*/ 420571 h 1872000"/>
              <a:gd name="connsiteX15" fmla="*/ 1615153 w 1668851"/>
              <a:gd name="connsiteY15" fmla="*/ 428965 h 1872000"/>
              <a:gd name="connsiteX16" fmla="*/ 1622704 w 1668851"/>
              <a:gd name="connsiteY16" fmla="*/ 439039 h 1872000"/>
              <a:gd name="connsiteX17" fmla="*/ 1631094 w 1668851"/>
              <a:gd name="connsiteY17" fmla="*/ 447433 h 1872000"/>
              <a:gd name="connsiteX18" fmla="*/ 1638646 w 1668851"/>
              <a:gd name="connsiteY18" fmla="*/ 458346 h 1872000"/>
              <a:gd name="connsiteX19" fmla="*/ 1644519 w 1668851"/>
              <a:gd name="connsiteY19" fmla="*/ 468420 h 1872000"/>
              <a:gd name="connsiteX20" fmla="*/ 1650392 w 1668851"/>
              <a:gd name="connsiteY20" fmla="*/ 479333 h 1872000"/>
              <a:gd name="connsiteX21" fmla="*/ 1655427 w 1668851"/>
              <a:gd name="connsiteY21" fmla="*/ 489406 h 1872000"/>
              <a:gd name="connsiteX22" fmla="*/ 1658783 w 1668851"/>
              <a:gd name="connsiteY22" fmla="*/ 500319 h 1872000"/>
              <a:gd name="connsiteX23" fmla="*/ 1662978 w 1668851"/>
              <a:gd name="connsiteY23" fmla="*/ 512911 h 1872000"/>
              <a:gd name="connsiteX24" fmla="*/ 1664656 w 1668851"/>
              <a:gd name="connsiteY24" fmla="*/ 524664 h 1872000"/>
              <a:gd name="connsiteX25" fmla="*/ 1667173 w 1668851"/>
              <a:gd name="connsiteY25" fmla="*/ 537256 h 1872000"/>
              <a:gd name="connsiteX26" fmla="*/ 1668851 w 1668851"/>
              <a:gd name="connsiteY26" fmla="*/ 550687 h 1872000"/>
              <a:gd name="connsiteX27" fmla="*/ 1668851 w 1668851"/>
              <a:gd name="connsiteY27" fmla="*/ 562440 h 1872000"/>
              <a:gd name="connsiteX28" fmla="*/ 1668851 w 1668851"/>
              <a:gd name="connsiteY28" fmla="*/ 936000 h 1872000"/>
              <a:gd name="connsiteX29" fmla="*/ 1668851 w 1668851"/>
              <a:gd name="connsiteY29" fmla="*/ 1309561 h 1872000"/>
              <a:gd name="connsiteX30" fmla="*/ 1668851 w 1668851"/>
              <a:gd name="connsiteY30" fmla="*/ 1322153 h 1872000"/>
              <a:gd name="connsiteX31" fmla="*/ 1667173 w 1668851"/>
              <a:gd name="connsiteY31" fmla="*/ 1335584 h 1872000"/>
              <a:gd name="connsiteX32" fmla="*/ 1664656 w 1668851"/>
              <a:gd name="connsiteY32" fmla="*/ 1347337 h 1872000"/>
              <a:gd name="connsiteX33" fmla="*/ 1662978 w 1668851"/>
              <a:gd name="connsiteY33" fmla="*/ 1359089 h 1872000"/>
              <a:gd name="connsiteX34" fmla="*/ 1658783 w 1668851"/>
              <a:gd name="connsiteY34" fmla="*/ 1371681 h 1872000"/>
              <a:gd name="connsiteX35" fmla="*/ 1655427 w 1668851"/>
              <a:gd name="connsiteY35" fmla="*/ 1382594 h 1872000"/>
              <a:gd name="connsiteX36" fmla="*/ 1650392 w 1668851"/>
              <a:gd name="connsiteY36" fmla="*/ 1393507 h 1872000"/>
              <a:gd name="connsiteX37" fmla="*/ 1644519 w 1668851"/>
              <a:gd name="connsiteY37" fmla="*/ 1404420 h 1872000"/>
              <a:gd name="connsiteX38" fmla="*/ 1638646 w 1668851"/>
              <a:gd name="connsiteY38" fmla="*/ 1415333 h 1872000"/>
              <a:gd name="connsiteX39" fmla="*/ 1631094 w 1668851"/>
              <a:gd name="connsiteY39" fmla="*/ 1424567 h 1872000"/>
              <a:gd name="connsiteX40" fmla="*/ 1622704 w 1668851"/>
              <a:gd name="connsiteY40" fmla="*/ 1432962 h 1872000"/>
              <a:gd name="connsiteX41" fmla="*/ 1615153 w 1668851"/>
              <a:gd name="connsiteY41" fmla="*/ 1443035 h 1872000"/>
              <a:gd name="connsiteX42" fmla="*/ 1605923 w 1668851"/>
              <a:gd name="connsiteY42" fmla="*/ 1451430 h 1872000"/>
              <a:gd name="connsiteX43" fmla="*/ 1595855 w 1668851"/>
              <a:gd name="connsiteY43" fmla="*/ 1458145 h 1872000"/>
              <a:gd name="connsiteX44" fmla="*/ 1584947 w 1668851"/>
              <a:gd name="connsiteY44" fmla="*/ 1465701 h 1872000"/>
              <a:gd name="connsiteX45" fmla="*/ 1574040 w 1668851"/>
              <a:gd name="connsiteY45" fmla="*/ 1473256 h 1872000"/>
              <a:gd name="connsiteX46" fmla="*/ 1251848 w 1668851"/>
              <a:gd name="connsiteY46" fmla="*/ 1659616 h 1872000"/>
              <a:gd name="connsiteX47" fmla="*/ 929657 w 1668851"/>
              <a:gd name="connsiteY47" fmla="*/ 1846816 h 1872000"/>
              <a:gd name="connsiteX48" fmla="*/ 917071 w 1668851"/>
              <a:gd name="connsiteY48" fmla="*/ 1852693 h 1872000"/>
              <a:gd name="connsiteX49" fmla="*/ 906164 w 1668851"/>
              <a:gd name="connsiteY49" fmla="*/ 1857729 h 1872000"/>
              <a:gd name="connsiteX50" fmla="*/ 894417 w 1668851"/>
              <a:gd name="connsiteY50" fmla="*/ 1862766 h 1872000"/>
              <a:gd name="connsiteX51" fmla="*/ 881831 w 1668851"/>
              <a:gd name="connsiteY51" fmla="*/ 1866124 h 1872000"/>
              <a:gd name="connsiteX52" fmla="*/ 870085 w 1668851"/>
              <a:gd name="connsiteY52" fmla="*/ 1868642 h 1872000"/>
              <a:gd name="connsiteX53" fmla="*/ 859177 w 1668851"/>
              <a:gd name="connsiteY53" fmla="*/ 1871161 h 1872000"/>
              <a:gd name="connsiteX54" fmla="*/ 847431 w 1668851"/>
              <a:gd name="connsiteY54" fmla="*/ 1872000 h 1872000"/>
              <a:gd name="connsiteX55" fmla="*/ 834845 w 1668851"/>
              <a:gd name="connsiteY55" fmla="*/ 1872000 h 1872000"/>
              <a:gd name="connsiteX56" fmla="*/ 823099 w 1668851"/>
              <a:gd name="connsiteY56" fmla="*/ 1872000 h 1872000"/>
              <a:gd name="connsiteX57" fmla="*/ 810513 w 1668851"/>
              <a:gd name="connsiteY57" fmla="*/ 1871161 h 1872000"/>
              <a:gd name="connsiteX58" fmla="*/ 798767 w 1668851"/>
              <a:gd name="connsiteY58" fmla="*/ 1868642 h 1872000"/>
              <a:gd name="connsiteX59" fmla="*/ 787020 w 1668851"/>
              <a:gd name="connsiteY59" fmla="*/ 1866124 h 1872000"/>
              <a:gd name="connsiteX60" fmla="*/ 774434 w 1668851"/>
              <a:gd name="connsiteY60" fmla="*/ 1862766 h 1872000"/>
              <a:gd name="connsiteX61" fmla="*/ 762688 w 1668851"/>
              <a:gd name="connsiteY61" fmla="*/ 1857729 h 1872000"/>
              <a:gd name="connsiteX62" fmla="*/ 751780 w 1668851"/>
              <a:gd name="connsiteY62" fmla="*/ 1852693 h 1872000"/>
              <a:gd name="connsiteX63" fmla="*/ 740873 w 1668851"/>
              <a:gd name="connsiteY63" fmla="*/ 1846816 h 1872000"/>
              <a:gd name="connsiteX64" fmla="*/ 417003 w 1668851"/>
              <a:gd name="connsiteY64" fmla="*/ 1659616 h 1872000"/>
              <a:gd name="connsiteX65" fmla="*/ 93973 w 1668851"/>
              <a:gd name="connsiteY65" fmla="*/ 1473256 h 1872000"/>
              <a:gd name="connsiteX66" fmla="*/ 83904 w 1668851"/>
              <a:gd name="connsiteY66" fmla="*/ 1465701 h 1872000"/>
              <a:gd name="connsiteX67" fmla="*/ 72997 w 1668851"/>
              <a:gd name="connsiteY67" fmla="*/ 1458145 h 1872000"/>
              <a:gd name="connsiteX68" fmla="*/ 62928 w 1668851"/>
              <a:gd name="connsiteY68" fmla="*/ 1451430 h 1872000"/>
              <a:gd name="connsiteX69" fmla="*/ 54538 w 1668851"/>
              <a:gd name="connsiteY69" fmla="*/ 1443035 h 1872000"/>
              <a:gd name="connsiteX70" fmla="*/ 46147 w 1668851"/>
              <a:gd name="connsiteY70" fmla="*/ 1432962 h 1872000"/>
              <a:gd name="connsiteX71" fmla="*/ 37757 w 1668851"/>
              <a:gd name="connsiteY71" fmla="*/ 1424567 h 1872000"/>
              <a:gd name="connsiteX72" fmla="*/ 30206 w 1668851"/>
              <a:gd name="connsiteY72" fmla="*/ 1415333 h 1872000"/>
              <a:gd name="connsiteX73" fmla="*/ 24332 w 1668851"/>
              <a:gd name="connsiteY73" fmla="*/ 1404420 h 1872000"/>
              <a:gd name="connsiteX74" fmla="*/ 18459 w 1668851"/>
              <a:gd name="connsiteY74" fmla="*/ 1393507 h 1872000"/>
              <a:gd name="connsiteX75" fmla="*/ 13425 w 1668851"/>
              <a:gd name="connsiteY75" fmla="*/ 1382594 h 1872000"/>
              <a:gd name="connsiteX76" fmla="*/ 10069 w 1668851"/>
              <a:gd name="connsiteY76" fmla="*/ 1371681 h 1872000"/>
              <a:gd name="connsiteX77" fmla="*/ 5873 w 1668851"/>
              <a:gd name="connsiteY77" fmla="*/ 1359089 h 1872000"/>
              <a:gd name="connsiteX78" fmla="*/ 3356 w 1668851"/>
              <a:gd name="connsiteY78" fmla="*/ 1347337 h 1872000"/>
              <a:gd name="connsiteX79" fmla="*/ 1678 w 1668851"/>
              <a:gd name="connsiteY79" fmla="*/ 1335584 h 1872000"/>
              <a:gd name="connsiteX80" fmla="*/ 0 w 1668851"/>
              <a:gd name="connsiteY80" fmla="*/ 1322153 h 1872000"/>
              <a:gd name="connsiteX81" fmla="*/ 0 w 1668851"/>
              <a:gd name="connsiteY81" fmla="*/ 1309561 h 1872000"/>
              <a:gd name="connsiteX82" fmla="*/ 0 w 1668851"/>
              <a:gd name="connsiteY82" fmla="*/ 936000 h 1872000"/>
              <a:gd name="connsiteX83" fmla="*/ 0 w 1668851"/>
              <a:gd name="connsiteY83" fmla="*/ 562440 h 1872000"/>
              <a:gd name="connsiteX84" fmla="*/ 0 w 1668851"/>
              <a:gd name="connsiteY84" fmla="*/ 550687 h 1872000"/>
              <a:gd name="connsiteX85" fmla="*/ 1678 w 1668851"/>
              <a:gd name="connsiteY85" fmla="*/ 537256 h 1872000"/>
              <a:gd name="connsiteX86" fmla="*/ 3356 w 1668851"/>
              <a:gd name="connsiteY86" fmla="*/ 524664 h 1872000"/>
              <a:gd name="connsiteX87" fmla="*/ 5873 w 1668851"/>
              <a:gd name="connsiteY87" fmla="*/ 512911 h 1872000"/>
              <a:gd name="connsiteX88" fmla="*/ 10069 w 1668851"/>
              <a:gd name="connsiteY88" fmla="*/ 500319 h 1872000"/>
              <a:gd name="connsiteX89" fmla="*/ 13425 w 1668851"/>
              <a:gd name="connsiteY89" fmla="*/ 489406 h 1872000"/>
              <a:gd name="connsiteX90" fmla="*/ 18459 w 1668851"/>
              <a:gd name="connsiteY90" fmla="*/ 479333 h 1872000"/>
              <a:gd name="connsiteX91" fmla="*/ 24332 w 1668851"/>
              <a:gd name="connsiteY91" fmla="*/ 468420 h 1872000"/>
              <a:gd name="connsiteX92" fmla="*/ 30206 w 1668851"/>
              <a:gd name="connsiteY92" fmla="*/ 458346 h 1872000"/>
              <a:gd name="connsiteX93" fmla="*/ 37757 w 1668851"/>
              <a:gd name="connsiteY93" fmla="*/ 447433 h 1872000"/>
              <a:gd name="connsiteX94" fmla="*/ 46147 w 1668851"/>
              <a:gd name="connsiteY94" fmla="*/ 439039 h 1872000"/>
              <a:gd name="connsiteX95" fmla="*/ 54538 w 1668851"/>
              <a:gd name="connsiteY95" fmla="*/ 428965 h 1872000"/>
              <a:gd name="connsiteX96" fmla="*/ 62928 w 1668851"/>
              <a:gd name="connsiteY96" fmla="*/ 420571 h 1872000"/>
              <a:gd name="connsiteX97" fmla="*/ 72997 w 1668851"/>
              <a:gd name="connsiteY97" fmla="*/ 413855 h 1872000"/>
              <a:gd name="connsiteX98" fmla="*/ 83904 w 1668851"/>
              <a:gd name="connsiteY98" fmla="*/ 406300 h 1872000"/>
              <a:gd name="connsiteX99" fmla="*/ 93973 w 1668851"/>
              <a:gd name="connsiteY99" fmla="*/ 398745 h 1872000"/>
              <a:gd name="connsiteX100" fmla="*/ 417003 w 1668851"/>
              <a:gd name="connsiteY100" fmla="*/ 213223 h 1872000"/>
              <a:gd name="connsiteX101" fmla="*/ 740873 w 1668851"/>
              <a:gd name="connsiteY101" fmla="*/ 25184 h 1872000"/>
              <a:gd name="connsiteX102" fmla="*/ 751780 w 1668851"/>
              <a:gd name="connsiteY102" fmla="*/ 19308 h 1872000"/>
              <a:gd name="connsiteX103" fmla="*/ 762688 w 1668851"/>
              <a:gd name="connsiteY103" fmla="*/ 14271 h 1872000"/>
              <a:gd name="connsiteX104" fmla="*/ 774434 w 1668851"/>
              <a:gd name="connsiteY104" fmla="*/ 10074 h 1872000"/>
              <a:gd name="connsiteX105" fmla="*/ 787020 w 1668851"/>
              <a:gd name="connsiteY105" fmla="*/ 5876 h 1872000"/>
              <a:gd name="connsiteX106" fmla="*/ 798767 w 1668851"/>
              <a:gd name="connsiteY106" fmla="*/ 3358 h 1872000"/>
              <a:gd name="connsiteX107" fmla="*/ 810513 w 1668851"/>
              <a:gd name="connsiteY107" fmla="*/ 840 h 187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</a:cxnLst>
            <a:rect l="l" t="t" r="r" b="b"/>
            <a:pathLst>
              <a:path w="1668851" h="1872000">
                <a:moveTo>
                  <a:pt x="823099" y="0"/>
                </a:moveTo>
                <a:lnTo>
                  <a:pt x="834845" y="0"/>
                </a:lnTo>
                <a:lnTo>
                  <a:pt x="847431" y="0"/>
                </a:lnTo>
                <a:lnTo>
                  <a:pt x="859177" y="840"/>
                </a:lnTo>
                <a:lnTo>
                  <a:pt x="870085" y="3358"/>
                </a:lnTo>
                <a:lnTo>
                  <a:pt x="881831" y="5876"/>
                </a:lnTo>
                <a:lnTo>
                  <a:pt x="894417" y="10074"/>
                </a:lnTo>
                <a:lnTo>
                  <a:pt x="906164" y="14271"/>
                </a:lnTo>
                <a:lnTo>
                  <a:pt x="917071" y="19308"/>
                </a:lnTo>
                <a:lnTo>
                  <a:pt x="929657" y="25184"/>
                </a:lnTo>
                <a:lnTo>
                  <a:pt x="1251848" y="213223"/>
                </a:lnTo>
                <a:lnTo>
                  <a:pt x="1574040" y="398745"/>
                </a:lnTo>
                <a:lnTo>
                  <a:pt x="1584947" y="406300"/>
                </a:lnTo>
                <a:lnTo>
                  <a:pt x="1595855" y="413855"/>
                </a:lnTo>
                <a:lnTo>
                  <a:pt x="1605923" y="420571"/>
                </a:lnTo>
                <a:lnTo>
                  <a:pt x="1615153" y="428965"/>
                </a:lnTo>
                <a:lnTo>
                  <a:pt x="1622704" y="439039"/>
                </a:lnTo>
                <a:lnTo>
                  <a:pt x="1631094" y="447433"/>
                </a:lnTo>
                <a:lnTo>
                  <a:pt x="1638646" y="458346"/>
                </a:lnTo>
                <a:lnTo>
                  <a:pt x="1644519" y="468420"/>
                </a:lnTo>
                <a:lnTo>
                  <a:pt x="1650392" y="479333"/>
                </a:lnTo>
                <a:lnTo>
                  <a:pt x="1655427" y="489406"/>
                </a:lnTo>
                <a:lnTo>
                  <a:pt x="1658783" y="500319"/>
                </a:lnTo>
                <a:lnTo>
                  <a:pt x="1662978" y="512911"/>
                </a:lnTo>
                <a:lnTo>
                  <a:pt x="1664656" y="524664"/>
                </a:lnTo>
                <a:lnTo>
                  <a:pt x="1667173" y="537256"/>
                </a:lnTo>
                <a:lnTo>
                  <a:pt x="1668851" y="550687"/>
                </a:lnTo>
                <a:lnTo>
                  <a:pt x="1668851" y="562440"/>
                </a:lnTo>
                <a:lnTo>
                  <a:pt x="1668851" y="936000"/>
                </a:lnTo>
                <a:lnTo>
                  <a:pt x="1668851" y="1309561"/>
                </a:lnTo>
                <a:lnTo>
                  <a:pt x="1668851" y="1322153"/>
                </a:lnTo>
                <a:lnTo>
                  <a:pt x="1667173" y="1335584"/>
                </a:lnTo>
                <a:lnTo>
                  <a:pt x="1664656" y="1347337"/>
                </a:lnTo>
                <a:lnTo>
                  <a:pt x="1662978" y="1359089"/>
                </a:lnTo>
                <a:lnTo>
                  <a:pt x="1658783" y="1371681"/>
                </a:lnTo>
                <a:lnTo>
                  <a:pt x="1655427" y="1382594"/>
                </a:lnTo>
                <a:lnTo>
                  <a:pt x="1650392" y="1393507"/>
                </a:lnTo>
                <a:lnTo>
                  <a:pt x="1644519" y="1404420"/>
                </a:lnTo>
                <a:lnTo>
                  <a:pt x="1638646" y="1415333"/>
                </a:lnTo>
                <a:lnTo>
                  <a:pt x="1631094" y="1424567"/>
                </a:lnTo>
                <a:lnTo>
                  <a:pt x="1622704" y="1432962"/>
                </a:lnTo>
                <a:lnTo>
                  <a:pt x="1615153" y="1443035"/>
                </a:lnTo>
                <a:lnTo>
                  <a:pt x="1605923" y="1451430"/>
                </a:lnTo>
                <a:lnTo>
                  <a:pt x="1595855" y="1458145"/>
                </a:lnTo>
                <a:lnTo>
                  <a:pt x="1584947" y="1465701"/>
                </a:lnTo>
                <a:lnTo>
                  <a:pt x="1574040" y="1473256"/>
                </a:lnTo>
                <a:lnTo>
                  <a:pt x="1251848" y="1659616"/>
                </a:lnTo>
                <a:lnTo>
                  <a:pt x="929657" y="1846816"/>
                </a:lnTo>
                <a:lnTo>
                  <a:pt x="917071" y="1852693"/>
                </a:lnTo>
                <a:lnTo>
                  <a:pt x="906164" y="1857729"/>
                </a:lnTo>
                <a:lnTo>
                  <a:pt x="894417" y="1862766"/>
                </a:lnTo>
                <a:lnTo>
                  <a:pt x="881831" y="1866124"/>
                </a:lnTo>
                <a:lnTo>
                  <a:pt x="870085" y="1868642"/>
                </a:lnTo>
                <a:lnTo>
                  <a:pt x="859177" y="1871161"/>
                </a:lnTo>
                <a:lnTo>
                  <a:pt x="847431" y="1872000"/>
                </a:lnTo>
                <a:lnTo>
                  <a:pt x="834845" y="1872000"/>
                </a:lnTo>
                <a:lnTo>
                  <a:pt x="823099" y="1872000"/>
                </a:lnTo>
                <a:lnTo>
                  <a:pt x="810513" y="1871161"/>
                </a:lnTo>
                <a:lnTo>
                  <a:pt x="798767" y="1868642"/>
                </a:lnTo>
                <a:lnTo>
                  <a:pt x="787020" y="1866124"/>
                </a:lnTo>
                <a:lnTo>
                  <a:pt x="774434" y="1862766"/>
                </a:lnTo>
                <a:lnTo>
                  <a:pt x="762688" y="1857729"/>
                </a:lnTo>
                <a:lnTo>
                  <a:pt x="751780" y="1852693"/>
                </a:lnTo>
                <a:lnTo>
                  <a:pt x="740873" y="1846816"/>
                </a:lnTo>
                <a:lnTo>
                  <a:pt x="417003" y="1659616"/>
                </a:lnTo>
                <a:lnTo>
                  <a:pt x="93973" y="1473256"/>
                </a:lnTo>
                <a:lnTo>
                  <a:pt x="83904" y="1465701"/>
                </a:lnTo>
                <a:lnTo>
                  <a:pt x="72997" y="1458145"/>
                </a:lnTo>
                <a:lnTo>
                  <a:pt x="62928" y="1451430"/>
                </a:lnTo>
                <a:lnTo>
                  <a:pt x="54538" y="1443035"/>
                </a:lnTo>
                <a:lnTo>
                  <a:pt x="46147" y="1432962"/>
                </a:lnTo>
                <a:lnTo>
                  <a:pt x="37757" y="1424567"/>
                </a:lnTo>
                <a:lnTo>
                  <a:pt x="30206" y="1415333"/>
                </a:lnTo>
                <a:lnTo>
                  <a:pt x="24332" y="1404420"/>
                </a:lnTo>
                <a:lnTo>
                  <a:pt x="18459" y="1393507"/>
                </a:lnTo>
                <a:lnTo>
                  <a:pt x="13425" y="1382594"/>
                </a:lnTo>
                <a:lnTo>
                  <a:pt x="10069" y="1371681"/>
                </a:lnTo>
                <a:lnTo>
                  <a:pt x="5873" y="1359089"/>
                </a:lnTo>
                <a:lnTo>
                  <a:pt x="3356" y="1347337"/>
                </a:lnTo>
                <a:lnTo>
                  <a:pt x="1678" y="1335584"/>
                </a:lnTo>
                <a:lnTo>
                  <a:pt x="0" y="1322153"/>
                </a:lnTo>
                <a:lnTo>
                  <a:pt x="0" y="1309561"/>
                </a:lnTo>
                <a:lnTo>
                  <a:pt x="0" y="936000"/>
                </a:lnTo>
                <a:lnTo>
                  <a:pt x="0" y="562440"/>
                </a:lnTo>
                <a:lnTo>
                  <a:pt x="0" y="550687"/>
                </a:lnTo>
                <a:lnTo>
                  <a:pt x="1678" y="537256"/>
                </a:lnTo>
                <a:lnTo>
                  <a:pt x="3356" y="524664"/>
                </a:lnTo>
                <a:lnTo>
                  <a:pt x="5873" y="512911"/>
                </a:lnTo>
                <a:lnTo>
                  <a:pt x="10069" y="500319"/>
                </a:lnTo>
                <a:lnTo>
                  <a:pt x="13425" y="489406"/>
                </a:lnTo>
                <a:lnTo>
                  <a:pt x="18459" y="479333"/>
                </a:lnTo>
                <a:lnTo>
                  <a:pt x="24332" y="468420"/>
                </a:lnTo>
                <a:lnTo>
                  <a:pt x="30206" y="458346"/>
                </a:lnTo>
                <a:lnTo>
                  <a:pt x="37757" y="447433"/>
                </a:lnTo>
                <a:lnTo>
                  <a:pt x="46147" y="439039"/>
                </a:lnTo>
                <a:lnTo>
                  <a:pt x="54538" y="428965"/>
                </a:lnTo>
                <a:lnTo>
                  <a:pt x="62928" y="420571"/>
                </a:lnTo>
                <a:lnTo>
                  <a:pt x="72997" y="413855"/>
                </a:lnTo>
                <a:lnTo>
                  <a:pt x="83904" y="406300"/>
                </a:lnTo>
                <a:lnTo>
                  <a:pt x="93973" y="398745"/>
                </a:lnTo>
                <a:lnTo>
                  <a:pt x="417003" y="213223"/>
                </a:lnTo>
                <a:lnTo>
                  <a:pt x="740873" y="25184"/>
                </a:lnTo>
                <a:lnTo>
                  <a:pt x="751780" y="19308"/>
                </a:lnTo>
                <a:lnTo>
                  <a:pt x="762688" y="14271"/>
                </a:lnTo>
                <a:lnTo>
                  <a:pt x="774434" y="10074"/>
                </a:lnTo>
                <a:lnTo>
                  <a:pt x="787020" y="5876"/>
                </a:lnTo>
                <a:lnTo>
                  <a:pt x="798767" y="3358"/>
                </a:lnTo>
                <a:lnTo>
                  <a:pt x="810513" y="840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bg1"/>
            </a:bgClr>
          </a:pattFill>
          <a:effectLst>
            <a:innerShdw blurRad="177800">
              <a:prstClr val="black"/>
            </a:innerShdw>
          </a:effectLst>
        </p:spPr>
        <p:txBody>
          <a:bodyPr wrap="square">
            <a:noAutofit/>
          </a:bodyPr>
          <a:lstStyle>
            <a:lvl1pPr>
              <a:defRPr sz="1400"/>
            </a:lvl1pPr>
          </a:lstStyle>
          <a:p>
            <a:endParaRPr lang="pt-BR"/>
          </a:p>
        </p:txBody>
      </p:sp>
      <p:sp>
        <p:nvSpPr>
          <p:cNvPr id="5" name="Espaço Reservado para Imagem 4">
            <a:extLst>
              <a:ext uri="{FF2B5EF4-FFF2-40B4-BE49-F238E27FC236}">
                <a16:creationId xmlns:a16="http://schemas.microsoft.com/office/drawing/2014/main" id="{CE70AF0F-5025-4C43-90CE-17AC1F4996E3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283276" y="1398499"/>
            <a:ext cx="1668851" cy="1872000"/>
          </a:xfrm>
          <a:custGeom>
            <a:avLst/>
            <a:gdLst>
              <a:gd name="connsiteX0" fmla="*/ 823099 w 1668851"/>
              <a:gd name="connsiteY0" fmla="*/ 0 h 1872000"/>
              <a:gd name="connsiteX1" fmla="*/ 834845 w 1668851"/>
              <a:gd name="connsiteY1" fmla="*/ 0 h 1872000"/>
              <a:gd name="connsiteX2" fmla="*/ 847431 w 1668851"/>
              <a:gd name="connsiteY2" fmla="*/ 0 h 1872000"/>
              <a:gd name="connsiteX3" fmla="*/ 859177 w 1668851"/>
              <a:gd name="connsiteY3" fmla="*/ 840 h 1872000"/>
              <a:gd name="connsiteX4" fmla="*/ 870085 w 1668851"/>
              <a:gd name="connsiteY4" fmla="*/ 3358 h 1872000"/>
              <a:gd name="connsiteX5" fmla="*/ 881831 w 1668851"/>
              <a:gd name="connsiteY5" fmla="*/ 5876 h 1872000"/>
              <a:gd name="connsiteX6" fmla="*/ 894417 w 1668851"/>
              <a:gd name="connsiteY6" fmla="*/ 10074 h 1872000"/>
              <a:gd name="connsiteX7" fmla="*/ 906164 w 1668851"/>
              <a:gd name="connsiteY7" fmla="*/ 14271 h 1872000"/>
              <a:gd name="connsiteX8" fmla="*/ 917071 w 1668851"/>
              <a:gd name="connsiteY8" fmla="*/ 19308 h 1872000"/>
              <a:gd name="connsiteX9" fmla="*/ 929657 w 1668851"/>
              <a:gd name="connsiteY9" fmla="*/ 25184 h 1872000"/>
              <a:gd name="connsiteX10" fmla="*/ 1251848 w 1668851"/>
              <a:gd name="connsiteY10" fmla="*/ 213223 h 1872000"/>
              <a:gd name="connsiteX11" fmla="*/ 1574040 w 1668851"/>
              <a:gd name="connsiteY11" fmla="*/ 398745 h 1872000"/>
              <a:gd name="connsiteX12" fmla="*/ 1584947 w 1668851"/>
              <a:gd name="connsiteY12" fmla="*/ 406300 h 1872000"/>
              <a:gd name="connsiteX13" fmla="*/ 1595855 w 1668851"/>
              <a:gd name="connsiteY13" fmla="*/ 413855 h 1872000"/>
              <a:gd name="connsiteX14" fmla="*/ 1605923 w 1668851"/>
              <a:gd name="connsiteY14" fmla="*/ 420571 h 1872000"/>
              <a:gd name="connsiteX15" fmla="*/ 1615153 w 1668851"/>
              <a:gd name="connsiteY15" fmla="*/ 428965 h 1872000"/>
              <a:gd name="connsiteX16" fmla="*/ 1622704 w 1668851"/>
              <a:gd name="connsiteY16" fmla="*/ 439039 h 1872000"/>
              <a:gd name="connsiteX17" fmla="*/ 1631094 w 1668851"/>
              <a:gd name="connsiteY17" fmla="*/ 447433 h 1872000"/>
              <a:gd name="connsiteX18" fmla="*/ 1638646 w 1668851"/>
              <a:gd name="connsiteY18" fmla="*/ 458346 h 1872000"/>
              <a:gd name="connsiteX19" fmla="*/ 1644519 w 1668851"/>
              <a:gd name="connsiteY19" fmla="*/ 468420 h 1872000"/>
              <a:gd name="connsiteX20" fmla="*/ 1650392 w 1668851"/>
              <a:gd name="connsiteY20" fmla="*/ 479333 h 1872000"/>
              <a:gd name="connsiteX21" fmla="*/ 1655427 w 1668851"/>
              <a:gd name="connsiteY21" fmla="*/ 489406 h 1872000"/>
              <a:gd name="connsiteX22" fmla="*/ 1658783 w 1668851"/>
              <a:gd name="connsiteY22" fmla="*/ 500319 h 1872000"/>
              <a:gd name="connsiteX23" fmla="*/ 1662978 w 1668851"/>
              <a:gd name="connsiteY23" fmla="*/ 512911 h 1872000"/>
              <a:gd name="connsiteX24" fmla="*/ 1664656 w 1668851"/>
              <a:gd name="connsiteY24" fmla="*/ 524664 h 1872000"/>
              <a:gd name="connsiteX25" fmla="*/ 1667173 w 1668851"/>
              <a:gd name="connsiteY25" fmla="*/ 537256 h 1872000"/>
              <a:gd name="connsiteX26" fmla="*/ 1668851 w 1668851"/>
              <a:gd name="connsiteY26" fmla="*/ 550687 h 1872000"/>
              <a:gd name="connsiteX27" fmla="*/ 1668851 w 1668851"/>
              <a:gd name="connsiteY27" fmla="*/ 562440 h 1872000"/>
              <a:gd name="connsiteX28" fmla="*/ 1668851 w 1668851"/>
              <a:gd name="connsiteY28" fmla="*/ 936000 h 1872000"/>
              <a:gd name="connsiteX29" fmla="*/ 1668851 w 1668851"/>
              <a:gd name="connsiteY29" fmla="*/ 1309561 h 1872000"/>
              <a:gd name="connsiteX30" fmla="*/ 1668851 w 1668851"/>
              <a:gd name="connsiteY30" fmla="*/ 1322153 h 1872000"/>
              <a:gd name="connsiteX31" fmla="*/ 1667173 w 1668851"/>
              <a:gd name="connsiteY31" fmla="*/ 1335584 h 1872000"/>
              <a:gd name="connsiteX32" fmla="*/ 1664656 w 1668851"/>
              <a:gd name="connsiteY32" fmla="*/ 1347337 h 1872000"/>
              <a:gd name="connsiteX33" fmla="*/ 1662978 w 1668851"/>
              <a:gd name="connsiteY33" fmla="*/ 1359089 h 1872000"/>
              <a:gd name="connsiteX34" fmla="*/ 1658783 w 1668851"/>
              <a:gd name="connsiteY34" fmla="*/ 1371681 h 1872000"/>
              <a:gd name="connsiteX35" fmla="*/ 1655427 w 1668851"/>
              <a:gd name="connsiteY35" fmla="*/ 1382594 h 1872000"/>
              <a:gd name="connsiteX36" fmla="*/ 1650392 w 1668851"/>
              <a:gd name="connsiteY36" fmla="*/ 1393507 h 1872000"/>
              <a:gd name="connsiteX37" fmla="*/ 1644519 w 1668851"/>
              <a:gd name="connsiteY37" fmla="*/ 1404420 h 1872000"/>
              <a:gd name="connsiteX38" fmla="*/ 1638646 w 1668851"/>
              <a:gd name="connsiteY38" fmla="*/ 1415333 h 1872000"/>
              <a:gd name="connsiteX39" fmla="*/ 1631094 w 1668851"/>
              <a:gd name="connsiteY39" fmla="*/ 1424567 h 1872000"/>
              <a:gd name="connsiteX40" fmla="*/ 1622704 w 1668851"/>
              <a:gd name="connsiteY40" fmla="*/ 1432962 h 1872000"/>
              <a:gd name="connsiteX41" fmla="*/ 1615153 w 1668851"/>
              <a:gd name="connsiteY41" fmla="*/ 1443035 h 1872000"/>
              <a:gd name="connsiteX42" fmla="*/ 1605923 w 1668851"/>
              <a:gd name="connsiteY42" fmla="*/ 1451430 h 1872000"/>
              <a:gd name="connsiteX43" fmla="*/ 1595855 w 1668851"/>
              <a:gd name="connsiteY43" fmla="*/ 1458145 h 1872000"/>
              <a:gd name="connsiteX44" fmla="*/ 1584947 w 1668851"/>
              <a:gd name="connsiteY44" fmla="*/ 1465701 h 1872000"/>
              <a:gd name="connsiteX45" fmla="*/ 1574040 w 1668851"/>
              <a:gd name="connsiteY45" fmla="*/ 1473256 h 1872000"/>
              <a:gd name="connsiteX46" fmla="*/ 1251848 w 1668851"/>
              <a:gd name="connsiteY46" fmla="*/ 1659616 h 1872000"/>
              <a:gd name="connsiteX47" fmla="*/ 929657 w 1668851"/>
              <a:gd name="connsiteY47" fmla="*/ 1846816 h 1872000"/>
              <a:gd name="connsiteX48" fmla="*/ 917071 w 1668851"/>
              <a:gd name="connsiteY48" fmla="*/ 1852693 h 1872000"/>
              <a:gd name="connsiteX49" fmla="*/ 906164 w 1668851"/>
              <a:gd name="connsiteY49" fmla="*/ 1857729 h 1872000"/>
              <a:gd name="connsiteX50" fmla="*/ 894417 w 1668851"/>
              <a:gd name="connsiteY50" fmla="*/ 1862766 h 1872000"/>
              <a:gd name="connsiteX51" fmla="*/ 881831 w 1668851"/>
              <a:gd name="connsiteY51" fmla="*/ 1866124 h 1872000"/>
              <a:gd name="connsiteX52" fmla="*/ 870085 w 1668851"/>
              <a:gd name="connsiteY52" fmla="*/ 1868642 h 1872000"/>
              <a:gd name="connsiteX53" fmla="*/ 859177 w 1668851"/>
              <a:gd name="connsiteY53" fmla="*/ 1871161 h 1872000"/>
              <a:gd name="connsiteX54" fmla="*/ 847431 w 1668851"/>
              <a:gd name="connsiteY54" fmla="*/ 1872000 h 1872000"/>
              <a:gd name="connsiteX55" fmla="*/ 834845 w 1668851"/>
              <a:gd name="connsiteY55" fmla="*/ 1872000 h 1872000"/>
              <a:gd name="connsiteX56" fmla="*/ 823099 w 1668851"/>
              <a:gd name="connsiteY56" fmla="*/ 1872000 h 1872000"/>
              <a:gd name="connsiteX57" fmla="*/ 810513 w 1668851"/>
              <a:gd name="connsiteY57" fmla="*/ 1871161 h 1872000"/>
              <a:gd name="connsiteX58" fmla="*/ 798767 w 1668851"/>
              <a:gd name="connsiteY58" fmla="*/ 1868642 h 1872000"/>
              <a:gd name="connsiteX59" fmla="*/ 787020 w 1668851"/>
              <a:gd name="connsiteY59" fmla="*/ 1866124 h 1872000"/>
              <a:gd name="connsiteX60" fmla="*/ 774434 w 1668851"/>
              <a:gd name="connsiteY60" fmla="*/ 1862766 h 1872000"/>
              <a:gd name="connsiteX61" fmla="*/ 762688 w 1668851"/>
              <a:gd name="connsiteY61" fmla="*/ 1857729 h 1872000"/>
              <a:gd name="connsiteX62" fmla="*/ 751780 w 1668851"/>
              <a:gd name="connsiteY62" fmla="*/ 1852693 h 1872000"/>
              <a:gd name="connsiteX63" fmla="*/ 740873 w 1668851"/>
              <a:gd name="connsiteY63" fmla="*/ 1846816 h 1872000"/>
              <a:gd name="connsiteX64" fmla="*/ 417003 w 1668851"/>
              <a:gd name="connsiteY64" fmla="*/ 1659616 h 1872000"/>
              <a:gd name="connsiteX65" fmla="*/ 93973 w 1668851"/>
              <a:gd name="connsiteY65" fmla="*/ 1473256 h 1872000"/>
              <a:gd name="connsiteX66" fmla="*/ 83904 w 1668851"/>
              <a:gd name="connsiteY66" fmla="*/ 1465701 h 1872000"/>
              <a:gd name="connsiteX67" fmla="*/ 72997 w 1668851"/>
              <a:gd name="connsiteY67" fmla="*/ 1458145 h 1872000"/>
              <a:gd name="connsiteX68" fmla="*/ 62928 w 1668851"/>
              <a:gd name="connsiteY68" fmla="*/ 1451430 h 1872000"/>
              <a:gd name="connsiteX69" fmla="*/ 54538 w 1668851"/>
              <a:gd name="connsiteY69" fmla="*/ 1443035 h 1872000"/>
              <a:gd name="connsiteX70" fmla="*/ 46147 w 1668851"/>
              <a:gd name="connsiteY70" fmla="*/ 1432962 h 1872000"/>
              <a:gd name="connsiteX71" fmla="*/ 37757 w 1668851"/>
              <a:gd name="connsiteY71" fmla="*/ 1424567 h 1872000"/>
              <a:gd name="connsiteX72" fmla="*/ 30206 w 1668851"/>
              <a:gd name="connsiteY72" fmla="*/ 1415333 h 1872000"/>
              <a:gd name="connsiteX73" fmla="*/ 24332 w 1668851"/>
              <a:gd name="connsiteY73" fmla="*/ 1404420 h 1872000"/>
              <a:gd name="connsiteX74" fmla="*/ 18459 w 1668851"/>
              <a:gd name="connsiteY74" fmla="*/ 1393507 h 1872000"/>
              <a:gd name="connsiteX75" fmla="*/ 13425 w 1668851"/>
              <a:gd name="connsiteY75" fmla="*/ 1382594 h 1872000"/>
              <a:gd name="connsiteX76" fmla="*/ 10069 w 1668851"/>
              <a:gd name="connsiteY76" fmla="*/ 1371681 h 1872000"/>
              <a:gd name="connsiteX77" fmla="*/ 5873 w 1668851"/>
              <a:gd name="connsiteY77" fmla="*/ 1359089 h 1872000"/>
              <a:gd name="connsiteX78" fmla="*/ 3356 w 1668851"/>
              <a:gd name="connsiteY78" fmla="*/ 1347337 h 1872000"/>
              <a:gd name="connsiteX79" fmla="*/ 1678 w 1668851"/>
              <a:gd name="connsiteY79" fmla="*/ 1335584 h 1872000"/>
              <a:gd name="connsiteX80" fmla="*/ 0 w 1668851"/>
              <a:gd name="connsiteY80" fmla="*/ 1322153 h 1872000"/>
              <a:gd name="connsiteX81" fmla="*/ 0 w 1668851"/>
              <a:gd name="connsiteY81" fmla="*/ 1309561 h 1872000"/>
              <a:gd name="connsiteX82" fmla="*/ 0 w 1668851"/>
              <a:gd name="connsiteY82" fmla="*/ 936000 h 1872000"/>
              <a:gd name="connsiteX83" fmla="*/ 0 w 1668851"/>
              <a:gd name="connsiteY83" fmla="*/ 562440 h 1872000"/>
              <a:gd name="connsiteX84" fmla="*/ 0 w 1668851"/>
              <a:gd name="connsiteY84" fmla="*/ 550687 h 1872000"/>
              <a:gd name="connsiteX85" fmla="*/ 1678 w 1668851"/>
              <a:gd name="connsiteY85" fmla="*/ 537256 h 1872000"/>
              <a:gd name="connsiteX86" fmla="*/ 3356 w 1668851"/>
              <a:gd name="connsiteY86" fmla="*/ 524664 h 1872000"/>
              <a:gd name="connsiteX87" fmla="*/ 5873 w 1668851"/>
              <a:gd name="connsiteY87" fmla="*/ 512911 h 1872000"/>
              <a:gd name="connsiteX88" fmla="*/ 10069 w 1668851"/>
              <a:gd name="connsiteY88" fmla="*/ 500319 h 1872000"/>
              <a:gd name="connsiteX89" fmla="*/ 13425 w 1668851"/>
              <a:gd name="connsiteY89" fmla="*/ 489406 h 1872000"/>
              <a:gd name="connsiteX90" fmla="*/ 18459 w 1668851"/>
              <a:gd name="connsiteY90" fmla="*/ 479333 h 1872000"/>
              <a:gd name="connsiteX91" fmla="*/ 24332 w 1668851"/>
              <a:gd name="connsiteY91" fmla="*/ 468420 h 1872000"/>
              <a:gd name="connsiteX92" fmla="*/ 30206 w 1668851"/>
              <a:gd name="connsiteY92" fmla="*/ 458346 h 1872000"/>
              <a:gd name="connsiteX93" fmla="*/ 37757 w 1668851"/>
              <a:gd name="connsiteY93" fmla="*/ 447433 h 1872000"/>
              <a:gd name="connsiteX94" fmla="*/ 46147 w 1668851"/>
              <a:gd name="connsiteY94" fmla="*/ 439039 h 1872000"/>
              <a:gd name="connsiteX95" fmla="*/ 54538 w 1668851"/>
              <a:gd name="connsiteY95" fmla="*/ 428965 h 1872000"/>
              <a:gd name="connsiteX96" fmla="*/ 62928 w 1668851"/>
              <a:gd name="connsiteY96" fmla="*/ 420571 h 1872000"/>
              <a:gd name="connsiteX97" fmla="*/ 72997 w 1668851"/>
              <a:gd name="connsiteY97" fmla="*/ 413855 h 1872000"/>
              <a:gd name="connsiteX98" fmla="*/ 83904 w 1668851"/>
              <a:gd name="connsiteY98" fmla="*/ 406300 h 1872000"/>
              <a:gd name="connsiteX99" fmla="*/ 93973 w 1668851"/>
              <a:gd name="connsiteY99" fmla="*/ 398745 h 1872000"/>
              <a:gd name="connsiteX100" fmla="*/ 417003 w 1668851"/>
              <a:gd name="connsiteY100" fmla="*/ 213223 h 1872000"/>
              <a:gd name="connsiteX101" fmla="*/ 740873 w 1668851"/>
              <a:gd name="connsiteY101" fmla="*/ 25184 h 1872000"/>
              <a:gd name="connsiteX102" fmla="*/ 751780 w 1668851"/>
              <a:gd name="connsiteY102" fmla="*/ 19308 h 1872000"/>
              <a:gd name="connsiteX103" fmla="*/ 762688 w 1668851"/>
              <a:gd name="connsiteY103" fmla="*/ 14271 h 1872000"/>
              <a:gd name="connsiteX104" fmla="*/ 774434 w 1668851"/>
              <a:gd name="connsiteY104" fmla="*/ 10074 h 1872000"/>
              <a:gd name="connsiteX105" fmla="*/ 787020 w 1668851"/>
              <a:gd name="connsiteY105" fmla="*/ 5876 h 1872000"/>
              <a:gd name="connsiteX106" fmla="*/ 798767 w 1668851"/>
              <a:gd name="connsiteY106" fmla="*/ 3358 h 1872000"/>
              <a:gd name="connsiteX107" fmla="*/ 810513 w 1668851"/>
              <a:gd name="connsiteY107" fmla="*/ 840 h 187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</a:cxnLst>
            <a:rect l="l" t="t" r="r" b="b"/>
            <a:pathLst>
              <a:path w="1668851" h="1872000">
                <a:moveTo>
                  <a:pt x="823099" y="0"/>
                </a:moveTo>
                <a:lnTo>
                  <a:pt x="834845" y="0"/>
                </a:lnTo>
                <a:lnTo>
                  <a:pt x="847431" y="0"/>
                </a:lnTo>
                <a:lnTo>
                  <a:pt x="859177" y="840"/>
                </a:lnTo>
                <a:lnTo>
                  <a:pt x="870085" y="3358"/>
                </a:lnTo>
                <a:lnTo>
                  <a:pt x="881831" y="5876"/>
                </a:lnTo>
                <a:lnTo>
                  <a:pt x="894417" y="10074"/>
                </a:lnTo>
                <a:lnTo>
                  <a:pt x="906164" y="14271"/>
                </a:lnTo>
                <a:lnTo>
                  <a:pt x="917071" y="19308"/>
                </a:lnTo>
                <a:lnTo>
                  <a:pt x="929657" y="25184"/>
                </a:lnTo>
                <a:lnTo>
                  <a:pt x="1251848" y="213223"/>
                </a:lnTo>
                <a:lnTo>
                  <a:pt x="1574040" y="398745"/>
                </a:lnTo>
                <a:lnTo>
                  <a:pt x="1584947" y="406300"/>
                </a:lnTo>
                <a:lnTo>
                  <a:pt x="1595855" y="413855"/>
                </a:lnTo>
                <a:lnTo>
                  <a:pt x="1605923" y="420571"/>
                </a:lnTo>
                <a:lnTo>
                  <a:pt x="1615153" y="428965"/>
                </a:lnTo>
                <a:lnTo>
                  <a:pt x="1622704" y="439039"/>
                </a:lnTo>
                <a:lnTo>
                  <a:pt x="1631094" y="447433"/>
                </a:lnTo>
                <a:lnTo>
                  <a:pt x="1638646" y="458346"/>
                </a:lnTo>
                <a:lnTo>
                  <a:pt x="1644519" y="468420"/>
                </a:lnTo>
                <a:lnTo>
                  <a:pt x="1650392" y="479333"/>
                </a:lnTo>
                <a:lnTo>
                  <a:pt x="1655427" y="489406"/>
                </a:lnTo>
                <a:lnTo>
                  <a:pt x="1658783" y="500319"/>
                </a:lnTo>
                <a:lnTo>
                  <a:pt x="1662978" y="512911"/>
                </a:lnTo>
                <a:lnTo>
                  <a:pt x="1664656" y="524664"/>
                </a:lnTo>
                <a:lnTo>
                  <a:pt x="1667173" y="537256"/>
                </a:lnTo>
                <a:lnTo>
                  <a:pt x="1668851" y="550687"/>
                </a:lnTo>
                <a:lnTo>
                  <a:pt x="1668851" y="562440"/>
                </a:lnTo>
                <a:lnTo>
                  <a:pt x="1668851" y="936000"/>
                </a:lnTo>
                <a:lnTo>
                  <a:pt x="1668851" y="1309561"/>
                </a:lnTo>
                <a:lnTo>
                  <a:pt x="1668851" y="1322153"/>
                </a:lnTo>
                <a:lnTo>
                  <a:pt x="1667173" y="1335584"/>
                </a:lnTo>
                <a:lnTo>
                  <a:pt x="1664656" y="1347337"/>
                </a:lnTo>
                <a:lnTo>
                  <a:pt x="1662978" y="1359089"/>
                </a:lnTo>
                <a:lnTo>
                  <a:pt x="1658783" y="1371681"/>
                </a:lnTo>
                <a:lnTo>
                  <a:pt x="1655427" y="1382594"/>
                </a:lnTo>
                <a:lnTo>
                  <a:pt x="1650392" y="1393507"/>
                </a:lnTo>
                <a:lnTo>
                  <a:pt x="1644519" y="1404420"/>
                </a:lnTo>
                <a:lnTo>
                  <a:pt x="1638646" y="1415333"/>
                </a:lnTo>
                <a:lnTo>
                  <a:pt x="1631094" y="1424567"/>
                </a:lnTo>
                <a:lnTo>
                  <a:pt x="1622704" y="1432962"/>
                </a:lnTo>
                <a:lnTo>
                  <a:pt x="1615153" y="1443035"/>
                </a:lnTo>
                <a:lnTo>
                  <a:pt x="1605923" y="1451430"/>
                </a:lnTo>
                <a:lnTo>
                  <a:pt x="1595855" y="1458145"/>
                </a:lnTo>
                <a:lnTo>
                  <a:pt x="1584947" y="1465701"/>
                </a:lnTo>
                <a:lnTo>
                  <a:pt x="1574040" y="1473256"/>
                </a:lnTo>
                <a:lnTo>
                  <a:pt x="1251848" y="1659616"/>
                </a:lnTo>
                <a:lnTo>
                  <a:pt x="929657" y="1846816"/>
                </a:lnTo>
                <a:lnTo>
                  <a:pt x="917071" y="1852693"/>
                </a:lnTo>
                <a:lnTo>
                  <a:pt x="906164" y="1857729"/>
                </a:lnTo>
                <a:lnTo>
                  <a:pt x="894417" y="1862766"/>
                </a:lnTo>
                <a:lnTo>
                  <a:pt x="881831" y="1866124"/>
                </a:lnTo>
                <a:lnTo>
                  <a:pt x="870085" y="1868642"/>
                </a:lnTo>
                <a:lnTo>
                  <a:pt x="859177" y="1871161"/>
                </a:lnTo>
                <a:lnTo>
                  <a:pt x="847431" y="1872000"/>
                </a:lnTo>
                <a:lnTo>
                  <a:pt x="834845" y="1872000"/>
                </a:lnTo>
                <a:lnTo>
                  <a:pt x="823099" y="1872000"/>
                </a:lnTo>
                <a:lnTo>
                  <a:pt x="810513" y="1871161"/>
                </a:lnTo>
                <a:lnTo>
                  <a:pt x="798767" y="1868642"/>
                </a:lnTo>
                <a:lnTo>
                  <a:pt x="787020" y="1866124"/>
                </a:lnTo>
                <a:lnTo>
                  <a:pt x="774434" y="1862766"/>
                </a:lnTo>
                <a:lnTo>
                  <a:pt x="762688" y="1857729"/>
                </a:lnTo>
                <a:lnTo>
                  <a:pt x="751780" y="1852693"/>
                </a:lnTo>
                <a:lnTo>
                  <a:pt x="740873" y="1846816"/>
                </a:lnTo>
                <a:lnTo>
                  <a:pt x="417003" y="1659616"/>
                </a:lnTo>
                <a:lnTo>
                  <a:pt x="93973" y="1473256"/>
                </a:lnTo>
                <a:lnTo>
                  <a:pt x="83904" y="1465701"/>
                </a:lnTo>
                <a:lnTo>
                  <a:pt x="72997" y="1458145"/>
                </a:lnTo>
                <a:lnTo>
                  <a:pt x="62928" y="1451430"/>
                </a:lnTo>
                <a:lnTo>
                  <a:pt x="54538" y="1443035"/>
                </a:lnTo>
                <a:lnTo>
                  <a:pt x="46147" y="1432962"/>
                </a:lnTo>
                <a:lnTo>
                  <a:pt x="37757" y="1424567"/>
                </a:lnTo>
                <a:lnTo>
                  <a:pt x="30206" y="1415333"/>
                </a:lnTo>
                <a:lnTo>
                  <a:pt x="24332" y="1404420"/>
                </a:lnTo>
                <a:lnTo>
                  <a:pt x="18459" y="1393507"/>
                </a:lnTo>
                <a:lnTo>
                  <a:pt x="13425" y="1382594"/>
                </a:lnTo>
                <a:lnTo>
                  <a:pt x="10069" y="1371681"/>
                </a:lnTo>
                <a:lnTo>
                  <a:pt x="5873" y="1359089"/>
                </a:lnTo>
                <a:lnTo>
                  <a:pt x="3356" y="1347337"/>
                </a:lnTo>
                <a:lnTo>
                  <a:pt x="1678" y="1335584"/>
                </a:lnTo>
                <a:lnTo>
                  <a:pt x="0" y="1322153"/>
                </a:lnTo>
                <a:lnTo>
                  <a:pt x="0" y="1309561"/>
                </a:lnTo>
                <a:lnTo>
                  <a:pt x="0" y="936000"/>
                </a:lnTo>
                <a:lnTo>
                  <a:pt x="0" y="562440"/>
                </a:lnTo>
                <a:lnTo>
                  <a:pt x="0" y="550687"/>
                </a:lnTo>
                <a:lnTo>
                  <a:pt x="1678" y="537256"/>
                </a:lnTo>
                <a:lnTo>
                  <a:pt x="3356" y="524664"/>
                </a:lnTo>
                <a:lnTo>
                  <a:pt x="5873" y="512911"/>
                </a:lnTo>
                <a:lnTo>
                  <a:pt x="10069" y="500319"/>
                </a:lnTo>
                <a:lnTo>
                  <a:pt x="13425" y="489406"/>
                </a:lnTo>
                <a:lnTo>
                  <a:pt x="18459" y="479333"/>
                </a:lnTo>
                <a:lnTo>
                  <a:pt x="24332" y="468420"/>
                </a:lnTo>
                <a:lnTo>
                  <a:pt x="30206" y="458346"/>
                </a:lnTo>
                <a:lnTo>
                  <a:pt x="37757" y="447433"/>
                </a:lnTo>
                <a:lnTo>
                  <a:pt x="46147" y="439039"/>
                </a:lnTo>
                <a:lnTo>
                  <a:pt x="54538" y="428965"/>
                </a:lnTo>
                <a:lnTo>
                  <a:pt x="62928" y="420571"/>
                </a:lnTo>
                <a:lnTo>
                  <a:pt x="72997" y="413855"/>
                </a:lnTo>
                <a:lnTo>
                  <a:pt x="83904" y="406300"/>
                </a:lnTo>
                <a:lnTo>
                  <a:pt x="93973" y="398745"/>
                </a:lnTo>
                <a:lnTo>
                  <a:pt x="417003" y="213223"/>
                </a:lnTo>
                <a:lnTo>
                  <a:pt x="740873" y="25184"/>
                </a:lnTo>
                <a:lnTo>
                  <a:pt x="751780" y="19308"/>
                </a:lnTo>
                <a:lnTo>
                  <a:pt x="762688" y="14271"/>
                </a:lnTo>
                <a:lnTo>
                  <a:pt x="774434" y="10074"/>
                </a:lnTo>
                <a:lnTo>
                  <a:pt x="787020" y="5876"/>
                </a:lnTo>
                <a:lnTo>
                  <a:pt x="798767" y="3358"/>
                </a:lnTo>
                <a:lnTo>
                  <a:pt x="810513" y="840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bg1"/>
            </a:bgClr>
          </a:pattFill>
          <a:effectLst>
            <a:innerShdw blurRad="177800">
              <a:prstClr val="black"/>
            </a:innerShdw>
          </a:effectLst>
        </p:spPr>
        <p:txBody>
          <a:bodyPr wrap="square">
            <a:noAutofit/>
          </a:bodyPr>
          <a:lstStyle>
            <a:lvl1pPr>
              <a:defRPr sz="1400"/>
            </a:lvl1pPr>
          </a:lstStyle>
          <a:p>
            <a:endParaRPr lang="pt-BR"/>
          </a:p>
        </p:txBody>
      </p:sp>
      <p:sp>
        <p:nvSpPr>
          <p:cNvPr id="6" name="Espaço Reservado para Imagem 5">
            <a:extLst>
              <a:ext uri="{FF2B5EF4-FFF2-40B4-BE49-F238E27FC236}">
                <a16:creationId xmlns:a16="http://schemas.microsoft.com/office/drawing/2014/main" id="{FE1DCFA3-DFAE-6F44-AEEB-84CE36BEC4B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206672" y="4733329"/>
            <a:ext cx="1668851" cy="1872000"/>
          </a:xfrm>
          <a:custGeom>
            <a:avLst/>
            <a:gdLst>
              <a:gd name="connsiteX0" fmla="*/ 823099 w 1668851"/>
              <a:gd name="connsiteY0" fmla="*/ 0 h 1872000"/>
              <a:gd name="connsiteX1" fmla="*/ 834845 w 1668851"/>
              <a:gd name="connsiteY1" fmla="*/ 0 h 1872000"/>
              <a:gd name="connsiteX2" fmla="*/ 847431 w 1668851"/>
              <a:gd name="connsiteY2" fmla="*/ 0 h 1872000"/>
              <a:gd name="connsiteX3" fmla="*/ 859177 w 1668851"/>
              <a:gd name="connsiteY3" fmla="*/ 840 h 1872000"/>
              <a:gd name="connsiteX4" fmla="*/ 870085 w 1668851"/>
              <a:gd name="connsiteY4" fmla="*/ 3358 h 1872000"/>
              <a:gd name="connsiteX5" fmla="*/ 881831 w 1668851"/>
              <a:gd name="connsiteY5" fmla="*/ 5876 h 1872000"/>
              <a:gd name="connsiteX6" fmla="*/ 894417 w 1668851"/>
              <a:gd name="connsiteY6" fmla="*/ 10074 h 1872000"/>
              <a:gd name="connsiteX7" fmla="*/ 906164 w 1668851"/>
              <a:gd name="connsiteY7" fmla="*/ 14271 h 1872000"/>
              <a:gd name="connsiteX8" fmla="*/ 917071 w 1668851"/>
              <a:gd name="connsiteY8" fmla="*/ 19308 h 1872000"/>
              <a:gd name="connsiteX9" fmla="*/ 929657 w 1668851"/>
              <a:gd name="connsiteY9" fmla="*/ 25184 h 1872000"/>
              <a:gd name="connsiteX10" fmla="*/ 1251848 w 1668851"/>
              <a:gd name="connsiteY10" fmla="*/ 213223 h 1872000"/>
              <a:gd name="connsiteX11" fmla="*/ 1574040 w 1668851"/>
              <a:gd name="connsiteY11" fmla="*/ 398745 h 1872000"/>
              <a:gd name="connsiteX12" fmla="*/ 1584947 w 1668851"/>
              <a:gd name="connsiteY12" fmla="*/ 406300 h 1872000"/>
              <a:gd name="connsiteX13" fmla="*/ 1595855 w 1668851"/>
              <a:gd name="connsiteY13" fmla="*/ 413855 h 1872000"/>
              <a:gd name="connsiteX14" fmla="*/ 1605923 w 1668851"/>
              <a:gd name="connsiteY14" fmla="*/ 420571 h 1872000"/>
              <a:gd name="connsiteX15" fmla="*/ 1615153 w 1668851"/>
              <a:gd name="connsiteY15" fmla="*/ 428965 h 1872000"/>
              <a:gd name="connsiteX16" fmla="*/ 1622704 w 1668851"/>
              <a:gd name="connsiteY16" fmla="*/ 439039 h 1872000"/>
              <a:gd name="connsiteX17" fmla="*/ 1631094 w 1668851"/>
              <a:gd name="connsiteY17" fmla="*/ 447433 h 1872000"/>
              <a:gd name="connsiteX18" fmla="*/ 1638646 w 1668851"/>
              <a:gd name="connsiteY18" fmla="*/ 458346 h 1872000"/>
              <a:gd name="connsiteX19" fmla="*/ 1644519 w 1668851"/>
              <a:gd name="connsiteY19" fmla="*/ 468420 h 1872000"/>
              <a:gd name="connsiteX20" fmla="*/ 1650392 w 1668851"/>
              <a:gd name="connsiteY20" fmla="*/ 479333 h 1872000"/>
              <a:gd name="connsiteX21" fmla="*/ 1655427 w 1668851"/>
              <a:gd name="connsiteY21" fmla="*/ 489406 h 1872000"/>
              <a:gd name="connsiteX22" fmla="*/ 1658783 w 1668851"/>
              <a:gd name="connsiteY22" fmla="*/ 500319 h 1872000"/>
              <a:gd name="connsiteX23" fmla="*/ 1662978 w 1668851"/>
              <a:gd name="connsiteY23" fmla="*/ 512911 h 1872000"/>
              <a:gd name="connsiteX24" fmla="*/ 1664656 w 1668851"/>
              <a:gd name="connsiteY24" fmla="*/ 524664 h 1872000"/>
              <a:gd name="connsiteX25" fmla="*/ 1667173 w 1668851"/>
              <a:gd name="connsiteY25" fmla="*/ 537256 h 1872000"/>
              <a:gd name="connsiteX26" fmla="*/ 1668851 w 1668851"/>
              <a:gd name="connsiteY26" fmla="*/ 550687 h 1872000"/>
              <a:gd name="connsiteX27" fmla="*/ 1668851 w 1668851"/>
              <a:gd name="connsiteY27" fmla="*/ 562440 h 1872000"/>
              <a:gd name="connsiteX28" fmla="*/ 1668851 w 1668851"/>
              <a:gd name="connsiteY28" fmla="*/ 936000 h 1872000"/>
              <a:gd name="connsiteX29" fmla="*/ 1668851 w 1668851"/>
              <a:gd name="connsiteY29" fmla="*/ 1309561 h 1872000"/>
              <a:gd name="connsiteX30" fmla="*/ 1668851 w 1668851"/>
              <a:gd name="connsiteY30" fmla="*/ 1322153 h 1872000"/>
              <a:gd name="connsiteX31" fmla="*/ 1667173 w 1668851"/>
              <a:gd name="connsiteY31" fmla="*/ 1335584 h 1872000"/>
              <a:gd name="connsiteX32" fmla="*/ 1664656 w 1668851"/>
              <a:gd name="connsiteY32" fmla="*/ 1347337 h 1872000"/>
              <a:gd name="connsiteX33" fmla="*/ 1662978 w 1668851"/>
              <a:gd name="connsiteY33" fmla="*/ 1359089 h 1872000"/>
              <a:gd name="connsiteX34" fmla="*/ 1658783 w 1668851"/>
              <a:gd name="connsiteY34" fmla="*/ 1371681 h 1872000"/>
              <a:gd name="connsiteX35" fmla="*/ 1655427 w 1668851"/>
              <a:gd name="connsiteY35" fmla="*/ 1382594 h 1872000"/>
              <a:gd name="connsiteX36" fmla="*/ 1650392 w 1668851"/>
              <a:gd name="connsiteY36" fmla="*/ 1393507 h 1872000"/>
              <a:gd name="connsiteX37" fmla="*/ 1644519 w 1668851"/>
              <a:gd name="connsiteY37" fmla="*/ 1404420 h 1872000"/>
              <a:gd name="connsiteX38" fmla="*/ 1638646 w 1668851"/>
              <a:gd name="connsiteY38" fmla="*/ 1415333 h 1872000"/>
              <a:gd name="connsiteX39" fmla="*/ 1631094 w 1668851"/>
              <a:gd name="connsiteY39" fmla="*/ 1424567 h 1872000"/>
              <a:gd name="connsiteX40" fmla="*/ 1622704 w 1668851"/>
              <a:gd name="connsiteY40" fmla="*/ 1432962 h 1872000"/>
              <a:gd name="connsiteX41" fmla="*/ 1615153 w 1668851"/>
              <a:gd name="connsiteY41" fmla="*/ 1443035 h 1872000"/>
              <a:gd name="connsiteX42" fmla="*/ 1605923 w 1668851"/>
              <a:gd name="connsiteY42" fmla="*/ 1451430 h 1872000"/>
              <a:gd name="connsiteX43" fmla="*/ 1595855 w 1668851"/>
              <a:gd name="connsiteY43" fmla="*/ 1458145 h 1872000"/>
              <a:gd name="connsiteX44" fmla="*/ 1584947 w 1668851"/>
              <a:gd name="connsiteY44" fmla="*/ 1465701 h 1872000"/>
              <a:gd name="connsiteX45" fmla="*/ 1574040 w 1668851"/>
              <a:gd name="connsiteY45" fmla="*/ 1473256 h 1872000"/>
              <a:gd name="connsiteX46" fmla="*/ 1251848 w 1668851"/>
              <a:gd name="connsiteY46" fmla="*/ 1659616 h 1872000"/>
              <a:gd name="connsiteX47" fmla="*/ 929657 w 1668851"/>
              <a:gd name="connsiteY47" fmla="*/ 1846816 h 1872000"/>
              <a:gd name="connsiteX48" fmla="*/ 917071 w 1668851"/>
              <a:gd name="connsiteY48" fmla="*/ 1852693 h 1872000"/>
              <a:gd name="connsiteX49" fmla="*/ 906164 w 1668851"/>
              <a:gd name="connsiteY49" fmla="*/ 1857729 h 1872000"/>
              <a:gd name="connsiteX50" fmla="*/ 894417 w 1668851"/>
              <a:gd name="connsiteY50" fmla="*/ 1862766 h 1872000"/>
              <a:gd name="connsiteX51" fmla="*/ 881831 w 1668851"/>
              <a:gd name="connsiteY51" fmla="*/ 1866124 h 1872000"/>
              <a:gd name="connsiteX52" fmla="*/ 870085 w 1668851"/>
              <a:gd name="connsiteY52" fmla="*/ 1868642 h 1872000"/>
              <a:gd name="connsiteX53" fmla="*/ 859177 w 1668851"/>
              <a:gd name="connsiteY53" fmla="*/ 1871161 h 1872000"/>
              <a:gd name="connsiteX54" fmla="*/ 847431 w 1668851"/>
              <a:gd name="connsiteY54" fmla="*/ 1872000 h 1872000"/>
              <a:gd name="connsiteX55" fmla="*/ 834845 w 1668851"/>
              <a:gd name="connsiteY55" fmla="*/ 1872000 h 1872000"/>
              <a:gd name="connsiteX56" fmla="*/ 823099 w 1668851"/>
              <a:gd name="connsiteY56" fmla="*/ 1872000 h 1872000"/>
              <a:gd name="connsiteX57" fmla="*/ 810513 w 1668851"/>
              <a:gd name="connsiteY57" fmla="*/ 1871161 h 1872000"/>
              <a:gd name="connsiteX58" fmla="*/ 798767 w 1668851"/>
              <a:gd name="connsiteY58" fmla="*/ 1868642 h 1872000"/>
              <a:gd name="connsiteX59" fmla="*/ 787020 w 1668851"/>
              <a:gd name="connsiteY59" fmla="*/ 1866124 h 1872000"/>
              <a:gd name="connsiteX60" fmla="*/ 774434 w 1668851"/>
              <a:gd name="connsiteY60" fmla="*/ 1862766 h 1872000"/>
              <a:gd name="connsiteX61" fmla="*/ 762688 w 1668851"/>
              <a:gd name="connsiteY61" fmla="*/ 1857729 h 1872000"/>
              <a:gd name="connsiteX62" fmla="*/ 751780 w 1668851"/>
              <a:gd name="connsiteY62" fmla="*/ 1852693 h 1872000"/>
              <a:gd name="connsiteX63" fmla="*/ 740873 w 1668851"/>
              <a:gd name="connsiteY63" fmla="*/ 1846816 h 1872000"/>
              <a:gd name="connsiteX64" fmla="*/ 417003 w 1668851"/>
              <a:gd name="connsiteY64" fmla="*/ 1659616 h 1872000"/>
              <a:gd name="connsiteX65" fmla="*/ 93973 w 1668851"/>
              <a:gd name="connsiteY65" fmla="*/ 1473256 h 1872000"/>
              <a:gd name="connsiteX66" fmla="*/ 83904 w 1668851"/>
              <a:gd name="connsiteY66" fmla="*/ 1465701 h 1872000"/>
              <a:gd name="connsiteX67" fmla="*/ 72997 w 1668851"/>
              <a:gd name="connsiteY67" fmla="*/ 1458145 h 1872000"/>
              <a:gd name="connsiteX68" fmla="*/ 62928 w 1668851"/>
              <a:gd name="connsiteY68" fmla="*/ 1451430 h 1872000"/>
              <a:gd name="connsiteX69" fmla="*/ 54538 w 1668851"/>
              <a:gd name="connsiteY69" fmla="*/ 1443035 h 1872000"/>
              <a:gd name="connsiteX70" fmla="*/ 46147 w 1668851"/>
              <a:gd name="connsiteY70" fmla="*/ 1432962 h 1872000"/>
              <a:gd name="connsiteX71" fmla="*/ 37757 w 1668851"/>
              <a:gd name="connsiteY71" fmla="*/ 1424567 h 1872000"/>
              <a:gd name="connsiteX72" fmla="*/ 30206 w 1668851"/>
              <a:gd name="connsiteY72" fmla="*/ 1415333 h 1872000"/>
              <a:gd name="connsiteX73" fmla="*/ 24332 w 1668851"/>
              <a:gd name="connsiteY73" fmla="*/ 1404420 h 1872000"/>
              <a:gd name="connsiteX74" fmla="*/ 18459 w 1668851"/>
              <a:gd name="connsiteY74" fmla="*/ 1393507 h 1872000"/>
              <a:gd name="connsiteX75" fmla="*/ 13425 w 1668851"/>
              <a:gd name="connsiteY75" fmla="*/ 1382594 h 1872000"/>
              <a:gd name="connsiteX76" fmla="*/ 10069 w 1668851"/>
              <a:gd name="connsiteY76" fmla="*/ 1371681 h 1872000"/>
              <a:gd name="connsiteX77" fmla="*/ 5873 w 1668851"/>
              <a:gd name="connsiteY77" fmla="*/ 1359089 h 1872000"/>
              <a:gd name="connsiteX78" fmla="*/ 3356 w 1668851"/>
              <a:gd name="connsiteY78" fmla="*/ 1347337 h 1872000"/>
              <a:gd name="connsiteX79" fmla="*/ 1678 w 1668851"/>
              <a:gd name="connsiteY79" fmla="*/ 1335584 h 1872000"/>
              <a:gd name="connsiteX80" fmla="*/ 0 w 1668851"/>
              <a:gd name="connsiteY80" fmla="*/ 1322153 h 1872000"/>
              <a:gd name="connsiteX81" fmla="*/ 0 w 1668851"/>
              <a:gd name="connsiteY81" fmla="*/ 1309561 h 1872000"/>
              <a:gd name="connsiteX82" fmla="*/ 0 w 1668851"/>
              <a:gd name="connsiteY82" fmla="*/ 936000 h 1872000"/>
              <a:gd name="connsiteX83" fmla="*/ 0 w 1668851"/>
              <a:gd name="connsiteY83" fmla="*/ 562440 h 1872000"/>
              <a:gd name="connsiteX84" fmla="*/ 0 w 1668851"/>
              <a:gd name="connsiteY84" fmla="*/ 550687 h 1872000"/>
              <a:gd name="connsiteX85" fmla="*/ 1678 w 1668851"/>
              <a:gd name="connsiteY85" fmla="*/ 537256 h 1872000"/>
              <a:gd name="connsiteX86" fmla="*/ 3356 w 1668851"/>
              <a:gd name="connsiteY86" fmla="*/ 524664 h 1872000"/>
              <a:gd name="connsiteX87" fmla="*/ 5873 w 1668851"/>
              <a:gd name="connsiteY87" fmla="*/ 512911 h 1872000"/>
              <a:gd name="connsiteX88" fmla="*/ 10069 w 1668851"/>
              <a:gd name="connsiteY88" fmla="*/ 500319 h 1872000"/>
              <a:gd name="connsiteX89" fmla="*/ 13425 w 1668851"/>
              <a:gd name="connsiteY89" fmla="*/ 489406 h 1872000"/>
              <a:gd name="connsiteX90" fmla="*/ 18459 w 1668851"/>
              <a:gd name="connsiteY90" fmla="*/ 479333 h 1872000"/>
              <a:gd name="connsiteX91" fmla="*/ 24332 w 1668851"/>
              <a:gd name="connsiteY91" fmla="*/ 468420 h 1872000"/>
              <a:gd name="connsiteX92" fmla="*/ 30206 w 1668851"/>
              <a:gd name="connsiteY92" fmla="*/ 458346 h 1872000"/>
              <a:gd name="connsiteX93" fmla="*/ 37757 w 1668851"/>
              <a:gd name="connsiteY93" fmla="*/ 447433 h 1872000"/>
              <a:gd name="connsiteX94" fmla="*/ 46147 w 1668851"/>
              <a:gd name="connsiteY94" fmla="*/ 439039 h 1872000"/>
              <a:gd name="connsiteX95" fmla="*/ 54538 w 1668851"/>
              <a:gd name="connsiteY95" fmla="*/ 428965 h 1872000"/>
              <a:gd name="connsiteX96" fmla="*/ 62928 w 1668851"/>
              <a:gd name="connsiteY96" fmla="*/ 420571 h 1872000"/>
              <a:gd name="connsiteX97" fmla="*/ 72997 w 1668851"/>
              <a:gd name="connsiteY97" fmla="*/ 413855 h 1872000"/>
              <a:gd name="connsiteX98" fmla="*/ 83904 w 1668851"/>
              <a:gd name="connsiteY98" fmla="*/ 406300 h 1872000"/>
              <a:gd name="connsiteX99" fmla="*/ 93973 w 1668851"/>
              <a:gd name="connsiteY99" fmla="*/ 398745 h 1872000"/>
              <a:gd name="connsiteX100" fmla="*/ 417003 w 1668851"/>
              <a:gd name="connsiteY100" fmla="*/ 213223 h 1872000"/>
              <a:gd name="connsiteX101" fmla="*/ 740873 w 1668851"/>
              <a:gd name="connsiteY101" fmla="*/ 25184 h 1872000"/>
              <a:gd name="connsiteX102" fmla="*/ 751780 w 1668851"/>
              <a:gd name="connsiteY102" fmla="*/ 19308 h 1872000"/>
              <a:gd name="connsiteX103" fmla="*/ 762688 w 1668851"/>
              <a:gd name="connsiteY103" fmla="*/ 14271 h 1872000"/>
              <a:gd name="connsiteX104" fmla="*/ 774434 w 1668851"/>
              <a:gd name="connsiteY104" fmla="*/ 10074 h 1872000"/>
              <a:gd name="connsiteX105" fmla="*/ 787020 w 1668851"/>
              <a:gd name="connsiteY105" fmla="*/ 5876 h 1872000"/>
              <a:gd name="connsiteX106" fmla="*/ 798767 w 1668851"/>
              <a:gd name="connsiteY106" fmla="*/ 3358 h 1872000"/>
              <a:gd name="connsiteX107" fmla="*/ 810513 w 1668851"/>
              <a:gd name="connsiteY107" fmla="*/ 840 h 187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</a:cxnLst>
            <a:rect l="l" t="t" r="r" b="b"/>
            <a:pathLst>
              <a:path w="1668851" h="1872000">
                <a:moveTo>
                  <a:pt x="823099" y="0"/>
                </a:moveTo>
                <a:lnTo>
                  <a:pt x="834845" y="0"/>
                </a:lnTo>
                <a:lnTo>
                  <a:pt x="847431" y="0"/>
                </a:lnTo>
                <a:lnTo>
                  <a:pt x="859177" y="840"/>
                </a:lnTo>
                <a:lnTo>
                  <a:pt x="870085" y="3358"/>
                </a:lnTo>
                <a:lnTo>
                  <a:pt x="881831" y="5876"/>
                </a:lnTo>
                <a:lnTo>
                  <a:pt x="894417" y="10074"/>
                </a:lnTo>
                <a:lnTo>
                  <a:pt x="906164" y="14271"/>
                </a:lnTo>
                <a:lnTo>
                  <a:pt x="917071" y="19308"/>
                </a:lnTo>
                <a:lnTo>
                  <a:pt x="929657" y="25184"/>
                </a:lnTo>
                <a:lnTo>
                  <a:pt x="1251848" y="213223"/>
                </a:lnTo>
                <a:lnTo>
                  <a:pt x="1574040" y="398745"/>
                </a:lnTo>
                <a:lnTo>
                  <a:pt x="1584947" y="406300"/>
                </a:lnTo>
                <a:lnTo>
                  <a:pt x="1595855" y="413855"/>
                </a:lnTo>
                <a:lnTo>
                  <a:pt x="1605923" y="420571"/>
                </a:lnTo>
                <a:lnTo>
                  <a:pt x="1615153" y="428965"/>
                </a:lnTo>
                <a:lnTo>
                  <a:pt x="1622704" y="439039"/>
                </a:lnTo>
                <a:lnTo>
                  <a:pt x="1631094" y="447433"/>
                </a:lnTo>
                <a:lnTo>
                  <a:pt x="1638646" y="458346"/>
                </a:lnTo>
                <a:lnTo>
                  <a:pt x="1644519" y="468420"/>
                </a:lnTo>
                <a:lnTo>
                  <a:pt x="1650392" y="479333"/>
                </a:lnTo>
                <a:lnTo>
                  <a:pt x="1655427" y="489406"/>
                </a:lnTo>
                <a:lnTo>
                  <a:pt x="1658783" y="500319"/>
                </a:lnTo>
                <a:lnTo>
                  <a:pt x="1662978" y="512911"/>
                </a:lnTo>
                <a:lnTo>
                  <a:pt x="1664656" y="524664"/>
                </a:lnTo>
                <a:lnTo>
                  <a:pt x="1667173" y="537256"/>
                </a:lnTo>
                <a:lnTo>
                  <a:pt x="1668851" y="550687"/>
                </a:lnTo>
                <a:lnTo>
                  <a:pt x="1668851" y="562440"/>
                </a:lnTo>
                <a:lnTo>
                  <a:pt x="1668851" y="936000"/>
                </a:lnTo>
                <a:lnTo>
                  <a:pt x="1668851" y="1309561"/>
                </a:lnTo>
                <a:lnTo>
                  <a:pt x="1668851" y="1322153"/>
                </a:lnTo>
                <a:lnTo>
                  <a:pt x="1667173" y="1335584"/>
                </a:lnTo>
                <a:lnTo>
                  <a:pt x="1664656" y="1347337"/>
                </a:lnTo>
                <a:lnTo>
                  <a:pt x="1662978" y="1359089"/>
                </a:lnTo>
                <a:lnTo>
                  <a:pt x="1658783" y="1371681"/>
                </a:lnTo>
                <a:lnTo>
                  <a:pt x="1655427" y="1382594"/>
                </a:lnTo>
                <a:lnTo>
                  <a:pt x="1650392" y="1393507"/>
                </a:lnTo>
                <a:lnTo>
                  <a:pt x="1644519" y="1404420"/>
                </a:lnTo>
                <a:lnTo>
                  <a:pt x="1638646" y="1415333"/>
                </a:lnTo>
                <a:lnTo>
                  <a:pt x="1631094" y="1424567"/>
                </a:lnTo>
                <a:lnTo>
                  <a:pt x="1622704" y="1432962"/>
                </a:lnTo>
                <a:lnTo>
                  <a:pt x="1615153" y="1443035"/>
                </a:lnTo>
                <a:lnTo>
                  <a:pt x="1605923" y="1451430"/>
                </a:lnTo>
                <a:lnTo>
                  <a:pt x="1595855" y="1458145"/>
                </a:lnTo>
                <a:lnTo>
                  <a:pt x="1584947" y="1465701"/>
                </a:lnTo>
                <a:lnTo>
                  <a:pt x="1574040" y="1473256"/>
                </a:lnTo>
                <a:lnTo>
                  <a:pt x="1251848" y="1659616"/>
                </a:lnTo>
                <a:lnTo>
                  <a:pt x="929657" y="1846816"/>
                </a:lnTo>
                <a:lnTo>
                  <a:pt x="917071" y="1852693"/>
                </a:lnTo>
                <a:lnTo>
                  <a:pt x="906164" y="1857729"/>
                </a:lnTo>
                <a:lnTo>
                  <a:pt x="894417" y="1862766"/>
                </a:lnTo>
                <a:lnTo>
                  <a:pt x="881831" y="1866124"/>
                </a:lnTo>
                <a:lnTo>
                  <a:pt x="870085" y="1868642"/>
                </a:lnTo>
                <a:lnTo>
                  <a:pt x="859177" y="1871161"/>
                </a:lnTo>
                <a:lnTo>
                  <a:pt x="847431" y="1872000"/>
                </a:lnTo>
                <a:lnTo>
                  <a:pt x="834845" y="1872000"/>
                </a:lnTo>
                <a:lnTo>
                  <a:pt x="823099" y="1872000"/>
                </a:lnTo>
                <a:lnTo>
                  <a:pt x="810513" y="1871161"/>
                </a:lnTo>
                <a:lnTo>
                  <a:pt x="798767" y="1868642"/>
                </a:lnTo>
                <a:lnTo>
                  <a:pt x="787020" y="1866124"/>
                </a:lnTo>
                <a:lnTo>
                  <a:pt x="774434" y="1862766"/>
                </a:lnTo>
                <a:lnTo>
                  <a:pt x="762688" y="1857729"/>
                </a:lnTo>
                <a:lnTo>
                  <a:pt x="751780" y="1852693"/>
                </a:lnTo>
                <a:lnTo>
                  <a:pt x="740873" y="1846816"/>
                </a:lnTo>
                <a:lnTo>
                  <a:pt x="417003" y="1659616"/>
                </a:lnTo>
                <a:lnTo>
                  <a:pt x="93973" y="1473256"/>
                </a:lnTo>
                <a:lnTo>
                  <a:pt x="83904" y="1465701"/>
                </a:lnTo>
                <a:lnTo>
                  <a:pt x="72997" y="1458145"/>
                </a:lnTo>
                <a:lnTo>
                  <a:pt x="62928" y="1451430"/>
                </a:lnTo>
                <a:lnTo>
                  <a:pt x="54538" y="1443035"/>
                </a:lnTo>
                <a:lnTo>
                  <a:pt x="46147" y="1432962"/>
                </a:lnTo>
                <a:lnTo>
                  <a:pt x="37757" y="1424567"/>
                </a:lnTo>
                <a:lnTo>
                  <a:pt x="30206" y="1415333"/>
                </a:lnTo>
                <a:lnTo>
                  <a:pt x="24332" y="1404420"/>
                </a:lnTo>
                <a:lnTo>
                  <a:pt x="18459" y="1393507"/>
                </a:lnTo>
                <a:lnTo>
                  <a:pt x="13425" y="1382594"/>
                </a:lnTo>
                <a:lnTo>
                  <a:pt x="10069" y="1371681"/>
                </a:lnTo>
                <a:lnTo>
                  <a:pt x="5873" y="1359089"/>
                </a:lnTo>
                <a:lnTo>
                  <a:pt x="3356" y="1347337"/>
                </a:lnTo>
                <a:lnTo>
                  <a:pt x="1678" y="1335584"/>
                </a:lnTo>
                <a:lnTo>
                  <a:pt x="0" y="1322153"/>
                </a:lnTo>
                <a:lnTo>
                  <a:pt x="0" y="1309561"/>
                </a:lnTo>
                <a:lnTo>
                  <a:pt x="0" y="936000"/>
                </a:lnTo>
                <a:lnTo>
                  <a:pt x="0" y="562440"/>
                </a:lnTo>
                <a:lnTo>
                  <a:pt x="0" y="550687"/>
                </a:lnTo>
                <a:lnTo>
                  <a:pt x="1678" y="537256"/>
                </a:lnTo>
                <a:lnTo>
                  <a:pt x="3356" y="524664"/>
                </a:lnTo>
                <a:lnTo>
                  <a:pt x="5873" y="512911"/>
                </a:lnTo>
                <a:lnTo>
                  <a:pt x="10069" y="500319"/>
                </a:lnTo>
                <a:lnTo>
                  <a:pt x="13425" y="489406"/>
                </a:lnTo>
                <a:lnTo>
                  <a:pt x="18459" y="479333"/>
                </a:lnTo>
                <a:lnTo>
                  <a:pt x="24332" y="468420"/>
                </a:lnTo>
                <a:lnTo>
                  <a:pt x="30206" y="458346"/>
                </a:lnTo>
                <a:lnTo>
                  <a:pt x="37757" y="447433"/>
                </a:lnTo>
                <a:lnTo>
                  <a:pt x="46147" y="439039"/>
                </a:lnTo>
                <a:lnTo>
                  <a:pt x="54538" y="428965"/>
                </a:lnTo>
                <a:lnTo>
                  <a:pt x="62928" y="420571"/>
                </a:lnTo>
                <a:lnTo>
                  <a:pt x="72997" y="413855"/>
                </a:lnTo>
                <a:lnTo>
                  <a:pt x="83904" y="406300"/>
                </a:lnTo>
                <a:lnTo>
                  <a:pt x="93973" y="398745"/>
                </a:lnTo>
                <a:lnTo>
                  <a:pt x="417003" y="213223"/>
                </a:lnTo>
                <a:lnTo>
                  <a:pt x="740873" y="25184"/>
                </a:lnTo>
                <a:lnTo>
                  <a:pt x="751780" y="19308"/>
                </a:lnTo>
                <a:lnTo>
                  <a:pt x="762688" y="14271"/>
                </a:lnTo>
                <a:lnTo>
                  <a:pt x="774434" y="10074"/>
                </a:lnTo>
                <a:lnTo>
                  <a:pt x="787020" y="5876"/>
                </a:lnTo>
                <a:lnTo>
                  <a:pt x="798767" y="3358"/>
                </a:lnTo>
                <a:lnTo>
                  <a:pt x="810513" y="840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bg1"/>
            </a:bgClr>
          </a:pattFill>
          <a:effectLst>
            <a:innerShdw blurRad="177800">
              <a:prstClr val="black"/>
            </a:innerShdw>
          </a:effectLst>
        </p:spPr>
        <p:txBody>
          <a:bodyPr wrap="square">
            <a:noAutofit/>
          </a:bodyPr>
          <a:lstStyle>
            <a:lvl1pPr>
              <a:defRPr sz="1400"/>
            </a:lvl1pPr>
          </a:lstStyle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298733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5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7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7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3" grpId="0" animBg="1"/>
      <p:bldP spid="5" grpId="0" animBg="1"/>
      <p:bldP spid="6" grpId="0" animBg="1"/>
    </p:bld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Imagem 3">
            <a:extLst>
              <a:ext uri="{FF2B5EF4-FFF2-40B4-BE49-F238E27FC236}">
                <a16:creationId xmlns:a16="http://schemas.microsoft.com/office/drawing/2014/main" id="{A681D9B2-FAED-C240-ABF2-A6D0AD6DE99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444520" y="2286645"/>
            <a:ext cx="3331536" cy="3331536"/>
          </a:xfrm>
          <a:prstGeom prst="ellipse">
            <a:avLst/>
          </a:prstGeom>
          <a:solidFill>
            <a:schemeClr val="accent2"/>
          </a:solidFill>
          <a:effectLst>
            <a:innerShdw blurRad="266700">
              <a:prstClr val="black"/>
            </a:innerShdw>
          </a:effectLst>
        </p:spPr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817875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deado">
    <p:bg>
      <p:bgPr>
        <a:gradFill flip="none" rotWithShape="1">
          <a:gsLst>
            <a:gs pos="0">
              <a:schemeClr val="tx1">
                <a:lumMod val="95000"/>
                <a:lumOff val="5000"/>
              </a:schemeClr>
            </a:gs>
            <a:gs pos="98000">
              <a:schemeClr val="tx1">
                <a:lumMod val="75000"/>
                <a:lumOff val="25000"/>
              </a:schemeClr>
            </a:gs>
          </a:gsLst>
          <a:lin ang="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ço Reservado para Imagem 7">
            <a:extLst>
              <a:ext uri="{FF2B5EF4-FFF2-40B4-BE49-F238E27FC236}">
                <a16:creationId xmlns:a16="http://schemas.microsoft.com/office/drawing/2014/main" id="{181D781F-A042-4A46-989A-FD401FA3FFB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84213" y="1773002"/>
            <a:ext cx="2363679" cy="4482027"/>
          </a:xfrm>
          <a:prstGeom prst="rect">
            <a:avLst/>
          </a:prstGeom>
          <a:solidFill>
            <a:schemeClr val="accent2">
              <a:alpha val="32000"/>
            </a:schemeClr>
          </a:solidFill>
        </p:spPr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98010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4" presetClass="path" presetSubtype="0" repeatCount="indefinite" accel="50000" decel="50000" autoRev="1" fill="remove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79167E-6 4.81481E-6 L -4.79167E-6 -0.08635 " pathEditMode="relative" rAng="0" ptsTypes="AA">
                                      <p:cBhvr>
                                        <p:cTn id="9" dur="2000" spd="-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432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8" grpId="1" animBg="1"/>
    </p:bldLst>
  </p:timing>
  <p:extLst>
    <p:ext uri="{DCECCB84-F9BA-43D5-87BE-67443E8EF086}">
      <p15:sldGuideLst xmlns:p15="http://schemas.microsoft.com/office/powerpoint/2012/main">
        <p15:guide id="1" orient="horz" pos="3952">
          <p15:clr>
            <a:srgbClr val="FBAE40"/>
          </p15:clr>
        </p15:guide>
        <p15:guide id="2" pos="415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deado 2">
    <p:bg>
      <p:bgPr>
        <a:gradFill flip="none" rotWithShape="1">
          <a:gsLst>
            <a:gs pos="0">
              <a:schemeClr val="tx1">
                <a:lumMod val="95000"/>
                <a:lumOff val="5000"/>
              </a:schemeClr>
            </a:gs>
            <a:gs pos="98000">
              <a:schemeClr val="tx1">
                <a:lumMod val="75000"/>
                <a:lumOff val="25000"/>
              </a:schemeClr>
            </a:gs>
          </a:gsLst>
          <a:lin ang="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ço Reservado para Imagem 7">
            <a:extLst>
              <a:ext uri="{FF2B5EF4-FFF2-40B4-BE49-F238E27FC236}">
                <a16:creationId xmlns:a16="http://schemas.microsoft.com/office/drawing/2014/main" id="{181D781F-A042-4A46-989A-FD401FA3FFB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6096000" cy="6858000"/>
          </a:xfrm>
          <a:prstGeom prst="rect">
            <a:avLst/>
          </a:prstGeom>
          <a:solidFill>
            <a:schemeClr val="accent2">
              <a:alpha val="32000"/>
            </a:schemeClr>
          </a:solidFill>
        </p:spPr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054343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  <p:extLst>
    <p:ext uri="{DCECCB84-F9BA-43D5-87BE-67443E8EF086}">
      <p15:sldGuideLst xmlns:p15="http://schemas.microsoft.com/office/powerpoint/2012/main">
        <p15:guide id="1" orient="horz" pos="3952">
          <p15:clr>
            <a:srgbClr val="FBAE40"/>
          </p15:clr>
        </p15:guide>
        <p15:guide id="2" pos="415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Imagem 5">
            <a:extLst>
              <a:ext uri="{FF2B5EF4-FFF2-40B4-BE49-F238E27FC236}">
                <a16:creationId xmlns:a16="http://schemas.microsoft.com/office/drawing/2014/main" id="{2B188547-222D-9940-81E2-30B462A65E5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" y="2"/>
            <a:ext cx="12192000" cy="6857999"/>
          </a:xfrm>
          <a:prstGeom prst="rect">
            <a:avLst/>
          </a:prstGeom>
          <a:pattFill prst="pct25">
            <a:fgClr>
              <a:schemeClr val="accent2"/>
            </a:fgClr>
            <a:bgClr>
              <a:schemeClr val="tx1"/>
            </a:bgClr>
          </a:pattFill>
          <a:ln>
            <a:noFill/>
          </a:ln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573913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fas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Espaço Reservado para Imagem 18">
            <a:extLst>
              <a:ext uri="{FF2B5EF4-FFF2-40B4-BE49-F238E27FC236}">
                <a16:creationId xmlns:a16="http://schemas.microsoft.com/office/drawing/2014/main" id="{8B3A0E9D-C367-1FE7-B4A0-B685EA8ED91B}"/>
              </a:ext>
            </a:extLst>
          </p:cNvPr>
          <p:cNvSpPr>
            <a:spLocks noGrp="1" noChangeAspect="1"/>
          </p:cNvSpPr>
          <p:nvPr>
            <p:ph type="pic" sz="quarter" idx="10"/>
          </p:nvPr>
        </p:nvSpPr>
        <p:spPr>
          <a:xfrm>
            <a:off x="5001096" y="2810568"/>
            <a:ext cx="934603" cy="936000"/>
          </a:xfrm>
          <a:prstGeom prst="ellipse">
            <a:avLst/>
          </a:prstGeom>
          <a:pattFill prst="pct30">
            <a:fgClr>
              <a:schemeClr val="accent1"/>
            </a:fgClr>
            <a:bgClr>
              <a:schemeClr val="bg1"/>
            </a:bgClr>
          </a:pattFill>
          <a:effectLst>
            <a:innerShdw blurRad="63500" dist="25400" dir="13500000">
              <a:prstClr val="black">
                <a:alpha val="30000"/>
              </a:prstClr>
            </a:innerShdw>
          </a:effectLst>
        </p:spPr>
        <p:txBody>
          <a:bodyPr/>
          <a:lstStyle>
            <a:lvl1pPr>
              <a:defRPr sz="1000"/>
            </a:lvl1pPr>
          </a:lstStyle>
          <a:p>
            <a:endParaRPr lang="pt-BR"/>
          </a:p>
        </p:txBody>
      </p:sp>
      <p:sp>
        <p:nvSpPr>
          <p:cNvPr id="20" name="Espaço Reservado para Imagem 18">
            <a:extLst>
              <a:ext uri="{FF2B5EF4-FFF2-40B4-BE49-F238E27FC236}">
                <a16:creationId xmlns:a16="http://schemas.microsoft.com/office/drawing/2014/main" id="{CB5ECE29-C868-8F2E-9F8C-DB7EEF2E1755}"/>
              </a:ext>
            </a:extLst>
          </p:cNvPr>
          <p:cNvSpPr>
            <a:spLocks noGrp="1" noChangeAspect="1"/>
          </p:cNvSpPr>
          <p:nvPr>
            <p:ph type="pic" sz="quarter" idx="11"/>
          </p:nvPr>
        </p:nvSpPr>
        <p:spPr>
          <a:xfrm>
            <a:off x="7524947" y="2810568"/>
            <a:ext cx="934603" cy="936000"/>
          </a:xfrm>
          <a:prstGeom prst="ellipse">
            <a:avLst/>
          </a:prstGeom>
          <a:pattFill prst="pct30">
            <a:fgClr>
              <a:schemeClr val="accent1"/>
            </a:fgClr>
            <a:bgClr>
              <a:schemeClr val="bg1"/>
            </a:bgClr>
          </a:pattFill>
          <a:effectLst>
            <a:innerShdw blurRad="63500" dist="25400" dir="13500000">
              <a:prstClr val="black">
                <a:alpha val="30000"/>
              </a:prstClr>
            </a:innerShdw>
          </a:effectLst>
        </p:spPr>
        <p:txBody>
          <a:bodyPr/>
          <a:lstStyle>
            <a:lvl1pPr>
              <a:defRPr sz="1000"/>
            </a:lvl1pPr>
          </a:lstStyle>
          <a:p>
            <a:endParaRPr lang="pt-BR"/>
          </a:p>
        </p:txBody>
      </p:sp>
      <p:sp>
        <p:nvSpPr>
          <p:cNvPr id="21" name="Espaço Reservado para Imagem 18">
            <a:extLst>
              <a:ext uri="{FF2B5EF4-FFF2-40B4-BE49-F238E27FC236}">
                <a16:creationId xmlns:a16="http://schemas.microsoft.com/office/drawing/2014/main" id="{E47F7FFE-2DD6-6083-FDDE-0C2E56694416}"/>
              </a:ext>
            </a:extLst>
          </p:cNvPr>
          <p:cNvSpPr>
            <a:spLocks noGrp="1" noChangeAspect="1"/>
          </p:cNvSpPr>
          <p:nvPr>
            <p:ph type="pic" sz="quarter" idx="12"/>
          </p:nvPr>
        </p:nvSpPr>
        <p:spPr>
          <a:xfrm>
            <a:off x="10048796" y="2810568"/>
            <a:ext cx="934603" cy="936000"/>
          </a:xfrm>
          <a:prstGeom prst="ellipse">
            <a:avLst/>
          </a:prstGeom>
          <a:pattFill prst="pct30">
            <a:fgClr>
              <a:schemeClr val="accent1"/>
            </a:fgClr>
            <a:bgClr>
              <a:schemeClr val="bg1"/>
            </a:bgClr>
          </a:pattFill>
          <a:effectLst>
            <a:innerShdw blurRad="63500" dist="25400" dir="13500000">
              <a:prstClr val="black">
                <a:alpha val="30000"/>
              </a:prstClr>
            </a:innerShdw>
          </a:effectLst>
        </p:spPr>
        <p:txBody>
          <a:bodyPr/>
          <a:lstStyle>
            <a:lvl1pPr>
              <a:defRPr sz="1000"/>
            </a:lvl1pPr>
          </a:lstStyle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362546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5" presetClass="path" presetSubtype="0" decel="5000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2.5E-6 0 L -0.23776 0 " pathEditMode="relative" rAng="0" ptsTypes="AA">
                                      <p:cBhvr>
                                        <p:cTn id="9" dur="1000" spd="-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1888" y="0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5" presetClass="path" presetSubtype="0" decel="5000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1.25E-6 0 L -0.44479 0 " pathEditMode="relative" rAng="0" ptsTypes="AA">
                                      <p:cBhvr>
                                        <p:cTn id="14" dur="1000" spd="-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2240" y="0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5" presetClass="path" presetSubtype="0" decel="5000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1.04167E-6 0 L -0.65117 0 " pathEditMode="relative" rAng="0" ptsTypes="AA">
                                      <p:cBhvr>
                                        <p:cTn id="19" dur="1000" spd="-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2565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9" grpId="1" animBg="1"/>
      <p:bldP spid="20" grpId="0" animBg="1"/>
      <p:bldP spid="20" grpId="1" animBg="1"/>
      <p:bldP spid="21" grpId="0" animBg="1"/>
      <p:bldP spid="21" grpId="1" animBg="1"/>
    </p:bldLst>
  </p:timing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afios para o suces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Espaço Reservado para Imagem 14">
            <a:extLst>
              <a:ext uri="{FF2B5EF4-FFF2-40B4-BE49-F238E27FC236}">
                <a16:creationId xmlns:a16="http://schemas.microsoft.com/office/drawing/2014/main" id="{AD308485-BDF7-31F8-EF83-1F984001389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prstGeom prst="rect">
            <a:avLst/>
          </a:prstGeom>
          <a:pattFill prst="pct70">
            <a:fgClr>
              <a:schemeClr val="accent6">
                <a:lumMod val="50000"/>
              </a:schemeClr>
            </a:fgClr>
            <a:bgClr>
              <a:schemeClr val="bg1"/>
            </a:bgClr>
          </a:pattFill>
        </p:spPr>
        <p:txBody>
          <a:bodyPr/>
          <a:lstStyle/>
          <a:p>
            <a:endParaRPr lang="pt-BR"/>
          </a:p>
        </p:txBody>
      </p:sp>
      <p:sp>
        <p:nvSpPr>
          <p:cNvPr id="8" name="Espaço Reservado para Imagem 5">
            <a:extLst>
              <a:ext uri="{FF2B5EF4-FFF2-40B4-BE49-F238E27FC236}">
                <a16:creationId xmlns:a16="http://schemas.microsoft.com/office/drawing/2014/main" id="{9AB95F99-896B-A4F9-DD64-C21D9B02A21B}"/>
              </a:ext>
            </a:extLst>
          </p:cNvPr>
          <p:cNvSpPr>
            <a:spLocks noGrp="1" noChangeAspect="1"/>
          </p:cNvSpPr>
          <p:nvPr>
            <p:ph type="pic" sz="quarter" idx="12"/>
          </p:nvPr>
        </p:nvSpPr>
        <p:spPr>
          <a:xfrm>
            <a:off x="-142112" y="2511000"/>
            <a:ext cx="1836000" cy="1836000"/>
          </a:xfrm>
          <a:prstGeom prst="ellipse">
            <a:avLst/>
          </a:prstGeom>
          <a:pattFill prst="pct25">
            <a:fgClr>
              <a:schemeClr val="accent3">
                <a:lumMod val="50000"/>
              </a:schemeClr>
            </a:fgClr>
            <a:bgClr>
              <a:schemeClr val="bg1"/>
            </a:bgClr>
          </a:pattFill>
          <a:effectLst>
            <a:innerShdw blurRad="114300">
              <a:prstClr val="black"/>
            </a:innerShdw>
          </a:effectLst>
        </p:spPr>
        <p:txBody>
          <a:bodyPr/>
          <a:lstStyle>
            <a:lvl1pPr>
              <a:defRPr sz="1100"/>
            </a:lvl1pPr>
          </a:lstStyle>
          <a:p>
            <a:endParaRPr lang="pt-BR"/>
          </a:p>
        </p:txBody>
      </p:sp>
      <p:sp>
        <p:nvSpPr>
          <p:cNvPr id="6" name="Espaço Reservado para Imagem 5">
            <a:extLst>
              <a:ext uri="{FF2B5EF4-FFF2-40B4-BE49-F238E27FC236}">
                <a16:creationId xmlns:a16="http://schemas.microsoft.com/office/drawing/2014/main" id="{1711DEF2-95D8-406F-BA65-BD5EBE330317}"/>
              </a:ext>
            </a:extLst>
          </p:cNvPr>
          <p:cNvSpPr>
            <a:spLocks noGrp="1" noChangeAspect="1"/>
          </p:cNvSpPr>
          <p:nvPr>
            <p:ph type="pic" sz="quarter" idx="10"/>
          </p:nvPr>
        </p:nvSpPr>
        <p:spPr>
          <a:xfrm>
            <a:off x="-4615862" y="2943000"/>
            <a:ext cx="972000" cy="972000"/>
          </a:xfrm>
          <a:prstGeom prst="ellipse">
            <a:avLst/>
          </a:prstGeom>
          <a:pattFill prst="pct25">
            <a:fgClr>
              <a:schemeClr val="accent3">
                <a:lumMod val="50000"/>
              </a:schemeClr>
            </a:fgClr>
            <a:bgClr>
              <a:schemeClr val="bg1"/>
            </a:bgClr>
          </a:pattFill>
          <a:effectLst>
            <a:innerShdw blurRad="114300">
              <a:prstClr val="black"/>
            </a:innerShdw>
          </a:effectLst>
        </p:spPr>
        <p:txBody>
          <a:bodyPr/>
          <a:lstStyle>
            <a:lvl1pPr>
              <a:defRPr sz="1100"/>
            </a:lvl1pPr>
          </a:lstStyle>
          <a:p>
            <a:endParaRPr lang="pt-BR"/>
          </a:p>
        </p:txBody>
      </p:sp>
      <p:sp>
        <p:nvSpPr>
          <p:cNvPr id="7" name="Espaço Reservado para Imagem 5">
            <a:extLst>
              <a:ext uri="{FF2B5EF4-FFF2-40B4-BE49-F238E27FC236}">
                <a16:creationId xmlns:a16="http://schemas.microsoft.com/office/drawing/2014/main" id="{BD0A7968-80DC-F136-211A-9A02AD9C657F}"/>
              </a:ext>
            </a:extLst>
          </p:cNvPr>
          <p:cNvSpPr>
            <a:spLocks noGrp="1" noChangeAspect="1"/>
          </p:cNvSpPr>
          <p:nvPr>
            <p:ph type="pic" sz="quarter" idx="11"/>
          </p:nvPr>
        </p:nvSpPr>
        <p:spPr>
          <a:xfrm>
            <a:off x="-2690023" y="2943000"/>
            <a:ext cx="972000" cy="972000"/>
          </a:xfrm>
          <a:prstGeom prst="ellipse">
            <a:avLst/>
          </a:prstGeom>
          <a:pattFill prst="pct25">
            <a:fgClr>
              <a:schemeClr val="accent3">
                <a:lumMod val="50000"/>
              </a:schemeClr>
            </a:fgClr>
            <a:bgClr>
              <a:schemeClr val="bg1"/>
            </a:bgClr>
          </a:pattFill>
          <a:effectLst>
            <a:innerShdw blurRad="114300">
              <a:prstClr val="black"/>
            </a:innerShdw>
          </a:effectLst>
        </p:spPr>
        <p:txBody>
          <a:bodyPr/>
          <a:lstStyle>
            <a:lvl1pPr>
              <a:defRPr sz="1100"/>
            </a:lvl1pPr>
          </a:lstStyle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539671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6 COM FOTO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Imagem 5">
            <a:extLst>
              <a:ext uri="{FF2B5EF4-FFF2-40B4-BE49-F238E27FC236}">
                <a16:creationId xmlns:a16="http://schemas.microsoft.com/office/drawing/2014/main" id="{2B188547-222D-9940-81E2-30B462A65E5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" y="2"/>
            <a:ext cx="12192000" cy="6857999"/>
          </a:xfrm>
          <a:prstGeom prst="rect">
            <a:avLst/>
          </a:prstGeom>
          <a:pattFill prst="pct25">
            <a:fgClr>
              <a:schemeClr val="accent2"/>
            </a:fgClr>
            <a:bgClr>
              <a:schemeClr val="tx1"/>
            </a:bgClr>
          </a:pattFill>
          <a:ln>
            <a:noFill/>
          </a:ln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3811614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OOM 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Imagem 5">
            <a:extLst>
              <a:ext uri="{FF2B5EF4-FFF2-40B4-BE49-F238E27FC236}">
                <a16:creationId xmlns:a16="http://schemas.microsoft.com/office/drawing/2014/main" id="{2B188547-222D-9940-81E2-30B462A65E5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" y="2"/>
            <a:ext cx="12192000" cy="6857999"/>
          </a:xfrm>
          <a:prstGeom prst="rect">
            <a:avLst/>
          </a:prstGeom>
          <a:solidFill>
            <a:schemeClr val="accent3">
              <a:alpha val="63000"/>
            </a:schemeClr>
          </a:solidFill>
          <a:ln>
            <a:noFill/>
          </a:ln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980059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5000" fill="hold"/>
                                        <p:tgtEl>
                                          <p:spTgt spid="6"/>
                                        </p:tgtEl>
                                      </p:cBhvr>
                                      <p:by x="120000" y="12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rma Livre 2">
            <a:extLst>
              <a:ext uri="{FF2B5EF4-FFF2-40B4-BE49-F238E27FC236}">
                <a16:creationId xmlns:a16="http://schemas.microsoft.com/office/drawing/2014/main" id="{A31F998A-8EAC-0D48-8B63-3FBA7B01B8AD}"/>
              </a:ext>
            </a:extLst>
          </p:cNvPr>
          <p:cNvSpPr/>
          <p:nvPr userDrawn="1"/>
        </p:nvSpPr>
        <p:spPr>
          <a:xfrm flipH="1">
            <a:off x="2" y="3022808"/>
            <a:ext cx="12191999" cy="3835192"/>
          </a:xfrm>
          <a:custGeom>
            <a:avLst/>
            <a:gdLst>
              <a:gd name="connsiteX0" fmla="*/ 477400 w 12191999"/>
              <a:gd name="connsiteY0" fmla="*/ 462 h 3835192"/>
              <a:gd name="connsiteX1" fmla="*/ 12157738 w 12191999"/>
              <a:gd name="connsiteY1" fmla="*/ 765577 h 3835192"/>
              <a:gd name="connsiteX2" fmla="*/ 12191999 w 12191999"/>
              <a:gd name="connsiteY2" fmla="*/ 746555 h 3835192"/>
              <a:gd name="connsiteX3" fmla="*/ 12191999 w 12191999"/>
              <a:gd name="connsiteY3" fmla="*/ 3835192 h 3835192"/>
              <a:gd name="connsiteX4" fmla="*/ 0 w 12191999"/>
              <a:gd name="connsiteY4" fmla="*/ 3835192 h 3835192"/>
              <a:gd name="connsiteX5" fmla="*/ 0 w 12191999"/>
              <a:gd name="connsiteY5" fmla="*/ 27774 h 3835192"/>
              <a:gd name="connsiteX6" fmla="*/ 208530 w 12191999"/>
              <a:gd name="connsiteY6" fmla="*/ 5652 h 3835192"/>
              <a:gd name="connsiteX7" fmla="*/ 477400 w 12191999"/>
              <a:gd name="connsiteY7" fmla="*/ 462 h 38351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1999" h="3835192">
                <a:moveTo>
                  <a:pt x="477400" y="462"/>
                </a:moveTo>
                <a:cubicBezTo>
                  <a:pt x="3105605" y="38615"/>
                  <a:pt x="8987755" y="2425370"/>
                  <a:pt x="12157738" y="765577"/>
                </a:cubicBezTo>
                <a:lnTo>
                  <a:pt x="12191999" y="746555"/>
                </a:lnTo>
                <a:lnTo>
                  <a:pt x="12191999" y="3835192"/>
                </a:lnTo>
                <a:lnTo>
                  <a:pt x="0" y="3835192"/>
                </a:lnTo>
                <a:lnTo>
                  <a:pt x="0" y="27774"/>
                </a:lnTo>
                <a:lnTo>
                  <a:pt x="208530" y="5652"/>
                </a:lnTo>
                <a:cubicBezTo>
                  <a:pt x="293822" y="732"/>
                  <a:pt x="383536" y="-901"/>
                  <a:pt x="477400" y="462"/>
                </a:cubicBezTo>
                <a:close/>
              </a:path>
            </a:pathLst>
          </a:custGeom>
          <a:gradFill flip="none" rotWithShape="1">
            <a:gsLst>
              <a:gs pos="49000">
                <a:schemeClr val="accent3">
                  <a:lumMod val="60000"/>
                  <a:lumOff val="40000"/>
                </a:schemeClr>
              </a:gs>
              <a:gs pos="0">
                <a:schemeClr val="accent3">
                  <a:lumMod val="75000"/>
                </a:schemeClr>
              </a:gs>
              <a:gs pos="99000">
                <a:schemeClr val="accent3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pt-BR" sz="1800"/>
          </a:p>
        </p:txBody>
      </p:sp>
      <p:sp>
        <p:nvSpPr>
          <p:cNvPr id="4" name="Forma Livre 3">
            <a:extLst>
              <a:ext uri="{FF2B5EF4-FFF2-40B4-BE49-F238E27FC236}">
                <a16:creationId xmlns:a16="http://schemas.microsoft.com/office/drawing/2014/main" id="{DD48CE33-F422-2343-A68F-A9E3EEB452D0}"/>
              </a:ext>
            </a:extLst>
          </p:cNvPr>
          <p:cNvSpPr/>
          <p:nvPr userDrawn="1"/>
        </p:nvSpPr>
        <p:spPr>
          <a:xfrm>
            <a:off x="3" y="3006766"/>
            <a:ext cx="12191999" cy="3835192"/>
          </a:xfrm>
          <a:custGeom>
            <a:avLst/>
            <a:gdLst>
              <a:gd name="connsiteX0" fmla="*/ 477400 w 12191999"/>
              <a:gd name="connsiteY0" fmla="*/ 462 h 3835192"/>
              <a:gd name="connsiteX1" fmla="*/ 12157738 w 12191999"/>
              <a:gd name="connsiteY1" fmla="*/ 765577 h 3835192"/>
              <a:gd name="connsiteX2" fmla="*/ 12191999 w 12191999"/>
              <a:gd name="connsiteY2" fmla="*/ 746555 h 3835192"/>
              <a:gd name="connsiteX3" fmla="*/ 12191999 w 12191999"/>
              <a:gd name="connsiteY3" fmla="*/ 3835192 h 3835192"/>
              <a:gd name="connsiteX4" fmla="*/ 0 w 12191999"/>
              <a:gd name="connsiteY4" fmla="*/ 3835192 h 3835192"/>
              <a:gd name="connsiteX5" fmla="*/ 0 w 12191999"/>
              <a:gd name="connsiteY5" fmla="*/ 27774 h 3835192"/>
              <a:gd name="connsiteX6" fmla="*/ 208530 w 12191999"/>
              <a:gd name="connsiteY6" fmla="*/ 5652 h 3835192"/>
              <a:gd name="connsiteX7" fmla="*/ 477400 w 12191999"/>
              <a:gd name="connsiteY7" fmla="*/ 462 h 38351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1999" h="3835192">
                <a:moveTo>
                  <a:pt x="477400" y="462"/>
                </a:moveTo>
                <a:cubicBezTo>
                  <a:pt x="3105605" y="38615"/>
                  <a:pt x="8987755" y="2425370"/>
                  <a:pt x="12157738" y="765577"/>
                </a:cubicBezTo>
                <a:lnTo>
                  <a:pt x="12191999" y="746555"/>
                </a:lnTo>
                <a:lnTo>
                  <a:pt x="12191999" y="3835192"/>
                </a:lnTo>
                <a:lnTo>
                  <a:pt x="0" y="3835192"/>
                </a:lnTo>
                <a:lnTo>
                  <a:pt x="0" y="27774"/>
                </a:lnTo>
                <a:lnTo>
                  <a:pt x="208530" y="5652"/>
                </a:lnTo>
                <a:cubicBezTo>
                  <a:pt x="293822" y="732"/>
                  <a:pt x="383536" y="-901"/>
                  <a:pt x="477400" y="462"/>
                </a:cubicBezTo>
                <a:close/>
              </a:path>
            </a:pathLst>
          </a:custGeom>
          <a:gradFill>
            <a:gsLst>
              <a:gs pos="50000">
                <a:schemeClr val="accent3"/>
              </a:gs>
              <a:gs pos="0">
                <a:schemeClr val="accent3">
                  <a:lumMod val="40000"/>
                  <a:lumOff val="60000"/>
                </a:schemeClr>
              </a:gs>
              <a:gs pos="100000">
                <a:schemeClr val="accent3">
                  <a:lumMod val="7500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pt-BR" sz="1800"/>
          </a:p>
        </p:txBody>
      </p:sp>
      <p:sp>
        <p:nvSpPr>
          <p:cNvPr id="5" name="Forma Livre 4">
            <a:extLst>
              <a:ext uri="{FF2B5EF4-FFF2-40B4-BE49-F238E27FC236}">
                <a16:creationId xmlns:a16="http://schemas.microsoft.com/office/drawing/2014/main" id="{19B276F5-F02B-AC4E-B86E-C7879B4DBCD0}"/>
              </a:ext>
            </a:extLst>
          </p:cNvPr>
          <p:cNvSpPr/>
          <p:nvPr userDrawn="1"/>
        </p:nvSpPr>
        <p:spPr>
          <a:xfrm rot="545754">
            <a:off x="8503249" y="4436076"/>
            <a:ext cx="3832043" cy="2716915"/>
          </a:xfrm>
          <a:custGeom>
            <a:avLst/>
            <a:gdLst>
              <a:gd name="connsiteX0" fmla="*/ 2255539 w 3832043"/>
              <a:gd name="connsiteY0" fmla="*/ 46009 h 2716915"/>
              <a:gd name="connsiteX1" fmla="*/ 2824844 w 3832043"/>
              <a:gd name="connsiteY1" fmla="*/ 0 h 2716915"/>
              <a:gd name="connsiteX2" fmla="*/ 3324888 w 3832043"/>
              <a:gd name="connsiteY2" fmla="*/ 35371 h 2716915"/>
              <a:gd name="connsiteX3" fmla="*/ 3504671 w 3832043"/>
              <a:gd name="connsiteY3" fmla="*/ 67676 h 2716915"/>
              <a:gd name="connsiteX4" fmla="*/ 3832043 w 3832043"/>
              <a:gd name="connsiteY4" fmla="*/ 2112465 h 2716915"/>
              <a:gd name="connsiteX5" fmla="*/ 56606 w 3832043"/>
              <a:gd name="connsiteY5" fmla="*/ 2716915 h 2716915"/>
              <a:gd name="connsiteX6" fmla="*/ 14584 w 3832043"/>
              <a:gd name="connsiteY6" fmla="*/ 2496182 h 2716915"/>
              <a:gd name="connsiteX7" fmla="*/ 0 w 3832043"/>
              <a:gd name="connsiteY7" fmla="*/ 2264636 h 2716915"/>
              <a:gd name="connsiteX8" fmla="*/ 2255539 w 3832043"/>
              <a:gd name="connsiteY8" fmla="*/ 46009 h 27169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832043" h="2716915">
                <a:moveTo>
                  <a:pt x="2255539" y="46009"/>
                </a:moveTo>
                <a:cubicBezTo>
                  <a:pt x="2439430" y="15842"/>
                  <a:pt x="2629829" y="0"/>
                  <a:pt x="2824844" y="0"/>
                </a:cubicBezTo>
                <a:cubicBezTo>
                  <a:pt x="2995481" y="0"/>
                  <a:pt x="3162586" y="12129"/>
                  <a:pt x="3324888" y="35371"/>
                </a:cubicBezTo>
                <a:lnTo>
                  <a:pt x="3504671" y="67676"/>
                </a:lnTo>
                <a:lnTo>
                  <a:pt x="3832043" y="2112465"/>
                </a:lnTo>
                <a:lnTo>
                  <a:pt x="56606" y="2716915"/>
                </a:lnTo>
                <a:lnTo>
                  <a:pt x="14584" y="2496182"/>
                </a:lnTo>
                <a:cubicBezTo>
                  <a:pt x="4940" y="2420052"/>
                  <a:pt x="0" y="2342807"/>
                  <a:pt x="0" y="2264636"/>
                </a:cubicBezTo>
                <a:cubicBezTo>
                  <a:pt x="1" y="1170252"/>
                  <a:pt x="968307" y="257178"/>
                  <a:pt x="2255539" y="46009"/>
                </a:cubicBezTo>
                <a:close/>
              </a:path>
            </a:pathLst>
          </a:custGeom>
          <a:gradFill>
            <a:gsLst>
              <a:gs pos="49000">
                <a:schemeClr val="accent6">
                  <a:lumMod val="40000"/>
                  <a:lumOff val="60000"/>
                  <a:alpha val="20000"/>
                </a:schemeClr>
              </a:gs>
              <a:gs pos="0">
                <a:schemeClr val="accent3">
                  <a:lumMod val="75000"/>
                </a:schemeClr>
              </a:gs>
              <a:gs pos="100000">
                <a:schemeClr val="accent6">
                  <a:lumMod val="20000"/>
                  <a:lumOff val="80000"/>
                  <a:alpha val="20000"/>
                </a:schemeClr>
              </a:gs>
            </a:gsLst>
            <a:lin ang="12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pt-BR" sz="1800"/>
          </a:p>
        </p:txBody>
      </p:sp>
      <p:sp>
        <p:nvSpPr>
          <p:cNvPr id="9" name="Espaço Reservado para Imagem 8">
            <a:extLst>
              <a:ext uri="{FF2B5EF4-FFF2-40B4-BE49-F238E27FC236}">
                <a16:creationId xmlns:a16="http://schemas.microsoft.com/office/drawing/2014/main" id="{6C012ED2-7392-0448-BCE5-6CB1C229A14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728000" y="2480686"/>
            <a:ext cx="2736000" cy="2736000"/>
          </a:xfrm>
          <a:custGeom>
            <a:avLst/>
            <a:gdLst>
              <a:gd name="connsiteX0" fmla="*/ 1368000 w 2736000"/>
              <a:gd name="connsiteY0" fmla="*/ 0 h 2736000"/>
              <a:gd name="connsiteX1" fmla="*/ 2736000 w 2736000"/>
              <a:gd name="connsiteY1" fmla="*/ 1368000 h 2736000"/>
              <a:gd name="connsiteX2" fmla="*/ 1368000 w 2736000"/>
              <a:gd name="connsiteY2" fmla="*/ 2736000 h 2736000"/>
              <a:gd name="connsiteX3" fmla="*/ 0 w 2736000"/>
              <a:gd name="connsiteY3" fmla="*/ 1368000 h 2736000"/>
              <a:gd name="connsiteX4" fmla="*/ 1368000 w 2736000"/>
              <a:gd name="connsiteY4" fmla="*/ 0 h 273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36000" h="2736000">
                <a:moveTo>
                  <a:pt x="1368000" y="0"/>
                </a:moveTo>
                <a:cubicBezTo>
                  <a:pt x="2123526" y="0"/>
                  <a:pt x="2736000" y="612474"/>
                  <a:pt x="2736000" y="1368000"/>
                </a:cubicBezTo>
                <a:cubicBezTo>
                  <a:pt x="2736000" y="2123526"/>
                  <a:pt x="2123526" y="2736000"/>
                  <a:pt x="1368000" y="2736000"/>
                </a:cubicBezTo>
                <a:cubicBezTo>
                  <a:pt x="612474" y="2736000"/>
                  <a:pt x="0" y="2123526"/>
                  <a:pt x="0" y="1368000"/>
                </a:cubicBezTo>
                <a:cubicBezTo>
                  <a:pt x="0" y="612474"/>
                  <a:pt x="612474" y="0"/>
                  <a:pt x="1368000" y="0"/>
                </a:cubicBezTo>
                <a:close/>
              </a:path>
            </a:pathLst>
          </a:custGeom>
          <a:solidFill>
            <a:schemeClr val="accent1">
              <a:alpha val="58943"/>
            </a:schemeClr>
          </a:solidFill>
          <a:effectLst>
            <a:innerShdw blurRad="127000">
              <a:prstClr val="black"/>
            </a:innerShdw>
          </a:effectLst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991452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issa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Espaço Reservado para Imagem 12">
            <a:extLst>
              <a:ext uri="{FF2B5EF4-FFF2-40B4-BE49-F238E27FC236}">
                <a16:creationId xmlns:a16="http://schemas.microsoft.com/office/drawing/2014/main" id="{F4B4F067-6F70-A74B-8543-10AC7FE0FFD6}"/>
              </a:ext>
            </a:extLst>
          </p:cNvPr>
          <p:cNvSpPr>
            <a:spLocks noGrp="1" noChangeAspect="1"/>
          </p:cNvSpPr>
          <p:nvPr>
            <p:ph type="pic" sz="quarter" idx="10"/>
          </p:nvPr>
        </p:nvSpPr>
        <p:spPr>
          <a:xfrm>
            <a:off x="0" y="3618000"/>
            <a:ext cx="3240000" cy="3240000"/>
          </a:xfrm>
          <a:custGeom>
            <a:avLst/>
            <a:gdLst>
              <a:gd name="connsiteX0" fmla="*/ 19664 w 2163096"/>
              <a:gd name="connsiteY0" fmla="*/ 0 h 2153263"/>
              <a:gd name="connsiteX1" fmla="*/ 2163096 w 2163096"/>
              <a:gd name="connsiteY1" fmla="*/ 2143431 h 2153263"/>
              <a:gd name="connsiteX2" fmla="*/ 2162600 w 2163096"/>
              <a:gd name="connsiteY2" fmla="*/ 2153263 h 2153263"/>
              <a:gd name="connsiteX3" fmla="*/ 0 w 2163096"/>
              <a:gd name="connsiteY3" fmla="*/ 2153263 h 2153263"/>
              <a:gd name="connsiteX4" fmla="*/ 0 w 2163096"/>
              <a:gd name="connsiteY4" fmla="*/ 993 h 21532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63096" h="2153263">
                <a:moveTo>
                  <a:pt x="19664" y="0"/>
                </a:moveTo>
                <a:cubicBezTo>
                  <a:pt x="1203449" y="0"/>
                  <a:pt x="2163096" y="959647"/>
                  <a:pt x="2163096" y="2143431"/>
                </a:cubicBezTo>
                <a:lnTo>
                  <a:pt x="2162600" y="2153263"/>
                </a:lnTo>
                <a:lnTo>
                  <a:pt x="0" y="2153263"/>
                </a:lnTo>
                <a:lnTo>
                  <a:pt x="0" y="993"/>
                </a:lnTo>
                <a:close/>
              </a:path>
            </a:pathLst>
          </a:custGeom>
          <a:solidFill>
            <a:schemeClr val="accent2">
              <a:alpha val="63131"/>
            </a:schemeClr>
          </a:solidFill>
          <a:effectLst>
            <a:innerShdw blurRad="127000">
              <a:prstClr val="black"/>
            </a:innerShdw>
          </a:effectLst>
        </p:spPr>
        <p:txBody>
          <a:bodyPr wrap="square">
            <a:noAutofit/>
          </a:bodyPr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649560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2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sa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Espaço Reservado para Imagem 15">
            <a:extLst>
              <a:ext uri="{FF2B5EF4-FFF2-40B4-BE49-F238E27FC236}">
                <a16:creationId xmlns:a16="http://schemas.microsoft.com/office/drawing/2014/main" id="{9AEE3E7E-F5A6-F345-A7B3-1419302D2E0E}"/>
              </a:ext>
            </a:extLst>
          </p:cNvPr>
          <p:cNvSpPr>
            <a:spLocks noGrp="1" noChangeAspect="1"/>
          </p:cNvSpPr>
          <p:nvPr>
            <p:ph type="pic" sz="quarter" idx="11"/>
          </p:nvPr>
        </p:nvSpPr>
        <p:spPr>
          <a:xfrm>
            <a:off x="0" y="1"/>
            <a:ext cx="3240000" cy="3240000"/>
          </a:xfrm>
          <a:custGeom>
            <a:avLst/>
            <a:gdLst>
              <a:gd name="connsiteX0" fmla="*/ 0 w 2153263"/>
              <a:gd name="connsiteY0" fmla="*/ 0 h 2163096"/>
              <a:gd name="connsiteX1" fmla="*/ 2152270 w 2153263"/>
              <a:gd name="connsiteY1" fmla="*/ 0 h 2163096"/>
              <a:gd name="connsiteX2" fmla="*/ 2153263 w 2153263"/>
              <a:gd name="connsiteY2" fmla="*/ 19664 h 2163096"/>
              <a:gd name="connsiteX3" fmla="*/ 9832 w 2153263"/>
              <a:gd name="connsiteY3" fmla="*/ 2163096 h 2163096"/>
              <a:gd name="connsiteX4" fmla="*/ 0 w 2153263"/>
              <a:gd name="connsiteY4" fmla="*/ 2162600 h 21630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53263" h="2163096">
                <a:moveTo>
                  <a:pt x="0" y="0"/>
                </a:moveTo>
                <a:lnTo>
                  <a:pt x="2152270" y="0"/>
                </a:lnTo>
                <a:lnTo>
                  <a:pt x="2153263" y="19664"/>
                </a:lnTo>
                <a:cubicBezTo>
                  <a:pt x="2153263" y="1203449"/>
                  <a:pt x="1193616" y="2163096"/>
                  <a:pt x="9832" y="2163096"/>
                </a:cubicBezTo>
                <a:lnTo>
                  <a:pt x="0" y="2162600"/>
                </a:lnTo>
                <a:close/>
              </a:path>
            </a:pathLst>
          </a:custGeom>
          <a:solidFill>
            <a:schemeClr val="accent2">
              <a:alpha val="70000"/>
            </a:schemeClr>
          </a:solidFill>
          <a:effectLst>
            <a:innerShdw blurRad="127000">
              <a:prstClr val="black"/>
            </a:innerShdw>
          </a:effectLst>
        </p:spPr>
        <p:txBody>
          <a:bodyPr wrap="square">
            <a:noAutofit/>
          </a:bodyPr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975980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</p:bldLst>
  </p:timing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alo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Espaço Reservado para Imagem 18">
            <a:extLst>
              <a:ext uri="{FF2B5EF4-FFF2-40B4-BE49-F238E27FC236}">
                <a16:creationId xmlns:a16="http://schemas.microsoft.com/office/drawing/2014/main" id="{6CAA9EE1-C0D7-734B-A8AD-0ED83D4B72D0}"/>
              </a:ext>
            </a:extLst>
          </p:cNvPr>
          <p:cNvSpPr>
            <a:spLocks noGrp="1" noChangeAspect="1"/>
          </p:cNvSpPr>
          <p:nvPr>
            <p:ph type="pic" sz="quarter" idx="12"/>
          </p:nvPr>
        </p:nvSpPr>
        <p:spPr>
          <a:xfrm>
            <a:off x="8952000" y="2"/>
            <a:ext cx="3240000" cy="3240000"/>
          </a:xfrm>
          <a:custGeom>
            <a:avLst/>
            <a:gdLst>
              <a:gd name="connsiteX0" fmla="*/ 992 w 2153262"/>
              <a:gd name="connsiteY0" fmla="*/ 0 h 2163096"/>
              <a:gd name="connsiteX1" fmla="*/ 2153262 w 2153262"/>
              <a:gd name="connsiteY1" fmla="*/ 0 h 2163096"/>
              <a:gd name="connsiteX2" fmla="*/ 2153262 w 2153262"/>
              <a:gd name="connsiteY2" fmla="*/ 2162600 h 2163096"/>
              <a:gd name="connsiteX3" fmla="*/ 2143430 w 2153262"/>
              <a:gd name="connsiteY3" fmla="*/ 2163096 h 2163096"/>
              <a:gd name="connsiteX4" fmla="*/ 0 w 2153262"/>
              <a:gd name="connsiteY4" fmla="*/ 19664 h 21630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53262" h="2163096">
                <a:moveTo>
                  <a:pt x="992" y="0"/>
                </a:moveTo>
                <a:lnTo>
                  <a:pt x="2153262" y="0"/>
                </a:lnTo>
                <a:lnTo>
                  <a:pt x="2153262" y="2162600"/>
                </a:lnTo>
                <a:lnTo>
                  <a:pt x="2143430" y="2163096"/>
                </a:lnTo>
                <a:cubicBezTo>
                  <a:pt x="959646" y="2163096"/>
                  <a:pt x="0" y="1203449"/>
                  <a:pt x="0" y="19664"/>
                </a:cubicBezTo>
                <a:close/>
              </a:path>
            </a:pathLst>
          </a:custGeom>
          <a:solidFill>
            <a:schemeClr val="accent2">
              <a:alpha val="70000"/>
            </a:schemeClr>
          </a:solidFill>
          <a:effectLst>
            <a:innerShdw blurRad="127000">
              <a:prstClr val="black"/>
            </a:innerShdw>
          </a:effectLst>
        </p:spPr>
        <p:txBody>
          <a:bodyPr wrap="square">
            <a:noAutofit/>
          </a:bodyPr>
          <a:lstStyle>
            <a:lvl1pPr>
              <a:defRPr lang="pt-BR"/>
            </a:lvl1pPr>
          </a:lstStyle>
          <a:p>
            <a:pPr lvl="0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601432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3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</p:bldLst>
  </p:timing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incipi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Espaço Reservado para Imagem 21">
            <a:extLst>
              <a:ext uri="{FF2B5EF4-FFF2-40B4-BE49-F238E27FC236}">
                <a16:creationId xmlns:a16="http://schemas.microsoft.com/office/drawing/2014/main" id="{479A1AD9-FEDC-214A-ADD9-713B1816C672}"/>
              </a:ext>
            </a:extLst>
          </p:cNvPr>
          <p:cNvSpPr>
            <a:spLocks noGrp="1" noChangeAspect="1"/>
          </p:cNvSpPr>
          <p:nvPr>
            <p:ph type="pic" sz="quarter" idx="13"/>
          </p:nvPr>
        </p:nvSpPr>
        <p:spPr>
          <a:xfrm>
            <a:off x="8952000" y="3618000"/>
            <a:ext cx="3240000" cy="3240000"/>
          </a:xfrm>
          <a:custGeom>
            <a:avLst/>
            <a:gdLst>
              <a:gd name="connsiteX0" fmla="*/ 2143432 w 2163096"/>
              <a:gd name="connsiteY0" fmla="*/ 0 h 2153263"/>
              <a:gd name="connsiteX1" fmla="*/ 2163096 w 2163096"/>
              <a:gd name="connsiteY1" fmla="*/ 993 h 2153263"/>
              <a:gd name="connsiteX2" fmla="*/ 2163096 w 2163096"/>
              <a:gd name="connsiteY2" fmla="*/ 2153263 h 2153263"/>
              <a:gd name="connsiteX3" fmla="*/ 496 w 2163096"/>
              <a:gd name="connsiteY3" fmla="*/ 2153263 h 2153263"/>
              <a:gd name="connsiteX4" fmla="*/ 0 w 2163096"/>
              <a:gd name="connsiteY4" fmla="*/ 2143431 h 2153263"/>
              <a:gd name="connsiteX5" fmla="*/ 2143432 w 2163096"/>
              <a:gd name="connsiteY5" fmla="*/ 0 h 21532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63096" h="2153263">
                <a:moveTo>
                  <a:pt x="2143432" y="0"/>
                </a:moveTo>
                <a:lnTo>
                  <a:pt x="2163096" y="993"/>
                </a:lnTo>
                <a:lnTo>
                  <a:pt x="2163096" y="2153263"/>
                </a:lnTo>
                <a:lnTo>
                  <a:pt x="496" y="2153263"/>
                </a:lnTo>
                <a:lnTo>
                  <a:pt x="0" y="2143431"/>
                </a:lnTo>
                <a:cubicBezTo>
                  <a:pt x="0" y="959647"/>
                  <a:pt x="959647" y="0"/>
                  <a:pt x="2143432" y="0"/>
                </a:cubicBezTo>
                <a:close/>
              </a:path>
            </a:pathLst>
          </a:custGeom>
          <a:solidFill>
            <a:schemeClr val="accent2">
              <a:alpha val="70000"/>
            </a:schemeClr>
          </a:solidFill>
          <a:effectLst>
            <a:innerShdw blurRad="127000">
              <a:prstClr val="black"/>
            </a:innerShdw>
          </a:effectLst>
        </p:spPr>
        <p:txBody>
          <a:bodyPr wrap="square">
            <a:noAutofit/>
          </a:bodyPr>
          <a:lstStyle>
            <a:lvl1pPr>
              <a:defRPr lang="pt-BR"/>
            </a:lvl1pPr>
          </a:lstStyle>
          <a:p>
            <a:pPr lvl="0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087301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6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</p:bldLst>
  </p:timing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to fundo anima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Imagem 5">
            <a:extLst>
              <a:ext uri="{FF2B5EF4-FFF2-40B4-BE49-F238E27FC236}">
                <a16:creationId xmlns:a16="http://schemas.microsoft.com/office/drawing/2014/main" id="{2B188547-222D-9940-81E2-30B462A65E5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102549" y="1382234"/>
            <a:ext cx="8562746" cy="4816544"/>
          </a:xfrm>
          <a:prstGeom prst="rect">
            <a:avLst/>
          </a:prstGeom>
          <a:solidFill>
            <a:schemeClr val="accent2">
              <a:alpha val="39698"/>
            </a:schemeClr>
          </a:solidFill>
          <a:ln>
            <a:noFill/>
          </a:ln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062817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path" presetSubtype="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95833E-6 2.22222E-6 L -0.26224 2.22222E-6 " pathEditMode="relative" rAng="0" ptsTypes="AA">
                                      <p:cBhvr>
                                        <p:cTn id="6" dur="5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3112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ço Reservado para Imagem 7">
            <a:extLst>
              <a:ext uri="{FF2B5EF4-FFF2-40B4-BE49-F238E27FC236}">
                <a16:creationId xmlns:a16="http://schemas.microsoft.com/office/drawing/2014/main" id="{E102E17D-085E-FB46-9800-062A4A548AB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" y="-33236057"/>
            <a:ext cx="12191999" cy="35350607"/>
          </a:xfrm>
          <a:prstGeom prst="rect">
            <a:avLst/>
          </a:prstGeom>
          <a:pattFill prst="pct25">
            <a:fgClr>
              <a:schemeClr val="accent2"/>
            </a:fgClr>
            <a:bgClr>
              <a:schemeClr val="tx1"/>
            </a:bgClr>
          </a:patt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pt-BR"/>
          </a:p>
        </p:txBody>
      </p:sp>
      <p:sp>
        <p:nvSpPr>
          <p:cNvPr id="12" name="Espaço Reservado para Imagem 11">
            <a:extLst>
              <a:ext uri="{FF2B5EF4-FFF2-40B4-BE49-F238E27FC236}">
                <a16:creationId xmlns:a16="http://schemas.microsoft.com/office/drawing/2014/main" id="{C81DA106-1DF1-6540-A8FE-C21560537E9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96002" y="458251"/>
            <a:ext cx="5544231" cy="3322588"/>
          </a:xfrm>
          <a:custGeom>
            <a:avLst/>
            <a:gdLst>
              <a:gd name="connsiteX0" fmla="*/ 0 w 5544231"/>
              <a:gd name="connsiteY0" fmla="*/ 0 h 3322588"/>
              <a:gd name="connsiteX1" fmla="*/ 5482830 w 5544231"/>
              <a:gd name="connsiteY1" fmla="*/ 0 h 3322588"/>
              <a:gd name="connsiteX2" fmla="*/ 5544231 w 5544231"/>
              <a:gd name="connsiteY2" fmla="*/ 61401 h 3322588"/>
              <a:gd name="connsiteX3" fmla="*/ 5544231 w 5544231"/>
              <a:gd name="connsiteY3" fmla="*/ 3261187 h 3322588"/>
              <a:gd name="connsiteX4" fmla="*/ 5482830 w 5544231"/>
              <a:gd name="connsiteY4" fmla="*/ 3322588 h 3322588"/>
              <a:gd name="connsiteX5" fmla="*/ 0 w 5544231"/>
              <a:gd name="connsiteY5" fmla="*/ 3322588 h 33225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544231" h="3322588">
                <a:moveTo>
                  <a:pt x="0" y="0"/>
                </a:moveTo>
                <a:lnTo>
                  <a:pt x="5482830" y="0"/>
                </a:lnTo>
                <a:cubicBezTo>
                  <a:pt x="5516741" y="0"/>
                  <a:pt x="5544231" y="27490"/>
                  <a:pt x="5544231" y="61401"/>
                </a:cubicBezTo>
                <a:lnTo>
                  <a:pt x="5544231" y="3261187"/>
                </a:lnTo>
                <a:cubicBezTo>
                  <a:pt x="5544231" y="3295098"/>
                  <a:pt x="5516741" y="3322588"/>
                  <a:pt x="5482830" y="3322588"/>
                </a:cubicBezTo>
                <a:lnTo>
                  <a:pt x="0" y="3322588"/>
                </a:lnTo>
                <a:close/>
              </a:path>
            </a:pathLst>
          </a:custGeom>
          <a:pattFill prst="pct80">
            <a:fgClr>
              <a:schemeClr val="accent2"/>
            </a:fgClr>
            <a:bgClr>
              <a:schemeClr val="tx1"/>
            </a:bgClr>
          </a:pattFill>
        </p:spPr>
        <p:txBody>
          <a:bodyPr wrap="square">
            <a:noAutofit/>
          </a:bodyPr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687905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ço Reservado para Imagem 7">
            <a:extLst>
              <a:ext uri="{FF2B5EF4-FFF2-40B4-BE49-F238E27FC236}">
                <a16:creationId xmlns:a16="http://schemas.microsoft.com/office/drawing/2014/main" id="{E102E17D-085E-FB46-9800-062A4A548AB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" y="-35350607"/>
            <a:ext cx="12191999" cy="35350607"/>
          </a:xfrm>
          <a:prstGeom prst="rect">
            <a:avLst/>
          </a:prstGeom>
          <a:pattFill prst="pct25">
            <a:fgClr>
              <a:schemeClr val="accent2"/>
            </a:fgClr>
            <a:bgClr>
              <a:schemeClr val="tx1"/>
            </a:bgClr>
          </a:patt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pt-BR"/>
          </a:p>
        </p:txBody>
      </p:sp>
      <p:sp>
        <p:nvSpPr>
          <p:cNvPr id="12" name="Espaço Reservado para Imagem 11">
            <a:extLst>
              <a:ext uri="{FF2B5EF4-FFF2-40B4-BE49-F238E27FC236}">
                <a16:creationId xmlns:a16="http://schemas.microsoft.com/office/drawing/2014/main" id="{C81DA106-1DF1-6540-A8FE-C21560537E9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96002" y="-2774047"/>
            <a:ext cx="5544231" cy="3322588"/>
          </a:xfrm>
          <a:custGeom>
            <a:avLst/>
            <a:gdLst>
              <a:gd name="connsiteX0" fmla="*/ 0 w 5544231"/>
              <a:gd name="connsiteY0" fmla="*/ 0 h 3322588"/>
              <a:gd name="connsiteX1" fmla="*/ 5482830 w 5544231"/>
              <a:gd name="connsiteY1" fmla="*/ 0 h 3322588"/>
              <a:gd name="connsiteX2" fmla="*/ 5544231 w 5544231"/>
              <a:gd name="connsiteY2" fmla="*/ 61401 h 3322588"/>
              <a:gd name="connsiteX3" fmla="*/ 5544231 w 5544231"/>
              <a:gd name="connsiteY3" fmla="*/ 3261187 h 3322588"/>
              <a:gd name="connsiteX4" fmla="*/ 5482830 w 5544231"/>
              <a:gd name="connsiteY4" fmla="*/ 3322588 h 3322588"/>
              <a:gd name="connsiteX5" fmla="*/ 0 w 5544231"/>
              <a:gd name="connsiteY5" fmla="*/ 3322588 h 33225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544231" h="3322588">
                <a:moveTo>
                  <a:pt x="0" y="0"/>
                </a:moveTo>
                <a:lnTo>
                  <a:pt x="5482830" y="0"/>
                </a:lnTo>
                <a:cubicBezTo>
                  <a:pt x="5516741" y="0"/>
                  <a:pt x="5544231" y="27490"/>
                  <a:pt x="5544231" y="61401"/>
                </a:cubicBezTo>
                <a:lnTo>
                  <a:pt x="5544231" y="3261187"/>
                </a:lnTo>
                <a:cubicBezTo>
                  <a:pt x="5544231" y="3295098"/>
                  <a:pt x="5516741" y="3322588"/>
                  <a:pt x="5482830" y="3322588"/>
                </a:cubicBezTo>
                <a:lnTo>
                  <a:pt x="0" y="3322588"/>
                </a:lnTo>
                <a:close/>
              </a:path>
            </a:pathLst>
          </a:custGeom>
          <a:pattFill prst="pct80">
            <a:fgClr>
              <a:schemeClr val="accent2"/>
            </a:fgClr>
            <a:bgClr>
              <a:schemeClr val="tx1"/>
            </a:bgClr>
          </a:pattFill>
        </p:spPr>
        <p:txBody>
          <a:bodyPr wrap="square">
            <a:noAutofit/>
          </a:bodyPr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9977547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jornada inici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ço Reservado para Imagem 8">
            <a:extLst>
              <a:ext uri="{FF2B5EF4-FFF2-40B4-BE49-F238E27FC236}">
                <a16:creationId xmlns:a16="http://schemas.microsoft.com/office/drawing/2014/main" id="{028161D8-B070-A64E-A8DA-2CF3BBC6CFF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388479" y="4514855"/>
            <a:ext cx="1828800" cy="1828800"/>
          </a:xfrm>
          <a:prstGeom prst="roundRect">
            <a:avLst>
              <a:gd name="adj" fmla="val 8602"/>
            </a:avLst>
          </a:prstGeom>
          <a:solidFill>
            <a:schemeClr val="accent2">
              <a:alpha val="71000"/>
            </a:schemeClr>
          </a:solidFill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pt-BR"/>
          </a:p>
        </p:txBody>
      </p:sp>
      <p:sp>
        <p:nvSpPr>
          <p:cNvPr id="10" name="Espaço Reservado para Imagem 9">
            <a:extLst>
              <a:ext uri="{FF2B5EF4-FFF2-40B4-BE49-F238E27FC236}">
                <a16:creationId xmlns:a16="http://schemas.microsoft.com/office/drawing/2014/main" id="{51AF6BDE-7995-F749-98A8-C3A5A366D33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432069" y="4514855"/>
            <a:ext cx="1828800" cy="1828800"/>
          </a:xfrm>
          <a:prstGeom prst="roundRect">
            <a:avLst>
              <a:gd name="adj" fmla="val 8065"/>
            </a:avLst>
          </a:prstGeom>
          <a:solidFill>
            <a:schemeClr val="accent2">
              <a:alpha val="71000"/>
            </a:schemeClr>
          </a:solidFill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pt-BR"/>
          </a:p>
        </p:txBody>
      </p:sp>
      <p:sp>
        <p:nvSpPr>
          <p:cNvPr id="11" name="Espaço Reservado para Imagem 10">
            <a:extLst>
              <a:ext uri="{FF2B5EF4-FFF2-40B4-BE49-F238E27FC236}">
                <a16:creationId xmlns:a16="http://schemas.microsoft.com/office/drawing/2014/main" id="{40738A98-B9E7-A642-B8FB-9345BB521C0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953256" y="4514855"/>
            <a:ext cx="1828800" cy="1828800"/>
          </a:xfrm>
          <a:prstGeom prst="roundRect">
            <a:avLst>
              <a:gd name="adj" fmla="val 9140"/>
            </a:avLst>
          </a:prstGeom>
          <a:solidFill>
            <a:schemeClr val="accent2">
              <a:alpha val="71000"/>
            </a:schemeClr>
          </a:solidFill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pt-BR"/>
          </a:p>
        </p:txBody>
      </p:sp>
      <p:sp>
        <p:nvSpPr>
          <p:cNvPr id="12" name="Espaço Reservado para Imagem 11">
            <a:extLst>
              <a:ext uri="{FF2B5EF4-FFF2-40B4-BE49-F238E27FC236}">
                <a16:creationId xmlns:a16="http://schemas.microsoft.com/office/drawing/2014/main" id="{C81BF552-2045-774C-A1D3-EF4A7CDBEF8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996846" y="4514855"/>
            <a:ext cx="1828800" cy="1828800"/>
          </a:xfrm>
          <a:prstGeom prst="roundRect">
            <a:avLst>
              <a:gd name="adj" fmla="val 6990"/>
            </a:avLst>
          </a:prstGeom>
          <a:solidFill>
            <a:schemeClr val="accent2">
              <a:alpha val="71000"/>
            </a:schemeClr>
          </a:solidFill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528087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</p:bldLst>
  </p:timing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Espaço Reservado para Imagem 15">
            <a:extLst>
              <a:ext uri="{FF2B5EF4-FFF2-40B4-BE49-F238E27FC236}">
                <a16:creationId xmlns:a16="http://schemas.microsoft.com/office/drawing/2014/main" id="{36F17AA8-B35E-F643-AFD4-DE179DA23E2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486533" y="4293725"/>
            <a:ext cx="2880000" cy="1908000"/>
          </a:xfrm>
          <a:prstGeom prst="rect">
            <a:avLst/>
          </a:prstGeom>
          <a:solidFill>
            <a:schemeClr val="accent2">
              <a:alpha val="69765"/>
            </a:schemeClr>
          </a:solidFill>
          <a:ln>
            <a:noFill/>
          </a:ln>
          <a:effectLst>
            <a:innerShdw blurRad="127000">
              <a:prstClr val="black"/>
            </a:inn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7" name="Espaço Reservado para Imagem 15">
            <a:extLst>
              <a:ext uri="{FF2B5EF4-FFF2-40B4-BE49-F238E27FC236}">
                <a16:creationId xmlns:a16="http://schemas.microsoft.com/office/drawing/2014/main" id="{13EAD928-711F-3B43-B86D-3D7DB6855E2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910289" y="4293725"/>
            <a:ext cx="2880000" cy="1908000"/>
          </a:xfrm>
          <a:prstGeom prst="rect">
            <a:avLst/>
          </a:prstGeom>
          <a:solidFill>
            <a:schemeClr val="accent2">
              <a:alpha val="69765"/>
            </a:schemeClr>
          </a:solidFill>
          <a:ln>
            <a:noFill/>
          </a:ln>
          <a:effectLst>
            <a:innerShdw blurRad="127000">
              <a:prstClr val="black"/>
            </a:inn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8" name="Espaço Reservado para Imagem 15">
            <a:extLst>
              <a:ext uri="{FF2B5EF4-FFF2-40B4-BE49-F238E27FC236}">
                <a16:creationId xmlns:a16="http://schemas.microsoft.com/office/drawing/2014/main" id="{47C033D9-EDD8-9A49-9F69-053C6FC7F39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334045" y="4293725"/>
            <a:ext cx="2880000" cy="1908000"/>
          </a:xfrm>
          <a:prstGeom prst="rect">
            <a:avLst/>
          </a:prstGeom>
          <a:solidFill>
            <a:schemeClr val="accent2">
              <a:alpha val="69765"/>
            </a:schemeClr>
          </a:solidFill>
          <a:ln>
            <a:noFill/>
          </a:ln>
          <a:effectLst>
            <a:innerShdw blurRad="127000">
              <a:prstClr val="black"/>
            </a:inn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9" name="Espaço Reservado para Imagem 15">
            <a:extLst>
              <a:ext uri="{FF2B5EF4-FFF2-40B4-BE49-F238E27FC236}">
                <a16:creationId xmlns:a16="http://schemas.microsoft.com/office/drawing/2014/main" id="{503E0A45-6E96-0D43-8EC3-0C261F1D792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0441611" y="4293725"/>
            <a:ext cx="2880000" cy="1908000"/>
          </a:xfrm>
          <a:prstGeom prst="rect">
            <a:avLst/>
          </a:prstGeom>
          <a:solidFill>
            <a:schemeClr val="accent2">
              <a:alpha val="69765"/>
            </a:schemeClr>
          </a:solidFill>
          <a:ln>
            <a:noFill/>
          </a:ln>
          <a:effectLst>
            <a:innerShdw blurRad="127000">
              <a:prstClr val="black"/>
            </a:inn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0" name="Espaço Reservado para Imagem 15">
            <a:extLst>
              <a:ext uri="{FF2B5EF4-FFF2-40B4-BE49-F238E27FC236}">
                <a16:creationId xmlns:a16="http://schemas.microsoft.com/office/drawing/2014/main" id="{64A08BAC-7DBA-4046-9B29-270F280E53E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-7017855" y="4293725"/>
            <a:ext cx="2880000" cy="1908000"/>
          </a:xfrm>
          <a:prstGeom prst="rect">
            <a:avLst/>
          </a:prstGeom>
          <a:solidFill>
            <a:schemeClr val="accent2">
              <a:alpha val="69765"/>
            </a:schemeClr>
          </a:solidFill>
          <a:ln>
            <a:noFill/>
          </a:ln>
          <a:effectLst>
            <a:innerShdw blurRad="127000">
              <a:prstClr val="black"/>
            </a:inn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1" name="Espaço Reservado para Imagem 15">
            <a:extLst>
              <a:ext uri="{FF2B5EF4-FFF2-40B4-BE49-F238E27FC236}">
                <a16:creationId xmlns:a16="http://schemas.microsoft.com/office/drawing/2014/main" id="{F32A03FB-FE10-F34C-94E7-1C2723ACCD4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-3594099" y="4293725"/>
            <a:ext cx="2880000" cy="1908000"/>
          </a:xfrm>
          <a:prstGeom prst="rect">
            <a:avLst/>
          </a:prstGeom>
          <a:solidFill>
            <a:schemeClr val="accent2">
              <a:alpha val="69765"/>
            </a:schemeClr>
          </a:solidFill>
          <a:ln>
            <a:noFill/>
          </a:ln>
          <a:effectLst>
            <a:innerShdw blurRad="127000">
              <a:prstClr val="black"/>
            </a:inn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2" name="Espaço Reservado para Imagem 15">
            <a:extLst>
              <a:ext uri="{FF2B5EF4-FFF2-40B4-BE49-F238E27FC236}">
                <a16:creationId xmlns:a16="http://schemas.microsoft.com/office/drawing/2014/main" id="{081B18F4-76E9-AA44-BBDF-1EC8B72BD23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2951806" y="4293725"/>
            <a:ext cx="2880000" cy="1908000"/>
          </a:xfrm>
          <a:prstGeom prst="rect">
            <a:avLst/>
          </a:prstGeom>
          <a:solidFill>
            <a:schemeClr val="accent2">
              <a:alpha val="69765"/>
            </a:schemeClr>
          </a:solidFill>
          <a:ln>
            <a:noFill/>
          </a:ln>
          <a:effectLst>
            <a:innerShdw blurRad="127000">
              <a:prstClr val="black"/>
            </a:inn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3" name="Espaço Reservado para Imagem 15">
            <a:extLst>
              <a:ext uri="{FF2B5EF4-FFF2-40B4-BE49-F238E27FC236}">
                <a16:creationId xmlns:a16="http://schemas.microsoft.com/office/drawing/2014/main" id="{9AD0CBF4-B446-CF4D-86DB-9126899C985A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16375562" y="4293725"/>
            <a:ext cx="2880000" cy="1908000"/>
          </a:xfrm>
          <a:prstGeom prst="rect">
            <a:avLst/>
          </a:prstGeom>
          <a:solidFill>
            <a:schemeClr val="accent2">
              <a:alpha val="69765"/>
            </a:schemeClr>
          </a:solidFill>
          <a:ln>
            <a:noFill/>
          </a:ln>
          <a:effectLst>
            <a:innerShdw blurRad="127000">
              <a:prstClr val="black"/>
            </a:inn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4" name="Espaço Reservado para Imagem 15">
            <a:extLst>
              <a:ext uri="{FF2B5EF4-FFF2-40B4-BE49-F238E27FC236}">
                <a16:creationId xmlns:a16="http://schemas.microsoft.com/office/drawing/2014/main" id="{808FC756-DD68-1A40-B666-5A800732B569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19799318" y="4293725"/>
            <a:ext cx="2880000" cy="1908000"/>
          </a:xfrm>
          <a:prstGeom prst="rect">
            <a:avLst/>
          </a:prstGeom>
          <a:solidFill>
            <a:schemeClr val="accent2">
              <a:alpha val="69765"/>
            </a:schemeClr>
          </a:solidFill>
          <a:ln>
            <a:noFill/>
          </a:ln>
          <a:effectLst>
            <a:innerShdw blurRad="127000">
              <a:prstClr val="black"/>
            </a:innerShdw>
          </a:effectLst>
        </p:spPr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8070120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lhores servicos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ço Reservado para Imagem 7">
            <a:extLst>
              <a:ext uri="{FF2B5EF4-FFF2-40B4-BE49-F238E27FC236}">
                <a16:creationId xmlns:a16="http://schemas.microsoft.com/office/drawing/2014/main" id="{83A10F99-4A49-1344-8132-8D5E4DDC01F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15687" y="2345322"/>
            <a:ext cx="3359200" cy="3392829"/>
          </a:xfrm>
          <a:custGeom>
            <a:avLst/>
            <a:gdLst>
              <a:gd name="connsiteX0" fmla="*/ 0 w 3359200"/>
              <a:gd name="connsiteY0" fmla="*/ 0 h 3392829"/>
              <a:gd name="connsiteX1" fmla="*/ 3359200 w 3359200"/>
              <a:gd name="connsiteY1" fmla="*/ 0 h 3392829"/>
              <a:gd name="connsiteX2" fmla="*/ 3359200 w 3359200"/>
              <a:gd name="connsiteY2" fmla="*/ 3392829 h 3392829"/>
              <a:gd name="connsiteX3" fmla="*/ 0 w 3359200"/>
              <a:gd name="connsiteY3" fmla="*/ 3392829 h 33928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59200" h="3392829">
                <a:moveTo>
                  <a:pt x="0" y="0"/>
                </a:moveTo>
                <a:lnTo>
                  <a:pt x="3359200" y="0"/>
                </a:lnTo>
                <a:lnTo>
                  <a:pt x="3359200" y="3392829"/>
                </a:lnTo>
                <a:lnTo>
                  <a:pt x="0" y="3392829"/>
                </a:lnTo>
                <a:close/>
              </a:path>
            </a:pathLst>
          </a:custGeom>
          <a:solidFill>
            <a:schemeClr val="accent2">
              <a:alpha val="73000"/>
            </a:schemeClr>
          </a:solidFill>
        </p:spPr>
        <p:txBody>
          <a:bodyPr wrap="square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pt-BR"/>
          </a:p>
        </p:txBody>
      </p:sp>
      <p:sp>
        <p:nvSpPr>
          <p:cNvPr id="9" name="Espaço Reservado para Imagem 8">
            <a:extLst>
              <a:ext uri="{FF2B5EF4-FFF2-40B4-BE49-F238E27FC236}">
                <a16:creationId xmlns:a16="http://schemas.microsoft.com/office/drawing/2014/main" id="{98D4BEEF-9644-7446-8D29-ECB606359BB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416400" y="2345322"/>
            <a:ext cx="3359200" cy="3392829"/>
          </a:xfrm>
          <a:custGeom>
            <a:avLst/>
            <a:gdLst>
              <a:gd name="connsiteX0" fmla="*/ 0 w 3359200"/>
              <a:gd name="connsiteY0" fmla="*/ 0 h 3392829"/>
              <a:gd name="connsiteX1" fmla="*/ 3359200 w 3359200"/>
              <a:gd name="connsiteY1" fmla="*/ 0 h 3392829"/>
              <a:gd name="connsiteX2" fmla="*/ 3359200 w 3359200"/>
              <a:gd name="connsiteY2" fmla="*/ 3392829 h 3392829"/>
              <a:gd name="connsiteX3" fmla="*/ 0 w 3359200"/>
              <a:gd name="connsiteY3" fmla="*/ 3392829 h 33928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59200" h="3392829">
                <a:moveTo>
                  <a:pt x="0" y="0"/>
                </a:moveTo>
                <a:lnTo>
                  <a:pt x="3359200" y="0"/>
                </a:lnTo>
                <a:lnTo>
                  <a:pt x="3359200" y="3392829"/>
                </a:lnTo>
                <a:lnTo>
                  <a:pt x="0" y="3392829"/>
                </a:lnTo>
                <a:close/>
              </a:path>
            </a:pathLst>
          </a:custGeom>
          <a:solidFill>
            <a:schemeClr val="accent2">
              <a:alpha val="73000"/>
            </a:schemeClr>
          </a:solidFill>
        </p:spPr>
        <p:txBody>
          <a:bodyPr wrap="square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pt-BR"/>
          </a:p>
        </p:txBody>
      </p:sp>
      <p:sp>
        <p:nvSpPr>
          <p:cNvPr id="10" name="Espaço Reservado para Imagem 9">
            <a:extLst>
              <a:ext uri="{FF2B5EF4-FFF2-40B4-BE49-F238E27FC236}">
                <a16:creationId xmlns:a16="http://schemas.microsoft.com/office/drawing/2014/main" id="{9DF6B407-88EC-1441-B88C-FD954BDC9EC4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340943" y="2345322"/>
            <a:ext cx="3359200" cy="3392829"/>
          </a:xfrm>
          <a:custGeom>
            <a:avLst/>
            <a:gdLst>
              <a:gd name="connsiteX0" fmla="*/ 0 w 3359200"/>
              <a:gd name="connsiteY0" fmla="*/ 0 h 3392829"/>
              <a:gd name="connsiteX1" fmla="*/ 3359200 w 3359200"/>
              <a:gd name="connsiteY1" fmla="*/ 0 h 3392829"/>
              <a:gd name="connsiteX2" fmla="*/ 3359200 w 3359200"/>
              <a:gd name="connsiteY2" fmla="*/ 3392829 h 3392829"/>
              <a:gd name="connsiteX3" fmla="*/ 0 w 3359200"/>
              <a:gd name="connsiteY3" fmla="*/ 3392829 h 33928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59200" h="3392829">
                <a:moveTo>
                  <a:pt x="0" y="0"/>
                </a:moveTo>
                <a:lnTo>
                  <a:pt x="3359200" y="0"/>
                </a:lnTo>
                <a:lnTo>
                  <a:pt x="3359200" y="3392829"/>
                </a:lnTo>
                <a:lnTo>
                  <a:pt x="0" y="3392829"/>
                </a:lnTo>
                <a:close/>
              </a:path>
            </a:pathLst>
          </a:custGeom>
          <a:solidFill>
            <a:schemeClr val="accent2">
              <a:alpha val="73000"/>
            </a:schemeClr>
          </a:solidFill>
        </p:spPr>
        <p:txBody>
          <a:bodyPr wrap="square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55482785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lhores servicos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Imagem 6">
            <a:extLst>
              <a:ext uri="{FF2B5EF4-FFF2-40B4-BE49-F238E27FC236}">
                <a16:creationId xmlns:a16="http://schemas.microsoft.com/office/drawing/2014/main" id="{6C67BB3F-07B5-FE46-A074-C6C1889D981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15687" y="2295588"/>
            <a:ext cx="2486025" cy="3442563"/>
          </a:xfrm>
          <a:custGeom>
            <a:avLst/>
            <a:gdLst>
              <a:gd name="connsiteX0" fmla="*/ 0 w 3359200"/>
              <a:gd name="connsiteY0" fmla="*/ 0 h 3392829"/>
              <a:gd name="connsiteX1" fmla="*/ 3359200 w 3359200"/>
              <a:gd name="connsiteY1" fmla="*/ 0 h 3392829"/>
              <a:gd name="connsiteX2" fmla="*/ 3359200 w 3359200"/>
              <a:gd name="connsiteY2" fmla="*/ 3392829 h 3392829"/>
              <a:gd name="connsiteX3" fmla="*/ 0 w 3359200"/>
              <a:gd name="connsiteY3" fmla="*/ 3392829 h 33928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59200" h="3392829">
                <a:moveTo>
                  <a:pt x="0" y="0"/>
                </a:moveTo>
                <a:lnTo>
                  <a:pt x="3359200" y="0"/>
                </a:lnTo>
                <a:lnTo>
                  <a:pt x="3359200" y="3392829"/>
                </a:lnTo>
                <a:lnTo>
                  <a:pt x="0" y="3392829"/>
                </a:lnTo>
                <a:close/>
              </a:path>
            </a:pathLst>
          </a:custGeom>
          <a:solidFill>
            <a:schemeClr val="accent2">
              <a:alpha val="73000"/>
            </a:schemeClr>
          </a:solidFill>
        </p:spPr>
        <p:txBody>
          <a:bodyPr wrap="square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pt-BR"/>
          </a:p>
        </p:txBody>
      </p:sp>
      <p:sp>
        <p:nvSpPr>
          <p:cNvPr id="8" name="Espaço Reservado para Imagem 7">
            <a:extLst>
              <a:ext uri="{FF2B5EF4-FFF2-40B4-BE49-F238E27FC236}">
                <a16:creationId xmlns:a16="http://schemas.microsoft.com/office/drawing/2014/main" id="{2ACE7E39-FE13-314B-9350-4BB2196A426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407222" y="2295588"/>
            <a:ext cx="2486025" cy="3442563"/>
          </a:xfrm>
          <a:custGeom>
            <a:avLst/>
            <a:gdLst>
              <a:gd name="connsiteX0" fmla="*/ 0 w 3359200"/>
              <a:gd name="connsiteY0" fmla="*/ 0 h 3392829"/>
              <a:gd name="connsiteX1" fmla="*/ 3359200 w 3359200"/>
              <a:gd name="connsiteY1" fmla="*/ 0 h 3392829"/>
              <a:gd name="connsiteX2" fmla="*/ 3359200 w 3359200"/>
              <a:gd name="connsiteY2" fmla="*/ 3392829 h 3392829"/>
              <a:gd name="connsiteX3" fmla="*/ 0 w 3359200"/>
              <a:gd name="connsiteY3" fmla="*/ 3392829 h 33928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59200" h="3392829">
                <a:moveTo>
                  <a:pt x="0" y="0"/>
                </a:moveTo>
                <a:lnTo>
                  <a:pt x="3359200" y="0"/>
                </a:lnTo>
                <a:lnTo>
                  <a:pt x="3359200" y="3392829"/>
                </a:lnTo>
                <a:lnTo>
                  <a:pt x="0" y="3392829"/>
                </a:lnTo>
                <a:close/>
              </a:path>
            </a:pathLst>
          </a:custGeom>
          <a:solidFill>
            <a:schemeClr val="accent2">
              <a:alpha val="73000"/>
            </a:schemeClr>
          </a:solidFill>
        </p:spPr>
        <p:txBody>
          <a:bodyPr wrap="square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pt-BR"/>
          </a:p>
        </p:txBody>
      </p:sp>
      <p:sp>
        <p:nvSpPr>
          <p:cNvPr id="9" name="Espaço Reservado para Imagem 8">
            <a:extLst>
              <a:ext uri="{FF2B5EF4-FFF2-40B4-BE49-F238E27FC236}">
                <a16:creationId xmlns:a16="http://schemas.microsoft.com/office/drawing/2014/main" id="{6ED409EA-0256-5044-9667-D4509EA325F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298754" y="2295588"/>
            <a:ext cx="2486025" cy="3442563"/>
          </a:xfrm>
          <a:custGeom>
            <a:avLst/>
            <a:gdLst>
              <a:gd name="connsiteX0" fmla="*/ 0 w 3359200"/>
              <a:gd name="connsiteY0" fmla="*/ 0 h 3392829"/>
              <a:gd name="connsiteX1" fmla="*/ 3359200 w 3359200"/>
              <a:gd name="connsiteY1" fmla="*/ 0 h 3392829"/>
              <a:gd name="connsiteX2" fmla="*/ 3359200 w 3359200"/>
              <a:gd name="connsiteY2" fmla="*/ 3392829 h 3392829"/>
              <a:gd name="connsiteX3" fmla="*/ 0 w 3359200"/>
              <a:gd name="connsiteY3" fmla="*/ 3392829 h 33928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59200" h="3392829">
                <a:moveTo>
                  <a:pt x="0" y="0"/>
                </a:moveTo>
                <a:lnTo>
                  <a:pt x="3359200" y="0"/>
                </a:lnTo>
                <a:lnTo>
                  <a:pt x="3359200" y="3392829"/>
                </a:lnTo>
                <a:lnTo>
                  <a:pt x="0" y="3392829"/>
                </a:lnTo>
                <a:close/>
              </a:path>
            </a:pathLst>
          </a:custGeom>
          <a:solidFill>
            <a:schemeClr val="accent2">
              <a:alpha val="73000"/>
            </a:schemeClr>
          </a:solidFill>
        </p:spPr>
        <p:txBody>
          <a:bodyPr wrap="square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pt-BR"/>
          </a:p>
        </p:txBody>
      </p:sp>
      <p:sp>
        <p:nvSpPr>
          <p:cNvPr id="10" name="Espaço Reservado para Imagem 9">
            <a:extLst>
              <a:ext uri="{FF2B5EF4-FFF2-40B4-BE49-F238E27FC236}">
                <a16:creationId xmlns:a16="http://schemas.microsoft.com/office/drawing/2014/main" id="{10197E7F-975C-4A4D-A504-7C0CD959628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190288" y="2295588"/>
            <a:ext cx="2486025" cy="3442563"/>
          </a:xfrm>
          <a:custGeom>
            <a:avLst/>
            <a:gdLst>
              <a:gd name="connsiteX0" fmla="*/ 0 w 3359200"/>
              <a:gd name="connsiteY0" fmla="*/ 0 h 3392829"/>
              <a:gd name="connsiteX1" fmla="*/ 3359200 w 3359200"/>
              <a:gd name="connsiteY1" fmla="*/ 0 h 3392829"/>
              <a:gd name="connsiteX2" fmla="*/ 3359200 w 3359200"/>
              <a:gd name="connsiteY2" fmla="*/ 3392829 h 3392829"/>
              <a:gd name="connsiteX3" fmla="*/ 0 w 3359200"/>
              <a:gd name="connsiteY3" fmla="*/ 3392829 h 33928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59200" h="3392829">
                <a:moveTo>
                  <a:pt x="0" y="0"/>
                </a:moveTo>
                <a:lnTo>
                  <a:pt x="3359200" y="0"/>
                </a:lnTo>
                <a:lnTo>
                  <a:pt x="3359200" y="3392829"/>
                </a:lnTo>
                <a:lnTo>
                  <a:pt x="0" y="3392829"/>
                </a:lnTo>
                <a:close/>
              </a:path>
            </a:pathLst>
          </a:custGeom>
          <a:solidFill>
            <a:schemeClr val="accent2">
              <a:alpha val="73000"/>
            </a:schemeClr>
          </a:solidFill>
        </p:spPr>
        <p:txBody>
          <a:bodyPr wrap="square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3104829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Imagem 4">
            <a:extLst>
              <a:ext uri="{FF2B5EF4-FFF2-40B4-BE49-F238E27FC236}">
                <a16:creationId xmlns:a16="http://schemas.microsoft.com/office/drawing/2014/main" id="{830DA0CC-8943-C24A-B481-EEBB34FB342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" y="1"/>
            <a:ext cx="4011246" cy="6858000"/>
          </a:xfrm>
          <a:prstGeom prst="rect">
            <a:avLst/>
          </a:prstGeom>
          <a:noFill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Imagem 4">
            <a:extLst>
              <a:ext uri="{FF2B5EF4-FFF2-40B4-BE49-F238E27FC236}">
                <a16:creationId xmlns:a16="http://schemas.microsoft.com/office/drawing/2014/main" id="{32A73A1D-B12D-E847-BAD1-5CFF0DC994A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4011246" y="-1"/>
            <a:ext cx="4011246" cy="6858000"/>
          </a:xfrm>
          <a:prstGeom prst="rect">
            <a:avLst/>
          </a:prstGeom>
          <a:noFill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pt-BR"/>
          </a:p>
        </p:txBody>
      </p:sp>
      <p:sp>
        <p:nvSpPr>
          <p:cNvPr id="7" name="Espaço Reservado para Imagem 4">
            <a:extLst>
              <a:ext uri="{FF2B5EF4-FFF2-40B4-BE49-F238E27FC236}">
                <a16:creationId xmlns:a16="http://schemas.microsoft.com/office/drawing/2014/main" id="{784EBEF2-9D9D-554D-85B2-190111F0427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" y="6857999"/>
            <a:ext cx="4011246" cy="6858000"/>
          </a:xfrm>
          <a:prstGeom prst="rect">
            <a:avLst/>
          </a:prstGeom>
          <a:noFill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46147338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1 Equip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Imagem 4">
            <a:extLst>
              <a:ext uri="{FF2B5EF4-FFF2-40B4-BE49-F238E27FC236}">
                <a16:creationId xmlns:a16="http://schemas.microsoft.com/office/drawing/2014/main" id="{830DA0CC-8943-C24A-B481-EEBB34FB342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" y="1"/>
            <a:ext cx="4011246" cy="6858000"/>
          </a:xfrm>
          <a:prstGeom prst="rect">
            <a:avLst/>
          </a:prstGeom>
          <a:noFill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Imagem 4">
            <a:extLst>
              <a:ext uri="{FF2B5EF4-FFF2-40B4-BE49-F238E27FC236}">
                <a16:creationId xmlns:a16="http://schemas.microsoft.com/office/drawing/2014/main" id="{32A73A1D-B12D-E847-BAD1-5CFF0DC994A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4011246" y="-1"/>
            <a:ext cx="4011246" cy="6858000"/>
          </a:xfrm>
          <a:prstGeom prst="rect">
            <a:avLst/>
          </a:prstGeom>
          <a:pattFill prst="pct75">
            <a:fgClr>
              <a:schemeClr val="accent2"/>
            </a:fgClr>
            <a:bgClr>
              <a:schemeClr val="bg1"/>
            </a:bgClr>
          </a:patt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pt-BR"/>
          </a:p>
        </p:txBody>
      </p:sp>
      <p:sp>
        <p:nvSpPr>
          <p:cNvPr id="7" name="Espaço Reservado para Imagem 4">
            <a:extLst>
              <a:ext uri="{FF2B5EF4-FFF2-40B4-BE49-F238E27FC236}">
                <a16:creationId xmlns:a16="http://schemas.microsoft.com/office/drawing/2014/main" id="{784EBEF2-9D9D-554D-85B2-190111F0427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" y="6857999"/>
            <a:ext cx="4011246" cy="6858000"/>
          </a:xfrm>
          <a:prstGeom prst="rect">
            <a:avLst/>
          </a:prstGeom>
          <a:noFill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pt-BR"/>
          </a:p>
        </p:txBody>
      </p:sp>
      <p:sp>
        <p:nvSpPr>
          <p:cNvPr id="8" name="Espaço Reservado para Imagem 4">
            <a:extLst>
              <a:ext uri="{FF2B5EF4-FFF2-40B4-BE49-F238E27FC236}">
                <a16:creationId xmlns:a16="http://schemas.microsoft.com/office/drawing/2014/main" id="{F09B3BFB-ED8E-DA4B-B294-55664E77393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8022493" y="-1"/>
            <a:ext cx="4011246" cy="6858000"/>
          </a:xfrm>
          <a:prstGeom prst="rect">
            <a:avLst/>
          </a:prstGeom>
          <a:pattFill prst="pct75">
            <a:fgClr>
              <a:schemeClr val="accent2"/>
            </a:fgClr>
            <a:bgClr>
              <a:schemeClr val="bg1"/>
            </a:bgClr>
          </a:patt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pt-BR"/>
          </a:p>
        </p:txBody>
      </p:sp>
      <p:sp>
        <p:nvSpPr>
          <p:cNvPr id="9" name="Espaço Reservado para Imagem 4">
            <a:extLst>
              <a:ext uri="{FF2B5EF4-FFF2-40B4-BE49-F238E27FC236}">
                <a16:creationId xmlns:a16="http://schemas.microsoft.com/office/drawing/2014/main" id="{79DF07E8-8E7B-3145-AD57-84E8E5658C1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-12071979" y="-1"/>
            <a:ext cx="4011246" cy="6858000"/>
          </a:xfrm>
          <a:prstGeom prst="rect">
            <a:avLst/>
          </a:prstGeom>
          <a:pattFill prst="pct75">
            <a:fgClr>
              <a:schemeClr val="accent2"/>
            </a:fgClr>
            <a:bgClr>
              <a:schemeClr val="bg1"/>
            </a:bgClr>
          </a:patt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pt-BR"/>
          </a:p>
        </p:txBody>
      </p:sp>
      <p:sp>
        <p:nvSpPr>
          <p:cNvPr id="10" name="Espaço Reservado para Imagem 4">
            <a:extLst>
              <a:ext uri="{FF2B5EF4-FFF2-40B4-BE49-F238E27FC236}">
                <a16:creationId xmlns:a16="http://schemas.microsoft.com/office/drawing/2014/main" id="{CCF47A09-2C68-CA4E-ABED-129810A15BB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-16203246" y="-1"/>
            <a:ext cx="4011246" cy="6858000"/>
          </a:xfrm>
          <a:prstGeom prst="rect">
            <a:avLst/>
          </a:prstGeom>
          <a:pattFill prst="pct75">
            <a:fgClr>
              <a:schemeClr val="accent2"/>
            </a:fgClr>
            <a:bgClr>
              <a:schemeClr val="bg1"/>
            </a:bgClr>
          </a:patt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pt-BR"/>
          </a:p>
        </p:txBody>
      </p:sp>
      <p:sp>
        <p:nvSpPr>
          <p:cNvPr id="11" name="Espaço Reservado para Imagem 4">
            <a:extLst>
              <a:ext uri="{FF2B5EF4-FFF2-40B4-BE49-F238E27FC236}">
                <a16:creationId xmlns:a16="http://schemas.microsoft.com/office/drawing/2014/main" id="{9DA2BBD9-0F99-3447-A485-8548545E7E9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-20214493" y="-1"/>
            <a:ext cx="4011246" cy="6858000"/>
          </a:xfrm>
          <a:prstGeom prst="rect">
            <a:avLst/>
          </a:prstGeom>
          <a:pattFill prst="pct75">
            <a:fgClr>
              <a:schemeClr val="accent2"/>
            </a:fgClr>
            <a:bgClr>
              <a:schemeClr val="bg1"/>
            </a:bgClr>
          </a:patt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pt-BR"/>
          </a:p>
        </p:txBody>
      </p:sp>
      <p:sp>
        <p:nvSpPr>
          <p:cNvPr id="12" name="Espaço Reservado para Imagem 4">
            <a:extLst>
              <a:ext uri="{FF2B5EF4-FFF2-40B4-BE49-F238E27FC236}">
                <a16:creationId xmlns:a16="http://schemas.microsoft.com/office/drawing/2014/main" id="{4FEDAE9E-5018-7349-A421-4435DAF9B803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-24263979" y="-1"/>
            <a:ext cx="4011246" cy="6858000"/>
          </a:xfrm>
          <a:prstGeom prst="rect">
            <a:avLst/>
          </a:prstGeom>
          <a:pattFill prst="pct75">
            <a:fgClr>
              <a:schemeClr val="accent2"/>
            </a:fgClr>
            <a:bgClr>
              <a:schemeClr val="bg1"/>
            </a:bgClr>
          </a:patt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pt-BR"/>
          </a:p>
        </p:txBody>
      </p:sp>
      <p:sp>
        <p:nvSpPr>
          <p:cNvPr id="13" name="Espaço Reservado para Imagem 4">
            <a:extLst>
              <a:ext uri="{FF2B5EF4-FFF2-40B4-BE49-F238E27FC236}">
                <a16:creationId xmlns:a16="http://schemas.microsoft.com/office/drawing/2014/main" id="{93377C97-322C-924D-87B3-A098F3217A1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-28335236" y="-1"/>
            <a:ext cx="4011246" cy="6858000"/>
          </a:xfrm>
          <a:prstGeom prst="rect">
            <a:avLst/>
          </a:prstGeom>
          <a:pattFill prst="pct75">
            <a:fgClr>
              <a:schemeClr val="accent2"/>
            </a:fgClr>
            <a:bgClr>
              <a:schemeClr val="bg1"/>
            </a:bgClr>
          </a:patt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pt-BR"/>
          </a:p>
        </p:txBody>
      </p:sp>
      <p:sp>
        <p:nvSpPr>
          <p:cNvPr id="14" name="Espaço Reservado para Imagem 4">
            <a:extLst>
              <a:ext uri="{FF2B5EF4-FFF2-40B4-BE49-F238E27FC236}">
                <a16:creationId xmlns:a16="http://schemas.microsoft.com/office/drawing/2014/main" id="{ABEF32B4-2E1E-2642-8990-488DB70F66D7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-32346483" y="-1"/>
            <a:ext cx="4011246" cy="6858000"/>
          </a:xfrm>
          <a:prstGeom prst="rect">
            <a:avLst/>
          </a:prstGeom>
          <a:pattFill prst="pct75">
            <a:fgClr>
              <a:schemeClr val="accent2"/>
            </a:fgClr>
            <a:bgClr>
              <a:schemeClr val="bg1"/>
            </a:bgClr>
          </a:patt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pt-BR"/>
          </a:p>
        </p:txBody>
      </p:sp>
      <p:sp>
        <p:nvSpPr>
          <p:cNvPr id="15" name="Espaço Reservado para Imagem 4">
            <a:extLst>
              <a:ext uri="{FF2B5EF4-FFF2-40B4-BE49-F238E27FC236}">
                <a16:creationId xmlns:a16="http://schemas.microsoft.com/office/drawing/2014/main" id="{FF531025-A7F4-D54A-BC2C-06BB44960FAF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-36395969" y="-1"/>
            <a:ext cx="4011246" cy="6858000"/>
          </a:xfrm>
          <a:prstGeom prst="rect">
            <a:avLst/>
          </a:prstGeom>
          <a:pattFill prst="pct75">
            <a:fgClr>
              <a:schemeClr val="accent2"/>
            </a:fgClr>
            <a:bgClr>
              <a:schemeClr val="bg1"/>
            </a:bgClr>
          </a:patt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94786179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Espaço Reservado para Imagem 13">
            <a:extLst>
              <a:ext uri="{FF2B5EF4-FFF2-40B4-BE49-F238E27FC236}">
                <a16:creationId xmlns:a16="http://schemas.microsoft.com/office/drawing/2014/main" id="{9EBCEFBD-9855-8043-96CF-B1503285F022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515939" y="4311453"/>
            <a:ext cx="2060575" cy="2160000"/>
          </a:xfrm>
          <a:prstGeom prst="rect">
            <a:avLst/>
          </a:prstGeom>
          <a:noFill/>
        </p:spPr>
        <p:txBody>
          <a:bodyPr/>
          <a:lstStyle>
            <a:lvl1pPr>
              <a:defRPr sz="1100">
                <a:solidFill>
                  <a:schemeClr val="bg1"/>
                </a:solidFill>
              </a:defRPr>
            </a:lvl1pPr>
          </a:lstStyle>
          <a:p>
            <a:endParaRPr lang="pt-BR"/>
          </a:p>
        </p:txBody>
      </p:sp>
      <p:sp>
        <p:nvSpPr>
          <p:cNvPr id="24" name="Espaço Reservado para Imagem 13">
            <a:extLst>
              <a:ext uri="{FF2B5EF4-FFF2-40B4-BE49-F238E27FC236}">
                <a16:creationId xmlns:a16="http://schemas.microsoft.com/office/drawing/2014/main" id="{F349089F-4244-9146-A151-1FA2FC9B777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2791259" y="4311453"/>
            <a:ext cx="2060575" cy="2160000"/>
          </a:xfrm>
          <a:prstGeom prst="rect">
            <a:avLst/>
          </a:prstGeom>
          <a:noFill/>
        </p:spPr>
        <p:txBody>
          <a:bodyPr/>
          <a:lstStyle>
            <a:lvl1pPr>
              <a:defRPr sz="1100">
                <a:solidFill>
                  <a:schemeClr val="bg1"/>
                </a:solidFill>
              </a:defRPr>
            </a:lvl1pPr>
          </a:lstStyle>
          <a:p>
            <a:endParaRPr lang="pt-BR"/>
          </a:p>
        </p:txBody>
      </p:sp>
      <p:sp>
        <p:nvSpPr>
          <p:cNvPr id="25" name="Espaço Reservado para Imagem 13">
            <a:extLst>
              <a:ext uri="{FF2B5EF4-FFF2-40B4-BE49-F238E27FC236}">
                <a16:creationId xmlns:a16="http://schemas.microsoft.com/office/drawing/2014/main" id="{5C93A01C-18D7-6A49-8DDF-7065BC812167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5065340" y="4310913"/>
            <a:ext cx="2060575" cy="2160000"/>
          </a:xfrm>
          <a:prstGeom prst="rect">
            <a:avLst/>
          </a:prstGeom>
          <a:noFill/>
        </p:spPr>
        <p:txBody>
          <a:bodyPr/>
          <a:lstStyle>
            <a:lvl1pPr>
              <a:defRPr sz="1100">
                <a:solidFill>
                  <a:schemeClr val="bg1"/>
                </a:solidFill>
              </a:defRPr>
            </a:lvl1pPr>
          </a:lstStyle>
          <a:p>
            <a:endParaRPr lang="pt-BR"/>
          </a:p>
        </p:txBody>
      </p:sp>
      <p:sp>
        <p:nvSpPr>
          <p:cNvPr id="26" name="Espaço Reservado para Imagem 13">
            <a:extLst>
              <a:ext uri="{FF2B5EF4-FFF2-40B4-BE49-F238E27FC236}">
                <a16:creationId xmlns:a16="http://schemas.microsoft.com/office/drawing/2014/main" id="{FD548F3D-1E13-1D4C-8E5C-B53826652A6E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7339421" y="4310373"/>
            <a:ext cx="2060575" cy="2160000"/>
          </a:xfrm>
          <a:prstGeom prst="rect">
            <a:avLst/>
          </a:prstGeom>
          <a:noFill/>
        </p:spPr>
        <p:txBody>
          <a:bodyPr/>
          <a:lstStyle>
            <a:lvl1pPr>
              <a:defRPr sz="1100">
                <a:solidFill>
                  <a:schemeClr val="bg1"/>
                </a:solidFill>
              </a:defRPr>
            </a:lvl1pPr>
          </a:lstStyle>
          <a:p>
            <a:endParaRPr lang="pt-BR"/>
          </a:p>
        </p:txBody>
      </p:sp>
      <p:sp>
        <p:nvSpPr>
          <p:cNvPr id="27" name="Espaço Reservado para Imagem 13">
            <a:extLst>
              <a:ext uri="{FF2B5EF4-FFF2-40B4-BE49-F238E27FC236}">
                <a16:creationId xmlns:a16="http://schemas.microsoft.com/office/drawing/2014/main" id="{9E7C68DE-D4CE-3F42-9819-42EE9BC11538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9613502" y="4309833"/>
            <a:ext cx="2060575" cy="2160000"/>
          </a:xfrm>
          <a:prstGeom prst="rect">
            <a:avLst/>
          </a:prstGeom>
          <a:noFill/>
        </p:spPr>
        <p:txBody>
          <a:bodyPr/>
          <a:lstStyle>
            <a:lvl1pPr>
              <a:defRPr sz="1100">
                <a:solidFill>
                  <a:schemeClr val="bg1"/>
                </a:solidFill>
              </a:defRPr>
            </a:lvl1pPr>
          </a:lstStyle>
          <a:p>
            <a:endParaRPr lang="pt-BR"/>
          </a:p>
        </p:txBody>
      </p:sp>
      <p:sp>
        <p:nvSpPr>
          <p:cNvPr id="15" name="Espaço Reservado para Imagem 13">
            <a:extLst>
              <a:ext uri="{FF2B5EF4-FFF2-40B4-BE49-F238E27FC236}">
                <a16:creationId xmlns:a16="http://schemas.microsoft.com/office/drawing/2014/main" id="{FFDEA055-23DD-F941-9913-416BCA84166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791259" y="2035307"/>
            <a:ext cx="2060575" cy="2160000"/>
          </a:xfrm>
          <a:prstGeom prst="rect">
            <a:avLst/>
          </a:prstGeom>
          <a:noFill/>
        </p:spPr>
        <p:txBody>
          <a:bodyPr/>
          <a:lstStyle>
            <a:lvl1pPr>
              <a:defRPr sz="1100">
                <a:solidFill>
                  <a:schemeClr val="bg1"/>
                </a:solidFill>
              </a:defRPr>
            </a:lvl1pPr>
          </a:lstStyle>
          <a:p>
            <a:endParaRPr lang="pt-BR"/>
          </a:p>
        </p:txBody>
      </p:sp>
      <p:sp>
        <p:nvSpPr>
          <p:cNvPr id="16" name="Espaço Reservado para Imagem 13">
            <a:extLst>
              <a:ext uri="{FF2B5EF4-FFF2-40B4-BE49-F238E27FC236}">
                <a16:creationId xmlns:a16="http://schemas.microsoft.com/office/drawing/2014/main" id="{930A8EC3-3774-8B47-9167-FF05D593571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065340" y="2034767"/>
            <a:ext cx="2060575" cy="2160000"/>
          </a:xfrm>
          <a:prstGeom prst="rect">
            <a:avLst/>
          </a:prstGeom>
          <a:noFill/>
        </p:spPr>
        <p:txBody>
          <a:bodyPr/>
          <a:lstStyle>
            <a:lvl1pPr>
              <a:defRPr sz="1100">
                <a:solidFill>
                  <a:schemeClr val="bg1"/>
                </a:solidFill>
              </a:defRPr>
            </a:lvl1pPr>
          </a:lstStyle>
          <a:p>
            <a:endParaRPr lang="pt-BR"/>
          </a:p>
        </p:txBody>
      </p:sp>
      <p:sp>
        <p:nvSpPr>
          <p:cNvPr id="17" name="Espaço Reservado para Imagem 13">
            <a:extLst>
              <a:ext uri="{FF2B5EF4-FFF2-40B4-BE49-F238E27FC236}">
                <a16:creationId xmlns:a16="http://schemas.microsoft.com/office/drawing/2014/main" id="{AE0A15C8-412E-DF49-8D2C-91D01F356FC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339421" y="2034227"/>
            <a:ext cx="2060575" cy="2160000"/>
          </a:xfrm>
          <a:prstGeom prst="rect">
            <a:avLst/>
          </a:prstGeom>
          <a:noFill/>
        </p:spPr>
        <p:txBody>
          <a:bodyPr/>
          <a:lstStyle>
            <a:lvl1pPr>
              <a:defRPr sz="1100">
                <a:solidFill>
                  <a:schemeClr val="bg1"/>
                </a:solidFill>
              </a:defRPr>
            </a:lvl1pPr>
          </a:lstStyle>
          <a:p>
            <a:endParaRPr lang="pt-BR"/>
          </a:p>
        </p:txBody>
      </p:sp>
      <p:sp>
        <p:nvSpPr>
          <p:cNvPr id="18" name="Espaço Reservado para Imagem 13">
            <a:extLst>
              <a:ext uri="{FF2B5EF4-FFF2-40B4-BE49-F238E27FC236}">
                <a16:creationId xmlns:a16="http://schemas.microsoft.com/office/drawing/2014/main" id="{363B39B2-BF73-0049-A2C3-7EBED2E6A71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613502" y="2033687"/>
            <a:ext cx="2060575" cy="2160000"/>
          </a:xfrm>
          <a:prstGeom prst="rect">
            <a:avLst/>
          </a:prstGeom>
          <a:noFill/>
        </p:spPr>
        <p:txBody>
          <a:bodyPr/>
          <a:lstStyle>
            <a:lvl1pPr>
              <a:defRPr sz="1100">
                <a:solidFill>
                  <a:schemeClr val="bg1"/>
                </a:solidFill>
              </a:defRPr>
            </a:lvl1pPr>
          </a:lstStyle>
          <a:p>
            <a:endParaRPr lang="pt-BR"/>
          </a:p>
        </p:txBody>
      </p:sp>
      <p:sp>
        <p:nvSpPr>
          <p:cNvPr id="14" name="Espaço Reservado para Imagem 13">
            <a:extLst>
              <a:ext uri="{FF2B5EF4-FFF2-40B4-BE49-F238E27FC236}">
                <a16:creationId xmlns:a16="http://schemas.microsoft.com/office/drawing/2014/main" id="{A70455F8-0418-DC47-9F80-143EECE4A7D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15939" y="2035307"/>
            <a:ext cx="2060575" cy="2160000"/>
          </a:xfrm>
          <a:prstGeom prst="rect">
            <a:avLst/>
          </a:prstGeom>
          <a:noFill/>
        </p:spPr>
        <p:txBody>
          <a:bodyPr/>
          <a:lstStyle>
            <a:lvl1pPr>
              <a:defRPr sz="1100">
                <a:solidFill>
                  <a:schemeClr val="bg1"/>
                </a:solidFill>
              </a:defRPr>
            </a:lvl1pPr>
          </a:lstStyle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403552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272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3" presetClass="entr" presetSubtype="272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3" presetClass="entr" presetSubtype="272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3" presetClass="entr" presetSubtype="272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3" presetClass="entr" presetSubtype="272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3" presetClass="entr" presetSubtype="272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3" presetClass="entr" presetSubtype="272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3" presetClass="entr" presetSubtype="272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3" presetClass="entr" presetSubtype="272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3" presetClass="entr" presetSubtype="272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24" grpId="0"/>
      <p:bldP spid="25" grpId="0"/>
      <p:bldP spid="26" grpId="0"/>
      <p:bldP spid="27" grpId="0"/>
      <p:bldP spid="15" grpId="0"/>
      <p:bldP spid="16" grpId="0"/>
      <p:bldP spid="17" grpId="0"/>
      <p:bldP spid="18" grpId="0"/>
      <p:bldP spid="14" grpId="0"/>
    </p:bldLst>
  </p:timing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Imagem 93">
            <a:extLst>
              <a:ext uri="{FF2B5EF4-FFF2-40B4-BE49-F238E27FC236}">
                <a16:creationId xmlns:a16="http://schemas.microsoft.com/office/drawing/2014/main" id="{DE833545-8AA9-8942-97EB-ED373AC2A4BE}"/>
              </a:ext>
            </a:extLst>
          </p:cNvPr>
          <p:cNvSpPr>
            <a:spLocks noGrp="1" noChangeAspect="1"/>
          </p:cNvSpPr>
          <p:nvPr>
            <p:ph type="pic" sz="quarter" idx="14"/>
          </p:nvPr>
        </p:nvSpPr>
        <p:spPr>
          <a:xfrm>
            <a:off x="-14973047" y="-499775"/>
            <a:ext cx="13788000" cy="3960000"/>
          </a:xfrm>
          <a:prstGeom prst="rect">
            <a:avLst/>
          </a:prstGeom>
          <a:solidFill>
            <a:schemeClr val="tx1"/>
          </a:solidFill>
          <a:effectLst>
            <a:softEdge rad="304800"/>
          </a:effectLst>
        </p:spPr>
        <p:txBody>
          <a:bodyPr/>
          <a:lstStyle/>
          <a:p>
            <a:endParaRPr lang="pt-BR"/>
          </a:p>
        </p:txBody>
      </p:sp>
      <p:sp>
        <p:nvSpPr>
          <p:cNvPr id="94" name="Espaço Reservado para Imagem 93">
            <a:extLst>
              <a:ext uri="{FF2B5EF4-FFF2-40B4-BE49-F238E27FC236}">
                <a16:creationId xmlns:a16="http://schemas.microsoft.com/office/drawing/2014/main" id="{E73DA67B-B4BD-6B4E-ACB5-9CCD11A06737}"/>
              </a:ext>
            </a:extLst>
          </p:cNvPr>
          <p:cNvSpPr>
            <a:spLocks noGrp="1" noChangeAspect="1"/>
          </p:cNvSpPr>
          <p:nvPr>
            <p:ph type="pic" sz="quarter" idx="10"/>
          </p:nvPr>
        </p:nvSpPr>
        <p:spPr>
          <a:xfrm>
            <a:off x="-6894000" y="-499775"/>
            <a:ext cx="13788000" cy="3960000"/>
          </a:xfrm>
          <a:prstGeom prst="rect">
            <a:avLst/>
          </a:prstGeom>
          <a:solidFill>
            <a:schemeClr val="accent2"/>
          </a:solidFill>
          <a:effectLst>
            <a:softEdge rad="304800"/>
          </a:effectLst>
        </p:spPr>
        <p:txBody>
          <a:bodyPr/>
          <a:lstStyle/>
          <a:p>
            <a:endParaRPr lang="pt-BR"/>
          </a:p>
        </p:txBody>
      </p:sp>
      <p:sp>
        <p:nvSpPr>
          <p:cNvPr id="96" name="Espaço Reservado para Imagem 93">
            <a:extLst>
              <a:ext uri="{FF2B5EF4-FFF2-40B4-BE49-F238E27FC236}">
                <a16:creationId xmlns:a16="http://schemas.microsoft.com/office/drawing/2014/main" id="{4A1FD58A-2770-2346-ABDC-B4378CD44B72}"/>
              </a:ext>
            </a:extLst>
          </p:cNvPr>
          <p:cNvSpPr>
            <a:spLocks noGrp="1" noChangeAspect="1"/>
          </p:cNvSpPr>
          <p:nvPr>
            <p:ph type="pic" sz="quarter" idx="12"/>
          </p:nvPr>
        </p:nvSpPr>
        <p:spPr>
          <a:xfrm>
            <a:off x="12215905" y="-499775"/>
            <a:ext cx="13788000" cy="3960000"/>
          </a:xfrm>
          <a:prstGeom prst="rect">
            <a:avLst/>
          </a:prstGeom>
          <a:solidFill>
            <a:schemeClr val="accent4"/>
          </a:solidFill>
          <a:effectLst>
            <a:softEdge rad="304800"/>
          </a:effectLst>
        </p:spPr>
        <p:txBody>
          <a:bodyPr/>
          <a:lstStyle>
            <a:lvl1pPr>
              <a:defRPr sz="1800">
                <a:solidFill>
                  <a:schemeClr val="bg1"/>
                </a:solidFill>
              </a:defRPr>
            </a:lvl1pPr>
          </a:lstStyle>
          <a:p>
            <a:endParaRPr lang="pt-BR"/>
          </a:p>
        </p:txBody>
      </p:sp>
      <p:sp>
        <p:nvSpPr>
          <p:cNvPr id="95" name="Espaço Reservado para Imagem 93">
            <a:extLst>
              <a:ext uri="{FF2B5EF4-FFF2-40B4-BE49-F238E27FC236}">
                <a16:creationId xmlns:a16="http://schemas.microsoft.com/office/drawing/2014/main" id="{624A8B9D-2B26-1440-BC26-53DFC778A7CC}"/>
              </a:ext>
            </a:extLst>
          </p:cNvPr>
          <p:cNvSpPr>
            <a:spLocks noGrp="1" noChangeAspect="1"/>
          </p:cNvSpPr>
          <p:nvPr>
            <p:ph type="pic" sz="quarter" idx="11"/>
          </p:nvPr>
        </p:nvSpPr>
        <p:spPr>
          <a:xfrm>
            <a:off x="-798000" y="-499775"/>
            <a:ext cx="13788000" cy="3960000"/>
          </a:xfrm>
          <a:prstGeom prst="rect">
            <a:avLst/>
          </a:prstGeom>
          <a:solidFill>
            <a:schemeClr val="bg2">
              <a:lumMod val="75000"/>
            </a:schemeClr>
          </a:solidFill>
          <a:effectLst>
            <a:softEdge rad="304800"/>
          </a:effectLst>
        </p:spPr>
        <p:txBody>
          <a:bodyPr/>
          <a:lstStyle>
            <a:lvl1pPr>
              <a:defRPr sz="1800">
                <a:solidFill>
                  <a:schemeClr val="bg1"/>
                </a:solidFill>
              </a:defRPr>
            </a:lvl1pPr>
          </a:lstStyle>
          <a:p>
            <a:endParaRPr lang="pt-BR"/>
          </a:p>
        </p:txBody>
      </p:sp>
      <p:sp>
        <p:nvSpPr>
          <p:cNvPr id="5" name="Espaço Reservado para Imagem 93">
            <a:extLst>
              <a:ext uri="{FF2B5EF4-FFF2-40B4-BE49-F238E27FC236}">
                <a16:creationId xmlns:a16="http://schemas.microsoft.com/office/drawing/2014/main" id="{59451088-9672-7C4B-B3C4-784EF1252125}"/>
              </a:ext>
            </a:extLst>
          </p:cNvPr>
          <p:cNvSpPr>
            <a:spLocks noGrp="1" noChangeAspect="1"/>
          </p:cNvSpPr>
          <p:nvPr>
            <p:ph type="pic" sz="quarter" idx="13"/>
          </p:nvPr>
        </p:nvSpPr>
        <p:spPr>
          <a:xfrm>
            <a:off x="20097162" y="-499775"/>
            <a:ext cx="13788000" cy="3960000"/>
          </a:xfrm>
          <a:prstGeom prst="rect">
            <a:avLst/>
          </a:prstGeom>
          <a:solidFill>
            <a:schemeClr val="bg1"/>
          </a:solidFill>
          <a:effectLst>
            <a:softEdge rad="304800"/>
          </a:effectLst>
        </p:spPr>
        <p:txBody>
          <a:bodyPr/>
          <a:lstStyle>
            <a:lvl1pPr>
              <a:defRPr sz="1800">
                <a:solidFill>
                  <a:schemeClr val="bg1"/>
                </a:solidFill>
              </a:defRPr>
            </a:lvl1pPr>
          </a:lstStyle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55177956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Imagem 4">
            <a:extLst>
              <a:ext uri="{FF2B5EF4-FFF2-40B4-BE49-F238E27FC236}">
                <a16:creationId xmlns:a16="http://schemas.microsoft.com/office/drawing/2014/main" id="{24085996-96AA-8C42-809A-86058B5D5A6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73664" y="742013"/>
            <a:ext cx="5070295" cy="2600529"/>
          </a:xfrm>
          <a:prstGeom prst="rect">
            <a:avLst/>
          </a:prstGeom>
          <a:solidFill>
            <a:schemeClr val="accent2">
              <a:alpha val="79000"/>
            </a:schemeClr>
          </a:solidFill>
          <a:effectLst>
            <a:innerShdw blurRad="127000">
              <a:prstClr val="black"/>
            </a:innerShdw>
          </a:effectLst>
        </p:spPr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29162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Imagem 6">
            <a:extLst>
              <a:ext uri="{FF2B5EF4-FFF2-40B4-BE49-F238E27FC236}">
                <a16:creationId xmlns:a16="http://schemas.microsoft.com/office/drawing/2014/main" id="{E4AB56CE-1803-0A4F-9BF3-AF71DC95D65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3112168" cy="6858000"/>
          </a:xfrm>
          <a:prstGeom prst="rect">
            <a:avLst/>
          </a:prstGeom>
          <a:solidFill>
            <a:schemeClr val="accent2">
              <a:alpha val="81905"/>
            </a:schemeClr>
          </a:solidFill>
        </p:spPr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304686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5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poimen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Espaço Reservado para Imagem 10">
            <a:extLst>
              <a:ext uri="{FF2B5EF4-FFF2-40B4-BE49-F238E27FC236}">
                <a16:creationId xmlns:a16="http://schemas.microsoft.com/office/drawing/2014/main" id="{9398163D-A2A9-7B42-94ED-1C9D595A0B6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284001" y="3970740"/>
            <a:ext cx="1623998" cy="1623998"/>
          </a:xfrm>
          <a:custGeom>
            <a:avLst/>
            <a:gdLst>
              <a:gd name="connsiteX0" fmla="*/ 811999 w 1623998"/>
              <a:gd name="connsiteY0" fmla="*/ 0 h 1623998"/>
              <a:gd name="connsiteX1" fmla="*/ 1623998 w 1623998"/>
              <a:gd name="connsiteY1" fmla="*/ 811999 h 1623998"/>
              <a:gd name="connsiteX2" fmla="*/ 811999 w 1623998"/>
              <a:gd name="connsiteY2" fmla="*/ 1623998 h 1623998"/>
              <a:gd name="connsiteX3" fmla="*/ 0 w 1623998"/>
              <a:gd name="connsiteY3" fmla="*/ 811999 h 1623998"/>
              <a:gd name="connsiteX4" fmla="*/ 811999 w 1623998"/>
              <a:gd name="connsiteY4" fmla="*/ 0 h 1623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23998" h="1623998">
                <a:moveTo>
                  <a:pt x="811999" y="0"/>
                </a:moveTo>
                <a:cubicBezTo>
                  <a:pt x="1260454" y="0"/>
                  <a:pt x="1623998" y="363544"/>
                  <a:pt x="1623998" y="811999"/>
                </a:cubicBezTo>
                <a:cubicBezTo>
                  <a:pt x="1623998" y="1260454"/>
                  <a:pt x="1260454" y="1623998"/>
                  <a:pt x="811999" y="1623998"/>
                </a:cubicBezTo>
                <a:cubicBezTo>
                  <a:pt x="363544" y="1623998"/>
                  <a:pt x="0" y="1260454"/>
                  <a:pt x="0" y="811999"/>
                </a:cubicBezTo>
                <a:cubicBezTo>
                  <a:pt x="0" y="363544"/>
                  <a:pt x="363544" y="0"/>
                  <a:pt x="811999" y="0"/>
                </a:cubicBezTo>
                <a:close/>
              </a:path>
            </a:pathLst>
          </a:custGeom>
          <a:solidFill>
            <a:schemeClr val="accent2">
              <a:lumMod val="75000"/>
              <a:alpha val="66000"/>
            </a:schemeClr>
          </a:solidFill>
          <a:effectLst>
            <a:innerShdw blurRad="127000">
              <a:prstClr val="black"/>
            </a:innerShdw>
          </a:effectLst>
        </p:spPr>
        <p:txBody>
          <a:bodyPr wrap="square">
            <a:noAutofit/>
          </a:bodyPr>
          <a:lstStyle>
            <a:lvl1pPr>
              <a:defRPr sz="1800">
                <a:solidFill>
                  <a:schemeClr val="bg1"/>
                </a:solidFill>
              </a:defRPr>
            </a:lvl1pPr>
          </a:lstStyle>
          <a:p>
            <a:endParaRPr lang="pt-BR"/>
          </a:p>
        </p:txBody>
      </p:sp>
      <p:sp>
        <p:nvSpPr>
          <p:cNvPr id="12" name="Espaço Reservado para Imagem 11">
            <a:extLst>
              <a:ext uri="{FF2B5EF4-FFF2-40B4-BE49-F238E27FC236}">
                <a16:creationId xmlns:a16="http://schemas.microsoft.com/office/drawing/2014/main" id="{AE4AD3B1-8B41-3C4C-B44C-E89E9F40237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-1958047" y="3970740"/>
            <a:ext cx="1623998" cy="1623998"/>
          </a:xfrm>
          <a:custGeom>
            <a:avLst/>
            <a:gdLst>
              <a:gd name="connsiteX0" fmla="*/ 811999 w 1623998"/>
              <a:gd name="connsiteY0" fmla="*/ 0 h 1623998"/>
              <a:gd name="connsiteX1" fmla="*/ 1623998 w 1623998"/>
              <a:gd name="connsiteY1" fmla="*/ 811999 h 1623998"/>
              <a:gd name="connsiteX2" fmla="*/ 811999 w 1623998"/>
              <a:gd name="connsiteY2" fmla="*/ 1623998 h 1623998"/>
              <a:gd name="connsiteX3" fmla="*/ 0 w 1623998"/>
              <a:gd name="connsiteY3" fmla="*/ 811999 h 1623998"/>
              <a:gd name="connsiteX4" fmla="*/ 811999 w 1623998"/>
              <a:gd name="connsiteY4" fmla="*/ 0 h 1623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23998" h="1623998">
                <a:moveTo>
                  <a:pt x="811999" y="0"/>
                </a:moveTo>
                <a:cubicBezTo>
                  <a:pt x="1260454" y="0"/>
                  <a:pt x="1623998" y="363544"/>
                  <a:pt x="1623998" y="811999"/>
                </a:cubicBezTo>
                <a:cubicBezTo>
                  <a:pt x="1623998" y="1260454"/>
                  <a:pt x="1260454" y="1623998"/>
                  <a:pt x="811999" y="1623998"/>
                </a:cubicBezTo>
                <a:cubicBezTo>
                  <a:pt x="363544" y="1623998"/>
                  <a:pt x="0" y="1260454"/>
                  <a:pt x="0" y="811999"/>
                </a:cubicBezTo>
                <a:cubicBezTo>
                  <a:pt x="0" y="363544"/>
                  <a:pt x="363544" y="0"/>
                  <a:pt x="811999" y="0"/>
                </a:cubicBezTo>
                <a:close/>
              </a:path>
            </a:pathLst>
          </a:custGeom>
          <a:solidFill>
            <a:schemeClr val="accent2">
              <a:lumMod val="75000"/>
              <a:alpha val="66000"/>
            </a:schemeClr>
          </a:solidFill>
          <a:effectLst>
            <a:innerShdw blurRad="127000">
              <a:prstClr val="black"/>
            </a:innerShdw>
          </a:effectLst>
        </p:spPr>
        <p:txBody>
          <a:bodyPr wrap="square">
            <a:noAutofit/>
          </a:bodyPr>
          <a:lstStyle>
            <a:lvl1pPr>
              <a:defRPr sz="1800">
                <a:solidFill>
                  <a:schemeClr val="bg1"/>
                </a:solidFill>
              </a:defRPr>
            </a:lvl1pPr>
          </a:lstStyle>
          <a:p>
            <a:endParaRPr lang="pt-BR"/>
          </a:p>
        </p:txBody>
      </p:sp>
      <p:sp>
        <p:nvSpPr>
          <p:cNvPr id="13" name="Espaço Reservado para Imagem 12">
            <a:extLst>
              <a:ext uri="{FF2B5EF4-FFF2-40B4-BE49-F238E27FC236}">
                <a16:creationId xmlns:a16="http://schemas.microsoft.com/office/drawing/2014/main" id="{47D3253C-C0F3-C24B-AF9A-6DCCE35BA39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2434609" y="3970740"/>
            <a:ext cx="1623998" cy="1623998"/>
          </a:xfrm>
          <a:custGeom>
            <a:avLst/>
            <a:gdLst>
              <a:gd name="connsiteX0" fmla="*/ 811999 w 1623998"/>
              <a:gd name="connsiteY0" fmla="*/ 0 h 1623998"/>
              <a:gd name="connsiteX1" fmla="*/ 1623998 w 1623998"/>
              <a:gd name="connsiteY1" fmla="*/ 811999 h 1623998"/>
              <a:gd name="connsiteX2" fmla="*/ 811999 w 1623998"/>
              <a:gd name="connsiteY2" fmla="*/ 1623998 h 1623998"/>
              <a:gd name="connsiteX3" fmla="*/ 0 w 1623998"/>
              <a:gd name="connsiteY3" fmla="*/ 811999 h 1623998"/>
              <a:gd name="connsiteX4" fmla="*/ 811999 w 1623998"/>
              <a:gd name="connsiteY4" fmla="*/ 0 h 1623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23998" h="1623998">
                <a:moveTo>
                  <a:pt x="811999" y="0"/>
                </a:moveTo>
                <a:cubicBezTo>
                  <a:pt x="1260454" y="0"/>
                  <a:pt x="1623998" y="363544"/>
                  <a:pt x="1623998" y="811999"/>
                </a:cubicBezTo>
                <a:cubicBezTo>
                  <a:pt x="1623998" y="1260454"/>
                  <a:pt x="1260454" y="1623998"/>
                  <a:pt x="811999" y="1623998"/>
                </a:cubicBezTo>
                <a:cubicBezTo>
                  <a:pt x="363544" y="1623998"/>
                  <a:pt x="0" y="1260454"/>
                  <a:pt x="0" y="811999"/>
                </a:cubicBezTo>
                <a:cubicBezTo>
                  <a:pt x="0" y="363544"/>
                  <a:pt x="363544" y="0"/>
                  <a:pt x="811999" y="0"/>
                </a:cubicBezTo>
                <a:close/>
              </a:path>
            </a:pathLst>
          </a:custGeom>
          <a:solidFill>
            <a:schemeClr val="accent2">
              <a:lumMod val="75000"/>
              <a:alpha val="66000"/>
            </a:schemeClr>
          </a:solidFill>
          <a:effectLst>
            <a:innerShdw blurRad="127000">
              <a:prstClr val="black"/>
            </a:innerShdw>
          </a:effectLst>
        </p:spPr>
        <p:txBody>
          <a:bodyPr wrap="square">
            <a:noAutofit/>
          </a:bodyPr>
          <a:lstStyle>
            <a:lvl1pPr>
              <a:defRPr sz="1800">
                <a:solidFill>
                  <a:schemeClr val="bg1"/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Imagem 5">
            <a:extLst>
              <a:ext uri="{FF2B5EF4-FFF2-40B4-BE49-F238E27FC236}">
                <a16:creationId xmlns:a16="http://schemas.microsoft.com/office/drawing/2014/main" id="{7A8AE3FF-4CEC-E942-85E0-883F3FD94D2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" y="1"/>
            <a:ext cx="12192000" cy="6858000"/>
          </a:xfrm>
          <a:custGeom>
            <a:avLst/>
            <a:gdLst>
              <a:gd name="connsiteX0" fmla="*/ 9347993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9347992 w 12192000"/>
              <a:gd name="connsiteY3" fmla="*/ 6858000 h 6858000"/>
              <a:gd name="connsiteX4" fmla="*/ 9381913 w 12192000"/>
              <a:gd name="connsiteY4" fmla="*/ 6682161 h 6858000"/>
              <a:gd name="connsiteX5" fmla="*/ 9662159 w 12192000"/>
              <a:gd name="connsiteY5" fmla="*/ 3428999 h 6858000"/>
              <a:gd name="connsiteX6" fmla="*/ 9381913 w 12192000"/>
              <a:gd name="connsiteY6" fmla="*/ 175838 h 6858000"/>
              <a:gd name="connsiteX7" fmla="*/ 0 w 12192000"/>
              <a:gd name="connsiteY7" fmla="*/ 0 h 6858000"/>
              <a:gd name="connsiteX8" fmla="*/ 2844006 w 12192000"/>
              <a:gd name="connsiteY8" fmla="*/ 0 h 6858000"/>
              <a:gd name="connsiteX9" fmla="*/ 2810086 w 12192000"/>
              <a:gd name="connsiteY9" fmla="*/ 175838 h 6858000"/>
              <a:gd name="connsiteX10" fmla="*/ 2529839 w 12192000"/>
              <a:gd name="connsiteY10" fmla="*/ 3428999 h 6858000"/>
              <a:gd name="connsiteX11" fmla="*/ 2810086 w 12192000"/>
              <a:gd name="connsiteY11" fmla="*/ 6682161 h 6858000"/>
              <a:gd name="connsiteX12" fmla="*/ 2844006 w 12192000"/>
              <a:gd name="connsiteY12" fmla="*/ 6858000 h 6858000"/>
              <a:gd name="connsiteX13" fmla="*/ 0 w 12192000"/>
              <a:gd name="connsiteY1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192000" h="6858000">
                <a:moveTo>
                  <a:pt x="9347993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9347992" y="6858000"/>
                </a:lnTo>
                <a:lnTo>
                  <a:pt x="9381913" y="6682161"/>
                </a:lnTo>
                <a:cubicBezTo>
                  <a:pt x="9562370" y="5682269"/>
                  <a:pt x="9662159" y="4582945"/>
                  <a:pt x="9662159" y="3428999"/>
                </a:cubicBezTo>
                <a:cubicBezTo>
                  <a:pt x="9662159" y="2275053"/>
                  <a:pt x="9562370" y="1175729"/>
                  <a:pt x="9381913" y="175838"/>
                </a:cubicBezTo>
                <a:close/>
                <a:moveTo>
                  <a:pt x="0" y="0"/>
                </a:moveTo>
                <a:lnTo>
                  <a:pt x="2844006" y="0"/>
                </a:lnTo>
                <a:lnTo>
                  <a:pt x="2810086" y="175838"/>
                </a:lnTo>
                <a:cubicBezTo>
                  <a:pt x="2629628" y="1175729"/>
                  <a:pt x="2529839" y="2275053"/>
                  <a:pt x="2529839" y="3428999"/>
                </a:cubicBezTo>
                <a:cubicBezTo>
                  <a:pt x="2529839" y="4582945"/>
                  <a:pt x="2629628" y="5682269"/>
                  <a:pt x="2810086" y="6682161"/>
                </a:cubicBezTo>
                <a:lnTo>
                  <a:pt x="284400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>
              <a:alpha val="69000"/>
            </a:schemeClr>
          </a:solidFill>
          <a:effectLst>
            <a:outerShdw blurRad="228600" sx="95000" sy="95000" algn="ctr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92810747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Our team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icture Placeholder 2">
            <a:extLst>
              <a:ext uri="{FF2B5EF4-FFF2-40B4-BE49-F238E27FC236}">
                <a16:creationId xmlns:a16="http://schemas.microsoft.com/office/drawing/2014/main" id="{3BC300BB-45E0-46E4-88F9-70DB0CF62EBE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44449" y="2205943"/>
            <a:ext cx="1451461" cy="1451237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  <a:effectLst>
            <a:innerShdw blurRad="127000">
              <a:prstClr val="black"/>
            </a:inn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lang="en-US" sz="100"/>
            </a:lvl1pPr>
          </a:lstStyle>
          <a:p>
            <a:pPr lvl="0"/>
            <a:endParaRPr lang="en-US"/>
          </a:p>
        </p:txBody>
      </p:sp>
      <p:sp>
        <p:nvSpPr>
          <p:cNvPr id="64" name="Picture Placeholder 2">
            <a:extLst>
              <a:ext uri="{FF2B5EF4-FFF2-40B4-BE49-F238E27FC236}">
                <a16:creationId xmlns:a16="http://schemas.microsoft.com/office/drawing/2014/main" id="{2F879030-C859-44B6-8706-7CB61DFB29A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4449" y="3714317"/>
            <a:ext cx="1451461" cy="1451237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  <a:effectLst>
            <a:innerShdw blurRad="127000">
              <a:prstClr val="black"/>
            </a:inn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lang="en-US" sz="100"/>
            </a:lvl1pPr>
          </a:lstStyle>
          <a:p>
            <a:pPr lvl="0"/>
            <a:endParaRPr lang="en-US"/>
          </a:p>
        </p:txBody>
      </p:sp>
      <p:sp>
        <p:nvSpPr>
          <p:cNvPr id="65" name="Picture Placeholder 2">
            <a:extLst>
              <a:ext uri="{FF2B5EF4-FFF2-40B4-BE49-F238E27FC236}">
                <a16:creationId xmlns:a16="http://schemas.microsoft.com/office/drawing/2014/main" id="{9FC8204E-85C1-4C4D-8FC3-91677C51F17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353043" y="2205943"/>
            <a:ext cx="1451461" cy="1451237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  <a:effectLst>
            <a:innerShdw blurRad="127000">
              <a:prstClr val="black"/>
            </a:inn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lang="en-US" sz="100"/>
            </a:lvl1pPr>
          </a:lstStyle>
          <a:p>
            <a:pPr lvl="0"/>
            <a:endParaRPr lang="en-US"/>
          </a:p>
        </p:txBody>
      </p:sp>
      <p:sp>
        <p:nvSpPr>
          <p:cNvPr id="66" name="Picture Placeholder 2">
            <a:extLst>
              <a:ext uri="{FF2B5EF4-FFF2-40B4-BE49-F238E27FC236}">
                <a16:creationId xmlns:a16="http://schemas.microsoft.com/office/drawing/2014/main" id="{EDC82B00-6127-475E-AE9E-FE4B1502C85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2353043" y="3714317"/>
            <a:ext cx="1451461" cy="1451237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  <a:effectLst>
            <a:innerShdw blurRad="127000">
              <a:prstClr val="black"/>
            </a:inn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lang="en-US" sz="100"/>
            </a:lvl1pPr>
          </a:lstStyle>
          <a:p>
            <a:pPr lvl="0"/>
            <a:endParaRPr lang="en-US"/>
          </a:p>
        </p:txBody>
      </p:sp>
      <p:sp>
        <p:nvSpPr>
          <p:cNvPr id="67" name="Picture Placeholder 2">
            <a:extLst>
              <a:ext uri="{FF2B5EF4-FFF2-40B4-BE49-F238E27FC236}">
                <a16:creationId xmlns:a16="http://schemas.microsoft.com/office/drawing/2014/main" id="{B78C42B6-18A6-4D2F-B8CF-72CEB228107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861653" y="2205943"/>
            <a:ext cx="1451461" cy="1451237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  <a:effectLst>
            <a:innerShdw blurRad="127000">
              <a:prstClr val="black"/>
            </a:inn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lang="en-US" sz="100"/>
            </a:lvl1pPr>
          </a:lstStyle>
          <a:p>
            <a:pPr lvl="0"/>
            <a:endParaRPr lang="en-US"/>
          </a:p>
        </p:txBody>
      </p:sp>
      <p:sp>
        <p:nvSpPr>
          <p:cNvPr id="68" name="Picture Placeholder 2">
            <a:extLst>
              <a:ext uri="{FF2B5EF4-FFF2-40B4-BE49-F238E27FC236}">
                <a16:creationId xmlns:a16="http://schemas.microsoft.com/office/drawing/2014/main" id="{60CE910A-9CE8-4ADC-B8F2-B71F875EE176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861653" y="3714317"/>
            <a:ext cx="1451461" cy="1451237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  <a:effectLst>
            <a:innerShdw blurRad="127000">
              <a:prstClr val="black"/>
            </a:inn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lang="en-US" sz="100"/>
            </a:lvl1pPr>
          </a:lstStyle>
          <a:p>
            <a:pPr lvl="0"/>
            <a:endParaRPr lang="en-US"/>
          </a:p>
        </p:txBody>
      </p:sp>
      <p:sp>
        <p:nvSpPr>
          <p:cNvPr id="69" name="Picture Placeholder 2">
            <a:extLst>
              <a:ext uri="{FF2B5EF4-FFF2-40B4-BE49-F238E27FC236}">
                <a16:creationId xmlns:a16="http://schemas.microsoft.com/office/drawing/2014/main" id="{09412528-7EA4-4933-A587-A17EB4BE3DB9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5370248" y="2205943"/>
            <a:ext cx="1451461" cy="1451237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  <a:effectLst>
            <a:innerShdw blurRad="127000">
              <a:prstClr val="black"/>
            </a:inn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lang="en-US" sz="100"/>
            </a:lvl1pPr>
          </a:lstStyle>
          <a:p>
            <a:pPr lvl="0"/>
            <a:endParaRPr lang="en-US"/>
          </a:p>
        </p:txBody>
      </p:sp>
      <p:sp>
        <p:nvSpPr>
          <p:cNvPr id="70" name="Picture Placeholder 2">
            <a:extLst>
              <a:ext uri="{FF2B5EF4-FFF2-40B4-BE49-F238E27FC236}">
                <a16:creationId xmlns:a16="http://schemas.microsoft.com/office/drawing/2014/main" id="{7CCAC31D-A7DB-4FC8-BC0B-454740EFE2AD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5370248" y="3714317"/>
            <a:ext cx="1451461" cy="1451237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  <a:effectLst>
            <a:innerShdw blurRad="127000">
              <a:prstClr val="black"/>
            </a:inn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lang="en-US" sz="100"/>
            </a:lvl1pPr>
          </a:lstStyle>
          <a:p>
            <a:pPr lvl="0"/>
            <a:endParaRPr lang="en-US"/>
          </a:p>
        </p:txBody>
      </p:sp>
      <p:sp>
        <p:nvSpPr>
          <p:cNvPr id="71" name="Picture Placeholder 2">
            <a:extLst>
              <a:ext uri="{FF2B5EF4-FFF2-40B4-BE49-F238E27FC236}">
                <a16:creationId xmlns:a16="http://schemas.microsoft.com/office/drawing/2014/main" id="{0A72E51A-142F-4CC4-AADE-7A63413E460A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878894" y="2205943"/>
            <a:ext cx="1451461" cy="1451237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  <a:effectLst>
            <a:innerShdw blurRad="127000">
              <a:prstClr val="black"/>
            </a:inn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lang="en-US" sz="100"/>
            </a:lvl1pPr>
          </a:lstStyle>
          <a:p>
            <a:pPr lvl="0"/>
            <a:endParaRPr lang="en-US"/>
          </a:p>
        </p:txBody>
      </p:sp>
      <p:sp>
        <p:nvSpPr>
          <p:cNvPr id="72" name="Picture Placeholder 2">
            <a:extLst>
              <a:ext uri="{FF2B5EF4-FFF2-40B4-BE49-F238E27FC236}">
                <a16:creationId xmlns:a16="http://schemas.microsoft.com/office/drawing/2014/main" id="{A818373B-0BD9-40DD-BE47-1495536FE4B1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6878894" y="3714317"/>
            <a:ext cx="1451461" cy="1451237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  <a:effectLst>
            <a:innerShdw blurRad="127000">
              <a:prstClr val="black"/>
            </a:inn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lang="en-US" sz="100"/>
            </a:lvl1pPr>
          </a:lstStyle>
          <a:p>
            <a:pPr lvl="0"/>
            <a:endParaRPr lang="en-US"/>
          </a:p>
        </p:txBody>
      </p:sp>
      <p:sp>
        <p:nvSpPr>
          <p:cNvPr id="73" name="Picture Placeholder 2">
            <a:extLst>
              <a:ext uri="{FF2B5EF4-FFF2-40B4-BE49-F238E27FC236}">
                <a16:creationId xmlns:a16="http://schemas.microsoft.com/office/drawing/2014/main" id="{B9F84EE8-B1F0-42EB-A80D-230D6FA925C3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8387489" y="2205943"/>
            <a:ext cx="1451461" cy="1451237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  <a:effectLst>
            <a:innerShdw blurRad="127000">
              <a:prstClr val="black"/>
            </a:inn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lang="en-US" sz="100"/>
            </a:lvl1pPr>
          </a:lstStyle>
          <a:p>
            <a:pPr lvl="0"/>
            <a:endParaRPr lang="en-US"/>
          </a:p>
        </p:txBody>
      </p:sp>
      <p:sp>
        <p:nvSpPr>
          <p:cNvPr id="74" name="Picture Placeholder 2">
            <a:extLst>
              <a:ext uri="{FF2B5EF4-FFF2-40B4-BE49-F238E27FC236}">
                <a16:creationId xmlns:a16="http://schemas.microsoft.com/office/drawing/2014/main" id="{7FE910A3-0554-43C7-87FA-CAC654E846D8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8387489" y="3714317"/>
            <a:ext cx="1451461" cy="1451237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  <a:effectLst>
            <a:innerShdw blurRad="127000">
              <a:prstClr val="black"/>
            </a:inn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lang="en-US" sz="100"/>
            </a:lvl1pPr>
          </a:lstStyle>
          <a:p>
            <a:pPr lvl="0"/>
            <a:endParaRPr lang="en-US"/>
          </a:p>
        </p:txBody>
      </p:sp>
      <p:sp>
        <p:nvSpPr>
          <p:cNvPr id="75" name="Picture Placeholder 2">
            <a:extLst>
              <a:ext uri="{FF2B5EF4-FFF2-40B4-BE49-F238E27FC236}">
                <a16:creationId xmlns:a16="http://schemas.microsoft.com/office/drawing/2014/main" id="{B54F9030-04A0-4AF4-8A74-708F62C295BE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896083" y="2205943"/>
            <a:ext cx="1451461" cy="1451237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  <a:effectLst>
            <a:innerShdw blurRad="127000">
              <a:prstClr val="black"/>
            </a:inn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lang="en-US" sz="100"/>
            </a:lvl1pPr>
          </a:lstStyle>
          <a:p>
            <a:pPr lvl="0"/>
            <a:endParaRPr lang="en-US"/>
          </a:p>
        </p:txBody>
      </p:sp>
      <p:sp>
        <p:nvSpPr>
          <p:cNvPr id="76" name="Picture Placeholder 2">
            <a:extLst>
              <a:ext uri="{FF2B5EF4-FFF2-40B4-BE49-F238E27FC236}">
                <a16:creationId xmlns:a16="http://schemas.microsoft.com/office/drawing/2014/main" id="{FEA1D6FD-5F32-4423-84A2-521AD8D55F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9896083" y="3714317"/>
            <a:ext cx="1451461" cy="1451237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  <a:effectLst>
            <a:innerShdw blurRad="127000">
              <a:prstClr val="black"/>
            </a:inn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lang="en-US" sz="100"/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49896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decel="10000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decel="10000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decel="10000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decel="10000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" grpId="0" animBg="1"/>
      <p:bldP spid="64" grpId="0" animBg="1"/>
      <p:bldP spid="65" grpId="0" animBg="1"/>
      <p:bldP spid="66" grpId="0" animBg="1"/>
      <p:bldP spid="67" grpId="0" animBg="1"/>
      <p:bldP spid="68" grpId="0" animBg="1"/>
      <p:bldP spid="69" grpId="0" animBg="1"/>
      <p:bldP spid="70" grpId="0" animBg="1"/>
      <p:bldP spid="71" grpId="0" animBg="1"/>
      <p:bldP spid="72" grpId="0" animBg="1"/>
      <p:bldP spid="73" grpId="0" animBg="1"/>
      <p:bldP spid="74" grpId="0" animBg="1"/>
      <p:bldP spid="75" grpId="0" animBg="1"/>
      <p:bldP spid="76" grpId="0" animBg="1"/>
    </p:bldLst>
  </p:timing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Our team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icture Placeholder 2">
            <a:extLst>
              <a:ext uri="{FF2B5EF4-FFF2-40B4-BE49-F238E27FC236}">
                <a16:creationId xmlns:a16="http://schemas.microsoft.com/office/drawing/2014/main" id="{AAADDBC7-8731-4343-8E7C-D00C72435CF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44447" y="1952611"/>
            <a:ext cx="1694854" cy="1694644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  <a:effectLst>
            <a:innerShdw blurRad="127000">
              <a:prstClr val="black"/>
            </a:inn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lang="en-US" sz="100"/>
            </a:lvl1pPr>
          </a:lstStyle>
          <a:p>
            <a:pPr lvl="0"/>
            <a:endParaRPr lang="en-US"/>
          </a:p>
        </p:txBody>
      </p:sp>
      <p:sp>
        <p:nvSpPr>
          <p:cNvPr id="42" name="Picture Placeholder 2">
            <a:extLst>
              <a:ext uri="{FF2B5EF4-FFF2-40B4-BE49-F238E27FC236}">
                <a16:creationId xmlns:a16="http://schemas.microsoft.com/office/drawing/2014/main" id="{B37F61CF-B858-45D4-9D72-14E9E902ACA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4447" y="3713977"/>
            <a:ext cx="1694854" cy="1694644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  <a:effectLst>
            <a:innerShdw blurRad="127000">
              <a:prstClr val="black"/>
            </a:inn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lang="en-US" sz="100"/>
            </a:lvl1pPr>
          </a:lstStyle>
          <a:p>
            <a:pPr lvl="0"/>
            <a:endParaRPr lang="en-US"/>
          </a:p>
        </p:txBody>
      </p:sp>
      <p:sp>
        <p:nvSpPr>
          <p:cNvPr id="43" name="Picture Placeholder 2">
            <a:extLst>
              <a:ext uri="{FF2B5EF4-FFF2-40B4-BE49-F238E27FC236}">
                <a16:creationId xmlns:a16="http://schemas.microsoft.com/office/drawing/2014/main" id="{0ED8BB2D-D9BD-464C-973A-AD5C581C22E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606078" y="1952611"/>
            <a:ext cx="1694854" cy="1694644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  <a:effectLst>
            <a:innerShdw blurRad="127000">
              <a:prstClr val="black"/>
            </a:inn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lang="en-US" sz="100"/>
            </a:lvl1pPr>
          </a:lstStyle>
          <a:p>
            <a:pPr lvl="0"/>
            <a:endParaRPr lang="en-US"/>
          </a:p>
        </p:txBody>
      </p:sp>
      <p:sp>
        <p:nvSpPr>
          <p:cNvPr id="44" name="Picture Placeholder 2">
            <a:extLst>
              <a:ext uri="{FF2B5EF4-FFF2-40B4-BE49-F238E27FC236}">
                <a16:creationId xmlns:a16="http://schemas.microsoft.com/office/drawing/2014/main" id="{77227CC1-365E-4FDD-AAD1-28E3126EA1F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2606078" y="3713977"/>
            <a:ext cx="1694854" cy="1694644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  <a:effectLst>
            <a:innerShdw blurRad="127000">
              <a:prstClr val="black"/>
            </a:inn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lang="en-US" sz="100"/>
            </a:lvl1pPr>
          </a:lstStyle>
          <a:p>
            <a:pPr lvl="0"/>
            <a:endParaRPr lang="en-US"/>
          </a:p>
        </p:txBody>
      </p:sp>
      <p:sp>
        <p:nvSpPr>
          <p:cNvPr id="45" name="Picture Placeholder 2">
            <a:extLst>
              <a:ext uri="{FF2B5EF4-FFF2-40B4-BE49-F238E27FC236}">
                <a16:creationId xmlns:a16="http://schemas.microsoft.com/office/drawing/2014/main" id="{E528BF55-D302-4254-A4B5-530548C2DCC1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367648" y="1952611"/>
            <a:ext cx="1694854" cy="1694644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  <a:effectLst>
            <a:innerShdw blurRad="127000">
              <a:prstClr val="black"/>
            </a:inn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lang="en-US" sz="100"/>
            </a:lvl1pPr>
          </a:lstStyle>
          <a:p>
            <a:pPr lvl="0"/>
            <a:endParaRPr lang="en-US"/>
          </a:p>
        </p:txBody>
      </p:sp>
      <p:sp>
        <p:nvSpPr>
          <p:cNvPr id="46" name="Picture Placeholder 2">
            <a:extLst>
              <a:ext uri="{FF2B5EF4-FFF2-40B4-BE49-F238E27FC236}">
                <a16:creationId xmlns:a16="http://schemas.microsoft.com/office/drawing/2014/main" id="{3345C8D4-23A7-430F-A63D-113B059E391F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367648" y="3713977"/>
            <a:ext cx="1694854" cy="1694644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  <a:effectLst>
            <a:innerShdw blurRad="127000">
              <a:prstClr val="black"/>
            </a:inn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lang="en-US" sz="100"/>
            </a:lvl1pPr>
          </a:lstStyle>
          <a:p>
            <a:pPr lvl="0"/>
            <a:endParaRPr lang="en-US"/>
          </a:p>
        </p:txBody>
      </p:sp>
      <p:sp>
        <p:nvSpPr>
          <p:cNvPr id="47" name="Picture Placeholder 2">
            <a:extLst>
              <a:ext uri="{FF2B5EF4-FFF2-40B4-BE49-F238E27FC236}">
                <a16:creationId xmlns:a16="http://schemas.microsoft.com/office/drawing/2014/main" id="{93C2DAEF-C2AF-4EBE-843B-4EDAE7125BCC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129278" y="1952611"/>
            <a:ext cx="1694854" cy="1694644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  <a:effectLst>
            <a:innerShdw blurRad="127000">
              <a:prstClr val="black"/>
            </a:inn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lang="en-US" sz="100"/>
            </a:lvl1pPr>
          </a:lstStyle>
          <a:p>
            <a:pPr lvl="0"/>
            <a:endParaRPr lang="en-US"/>
          </a:p>
        </p:txBody>
      </p:sp>
      <p:sp>
        <p:nvSpPr>
          <p:cNvPr id="48" name="Picture Placeholder 2">
            <a:extLst>
              <a:ext uri="{FF2B5EF4-FFF2-40B4-BE49-F238E27FC236}">
                <a16:creationId xmlns:a16="http://schemas.microsoft.com/office/drawing/2014/main" id="{E13E7EE0-DBF4-433A-8DBC-B2C4B8D7C006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129278" y="3713977"/>
            <a:ext cx="1694854" cy="1694644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  <a:effectLst>
            <a:innerShdw blurRad="127000">
              <a:prstClr val="black"/>
            </a:inn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lang="en-US" sz="100"/>
            </a:lvl1pPr>
          </a:lstStyle>
          <a:p>
            <a:pPr lvl="0"/>
            <a:endParaRPr lang="en-US"/>
          </a:p>
        </p:txBody>
      </p:sp>
      <p:sp>
        <p:nvSpPr>
          <p:cNvPr id="49" name="Picture Placeholder 2">
            <a:extLst>
              <a:ext uri="{FF2B5EF4-FFF2-40B4-BE49-F238E27FC236}">
                <a16:creationId xmlns:a16="http://schemas.microsoft.com/office/drawing/2014/main" id="{7AA14797-3ABB-4C22-85B3-367332609D8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7891068" y="1952611"/>
            <a:ext cx="1694854" cy="1694644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  <a:effectLst>
            <a:innerShdw blurRad="127000">
              <a:prstClr val="black"/>
            </a:inn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lang="en-US" sz="100"/>
            </a:lvl1pPr>
          </a:lstStyle>
          <a:p>
            <a:pPr lvl="0"/>
            <a:endParaRPr lang="en-US"/>
          </a:p>
        </p:txBody>
      </p:sp>
      <p:sp>
        <p:nvSpPr>
          <p:cNvPr id="50" name="Picture Placeholder 2">
            <a:extLst>
              <a:ext uri="{FF2B5EF4-FFF2-40B4-BE49-F238E27FC236}">
                <a16:creationId xmlns:a16="http://schemas.microsoft.com/office/drawing/2014/main" id="{FE8130E1-9BC0-47C1-ABC4-7488EA598276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7891068" y="3713977"/>
            <a:ext cx="1694854" cy="1694644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  <a:effectLst>
            <a:innerShdw blurRad="127000">
              <a:prstClr val="black"/>
            </a:inn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lang="en-US" sz="100"/>
            </a:lvl1pPr>
          </a:lstStyle>
          <a:p>
            <a:pPr lvl="0"/>
            <a:endParaRPr lang="en-US"/>
          </a:p>
        </p:txBody>
      </p:sp>
      <p:sp>
        <p:nvSpPr>
          <p:cNvPr id="51" name="Picture Placeholder 2">
            <a:extLst>
              <a:ext uri="{FF2B5EF4-FFF2-40B4-BE49-F238E27FC236}">
                <a16:creationId xmlns:a16="http://schemas.microsoft.com/office/drawing/2014/main" id="{0DAFB7CA-34AE-489D-8598-639663834914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652698" y="1952611"/>
            <a:ext cx="1694854" cy="1694644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  <a:effectLst>
            <a:innerShdw blurRad="127000">
              <a:prstClr val="black"/>
            </a:inn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lang="en-US" sz="100"/>
            </a:lvl1pPr>
          </a:lstStyle>
          <a:p>
            <a:pPr lvl="0"/>
            <a:endParaRPr lang="en-US"/>
          </a:p>
        </p:txBody>
      </p:sp>
      <p:sp>
        <p:nvSpPr>
          <p:cNvPr id="52" name="Picture Placeholder 2">
            <a:extLst>
              <a:ext uri="{FF2B5EF4-FFF2-40B4-BE49-F238E27FC236}">
                <a16:creationId xmlns:a16="http://schemas.microsoft.com/office/drawing/2014/main" id="{DAFFA6DA-D4B9-4A22-9F8D-46C698E03DE1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652698" y="3713977"/>
            <a:ext cx="1694854" cy="1694644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  <a:effectLst>
            <a:innerShdw blurRad="127000">
              <a:prstClr val="black"/>
            </a:inn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lang="en-US" sz="100"/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38719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decel="10000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decel="10000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</p:bldLst>
  </p:timing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Our team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844449" y="2346018"/>
            <a:ext cx="1269167" cy="1268971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  <a:effectLst>
            <a:innerShdw blurRad="127000">
              <a:prstClr val="black"/>
            </a:inn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lang="en-US" sz="100"/>
            </a:lvl1pPr>
          </a:lstStyle>
          <a:p>
            <a:pPr lvl="0"/>
            <a:endParaRPr lang="en-US"/>
          </a:p>
        </p:txBody>
      </p:sp>
      <p:sp>
        <p:nvSpPr>
          <p:cNvPr id="21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2163582" y="2346018"/>
            <a:ext cx="1269167" cy="1268971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  <a:effectLst>
            <a:innerShdw blurRad="127000">
              <a:prstClr val="black"/>
            </a:inn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lang="en-US" sz="100"/>
            </a:lvl1pPr>
          </a:lstStyle>
          <a:p>
            <a:pPr lvl="0"/>
            <a:endParaRPr lang="en-US"/>
          </a:p>
        </p:txBody>
      </p:sp>
      <p:sp>
        <p:nvSpPr>
          <p:cNvPr id="22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3482717" y="2346018"/>
            <a:ext cx="1269167" cy="1268971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  <a:effectLst>
            <a:innerShdw blurRad="127000">
              <a:prstClr val="black"/>
            </a:inn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lang="en-US" sz="100"/>
            </a:lvl1pPr>
          </a:lstStyle>
          <a:p>
            <a:pPr lvl="0"/>
            <a:endParaRPr lang="en-US"/>
          </a:p>
        </p:txBody>
      </p:sp>
      <p:sp>
        <p:nvSpPr>
          <p:cNvPr id="23" name="Picture Placeholder 2"/>
          <p:cNvSpPr>
            <a:spLocks noGrp="1"/>
          </p:cNvSpPr>
          <p:nvPr>
            <p:ph type="pic" sz="quarter" idx="15"/>
          </p:nvPr>
        </p:nvSpPr>
        <p:spPr>
          <a:xfrm>
            <a:off x="4801850" y="2346018"/>
            <a:ext cx="1269167" cy="1268971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  <a:effectLst>
            <a:innerShdw blurRad="127000">
              <a:prstClr val="black"/>
            </a:inn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lang="en-US" sz="100"/>
            </a:lvl1pPr>
          </a:lstStyle>
          <a:p>
            <a:pPr lvl="0"/>
            <a:endParaRPr lang="en-US"/>
          </a:p>
        </p:txBody>
      </p:sp>
      <p:sp>
        <p:nvSpPr>
          <p:cNvPr id="24" name="Picture Placeholder 2"/>
          <p:cNvSpPr>
            <a:spLocks noGrp="1"/>
          </p:cNvSpPr>
          <p:nvPr>
            <p:ph type="pic" sz="quarter" idx="16"/>
          </p:nvPr>
        </p:nvSpPr>
        <p:spPr>
          <a:xfrm>
            <a:off x="844449" y="3664948"/>
            <a:ext cx="1269167" cy="1268971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  <a:effectLst>
            <a:innerShdw blurRad="127000">
              <a:prstClr val="black"/>
            </a:inn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lang="en-US" sz="100"/>
            </a:lvl1pPr>
          </a:lstStyle>
          <a:p>
            <a:pPr lvl="0"/>
            <a:endParaRPr lang="en-US"/>
          </a:p>
        </p:txBody>
      </p:sp>
      <p:sp>
        <p:nvSpPr>
          <p:cNvPr id="25" name="Picture Placeholder 2"/>
          <p:cNvSpPr>
            <a:spLocks noGrp="1"/>
          </p:cNvSpPr>
          <p:nvPr>
            <p:ph type="pic" sz="quarter" idx="17"/>
          </p:nvPr>
        </p:nvSpPr>
        <p:spPr>
          <a:xfrm>
            <a:off x="2163582" y="3664948"/>
            <a:ext cx="1269167" cy="1268971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  <a:effectLst>
            <a:innerShdw blurRad="127000">
              <a:prstClr val="black"/>
            </a:inn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lang="en-US" sz="100"/>
            </a:lvl1pPr>
          </a:lstStyle>
          <a:p>
            <a:pPr lvl="0"/>
            <a:endParaRPr lang="en-US"/>
          </a:p>
        </p:txBody>
      </p:sp>
      <p:sp>
        <p:nvSpPr>
          <p:cNvPr id="26" name="Picture Placeholder 2"/>
          <p:cNvSpPr>
            <a:spLocks noGrp="1"/>
          </p:cNvSpPr>
          <p:nvPr>
            <p:ph type="pic" sz="quarter" idx="18"/>
          </p:nvPr>
        </p:nvSpPr>
        <p:spPr>
          <a:xfrm>
            <a:off x="3482717" y="3664948"/>
            <a:ext cx="1269167" cy="1268971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  <a:effectLst>
            <a:innerShdw blurRad="127000">
              <a:prstClr val="black"/>
            </a:inn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lang="en-US" sz="100"/>
            </a:lvl1pPr>
          </a:lstStyle>
          <a:p>
            <a:pPr lvl="0"/>
            <a:endParaRPr lang="en-US"/>
          </a:p>
        </p:txBody>
      </p:sp>
      <p:sp>
        <p:nvSpPr>
          <p:cNvPr id="27" name="Picture Placeholder 2"/>
          <p:cNvSpPr>
            <a:spLocks noGrp="1"/>
          </p:cNvSpPr>
          <p:nvPr>
            <p:ph type="pic" sz="quarter" idx="19"/>
          </p:nvPr>
        </p:nvSpPr>
        <p:spPr>
          <a:xfrm>
            <a:off x="4801850" y="3664948"/>
            <a:ext cx="1269167" cy="1268971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  <a:effectLst>
            <a:innerShdw blurRad="127000">
              <a:prstClr val="black"/>
            </a:inn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lang="en-US" sz="100"/>
            </a:lvl1pPr>
          </a:lstStyle>
          <a:p>
            <a:pPr lvl="0"/>
            <a:endParaRPr lang="en-US"/>
          </a:p>
        </p:txBody>
      </p:sp>
      <p:sp>
        <p:nvSpPr>
          <p:cNvPr id="28" name="Picture Placeholder 2"/>
          <p:cNvSpPr>
            <a:spLocks noGrp="1"/>
          </p:cNvSpPr>
          <p:nvPr>
            <p:ph type="pic" sz="quarter" idx="20"/>
          </p:nvPr>
        </p:nvSpPr>
        <p:spPr>
          <a:xfrm>
            <a:off x="6120985" y="3664948"/>
            <a:ext cx="1269167" cy="1268971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  <a:effectLst>
            <a:innerShdw blurRad="127000">
              <a:prstClr val="black"/>
            </a:inn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lang="en-US" sz="100"/>
            </a:lvl1pPr>
          </a:lstStyle>
          <a:p>
            <a:pPr lvl="0"/>
            <a:endParaRPr lang="en-US"/>
          </a:p>
        </p:txBody>
      </p:sp>
      <p:sp>
        <p:nvSpPr>
          <p:cNvPr id="29" name="Picture Placeholder 2"/>
          <p:cNvSpPr>
            <a:spLocks noGrp="1"/>
          </p:cNvSpPr>
          <p:nvPr>
            <p:ph type="pic" sz="quarter" idx="21"/>
          </p:nvPr>
        </p:nvSpPr>
        <p:spPr>
          <a:xfrm>
            <a:off x="7440118" y="3664948"/>
            <a:ext cx="1269167" cy="1268971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  <a:effectLst>
            <a:innerShdw blurRad="127000">
              <a:prstClr val="black"/>
            </a:inn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lang="en-US" sz="100"/>
            </a:lvl1pPr>
          </a:lstStyle>
          <a:p>
            <a:pPr lvl="0"/>
            <a:endParaRPr lang="en-US"/>
          </a:p>
        </p:txBody>
      </p:sp>
      <p:sp>
        <p:nvSpPr>
          <p:cNvPr id="30" name="Picture Placeholder 2"/>
          <p:cNvSpPr>
            <a:spLocks noGrp="1"/>
          </p:cNvSpPr>
          <p:nvPr>
            <p:ph type="pic" sz="quarter" idx="22"/>
          </p:nvPr>
        </p:nvSpPr>
        <p:spPr>
          <a:xfrm>
            <a:off x="8759253" y="3664948"/>
            <a:ext cx="1269167" cy="1268971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  <a:effectLst>
            <a:innerShdw blurRad="127000">
              <a:prstClr val="black"/>
            </a:inn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lang="en-US" sz="100"/>
            </a:lvl1pPr>
          </a:lstStyle>
          <a:p>
            <a:pPr lvl="0"/>
            <a:endParaRPr lang="en-US"/>
          </a:p>
        </p:txBody>
      </p:sp>
      <p:sp>
        <p:nvSpPr>
          <p:cNvPr id="31" name="Picture Placeholder 2"/>
          <p:cNvSpPr>
            <a:spLocks noGrp="1"/>
          </p:cNvSpPr>
          <p:nvPr>
            <p:ph type="pic" sz="quarter" idx="23"/>
          </p:nvPr>
        </p:nvSpPr>
        <p:spPr>
          <a:xfrm>
            <a:off x="10078386" y="3664948"/>
            <a:ext cx="1269167" cy="1268971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  <a:effectLst>
            <a:innerShdw blurRad="127000">
              <a:prstClr val="black"/>
            </a:inn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lang="en-US" sz="100"/>
            </a:lvl1pPr>
          </a:lstStyle>
          <a:p>
            <a:pPr lvl="0"/>
            <a:endParaRPr lang="en-US"/>
          </a:p>
        </p:txBody>
      </p:sp>
      <p:sp>
        <p:nvSpPr>
          <p:cNvPr id="32" name="Picture Placeholder 2"/>
          <p:cNvSpPr>
            <a:spLocks noGrp="1"/>
          </p:cNvSpPr>
          <p:nvPr>
            <p:ph type="pic" sz="quarter" idx="24"/>
          </p:nvPr>
        </p:nvSpPr>
        <p:spPr>
          <a:xfrm>
            <a:off x="6120985" y="2346018"/>
            <a:ext cx="1269167" cy="1268971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  <a:effectLst>
            <a:innerShdw blurRad="127000">
              <a:prstClr val="black"/>
            </a:inn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lang="en-US" sz="100"/>
            </a:lvl1pPr>
          </a:lstStyle>
          <a:p>
            <a:pPr lvl="0"/>
            <a:endParaRPr lang="en-US"/>
          </a:p>
        </p:txBody>
      </p:sp>
      <p:sp>
        <p:nvSpPr>
          <p:cNvPr id="33" name="Picture Placeholder 2"/>
          <p:cNvSpPr>
            <a:spLocks noGrp="1"/>
          </p:cNvSpPr>
          <p:nvPr>
            <p:ph type="pic" sz="quarter" idx="25"/>
          </p:nvPr>
        </p:nvSpPr>
        <p:spPr>
          <a:xfrm>
            <a:off x="7440118" y="2346018"/>
            <a:ext cx="1269167" cy="1268971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  <a:effectLst>
            <a:innerShdw blurRad="127000">
              <a:prstClr val="black"/>
            </a:inn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lang="en-US" sz="100"/>
            </a:lvl1pPr>
          </a:lstStyle>
          <a:p>
            <a:pPr lvl="0"/>
            <a:endParaRPr lang="en-US"/>
          </a:p>
        </p:txBody>
      </p:sp>
      <p:sp>
        <p:nvSpPr>
          <p:cNvPr id="34" name="Picture Placeholder 2"/>
          <p:cNvSpPr>
            <a:spLocks noGrp="1"/>
          </p:cNvSpPr>
          <p:nvPr>
            <p:ph type="pic" sz="quarter" idx="26"/>
          </p:nvPr>
        </p:nvSpPr>
        <p:spPr>
          <a:xfrm>
            <a:off x="8759253" y="2346018"/>
            <a:ext cx="1269167" cy="1268971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  <a:effectLst>
            <a:innerShdw blurRad="127000">
              <a:prstClr val="black"/>
            </a:inn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lang="en-US" sz="100"/>
            </a:lvl1pPr>
          </a:lstStyle>
          <a:p>
            <a:pPr lvl="0"/>
            <a:endParaRPr lang="en-US"/>
          </a:p>
        </p:txBody>
      </p:sp>
      <p:sp>
        <p:nvSpPr>
          <p:cNvPr id="35" name="Picture Placeholder 2"/>
          <p:cNvSpPr>
            <a:spLocks noGrp="1"/>
          </p:cNvSpPr>
          <p:nvPr>
            <p:ph type="pic" sz="quarter" idx="27"/>
          </p:nvPr>
        </p:nvSpPr>
        <p:spPr>
          <a:xfrm>
            <a:off x="10078386" y="2346018"/>
            <a:ext cx="1269167" cy="1268971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  <a:effectLst>
            <a:innerShdw blurRad="127000">
              <a:prstClr val="black"/>
            </a:inn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lang="en-US" sz="100"/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23698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decel="10000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decel="10000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decel="10000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decel="10000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decel="10000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Our team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espaço3">
            <a:extLst>
              <a:ext uri="{FF2B5EF4-FFF2-40B4-BE49-F238E27FC236}">
                <a16:creationId xmlns:a16="http://schemas.microsoft.com/office/drawing/2014/main" id="{6D7354D1-B4E7-45C1-A6A1-BC150CBFECF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029700" y="3263396"/>
            <a:ext cx="3162300" cy="3161812"/>
          </a:xfrm>
          <a:custGeom>
            <a:avLst/>
            <a:gdLst>
              <a:gd name="connsiteX0" fmla="*/ 0 w 4743450"/>
              <a:gd name="connsiteY0" fmla="*/ 0 h 4743449"/>
              <a:gd name="connsiteX1" fmla="*/ 4743450 w 4743450"/>
              <a:gd name="connsiteY1" fmla="*/ 0 h 4743449"/>
              <a:gd name="connsiteX2" fmla="*/ 4743450 w 4743450"/>
              <a:gd name="connsiteY2" fmla="*/ 4743449 h 4743449"/>
              <a:gd name="connsiteX3" fmla="*/ 790590 w 4743450"/>
              <a:gd name="connsiteY3" fmla="*/ 4743449 h 4743449"/>
              <a:gd name="connsiteX4" fmla="*/ 0 w 4743450"/>
              <a:gd name="connsiteY4" fmla="*/ 3952859 h 4743449"/>
              <a:gd name="connsiteX5" fmla="*/ 0 w 4743450"/>
              <a:gd name="connsiteY5" fmla="*/ 0 h 4743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43450" h="4743449">
                <a:moveTo>
                  <a:pt x="0" y="0"/>
                </a:moveTo>
                <a:lnTo>
                  <a:pt x="4743450" y="0"/>
                </a:lnTo>
                <a:lnTo>
                  <a:pt x="4743450" y="4743449"/>
                </a:lnTo>
                <a:lnTo>
                  <a:pt x="790590" y="4743449"/>
                </a:lnTo>
                <a:cubicBezTo>
                  <a:pt x="353959" y="4743449"/>
                  <a:pt x="0" y="4389490"/>
                  <a:pt x="0" y="3952859"/>
                </a:cubicBezTo>
                <a:lnTo>
                  <a:pt x="0" y="0"/>
                </a:lnTo>
                <a:close/>
              </a:path>
            </a:pathLst>
          </a:custGeom>
          <a:solidFill>
            <a:schemeClr val="tx1">
              <a:alpha val="30000"/>
            </a:schemeClr>
          </a:solidFill>
          <a:ln>
            <a:noFill/>
          </a:ln>
          <a:effectLst>
            <a:outerShdw blurRad="254000" dist="190500" dir="8100000" algn="tr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lang="ru-RU" sz="100">
                <a:solidFill>
                  <a:schemeClr val="tx1"/>
                </a:solidFill>
              </a:defRPr>
            </a:lvl1pPr>
          </a:lstStyle>
          <a:p>
            <a:pPr lvl="0"/>
            <a:endParaRPr lang="ru-RU"/>
          </a:p>
        </p:txBody>
      </p:sp>
      <p:sp>
        <p:nvSpPr>
          <p:cNvPr id="7" name="espaço2">
            <a:extLst>
              <a:ext uri="{FF2B5EF4-FFF2-40B4-BE49-F238E27FC236}">
                <a16:creationId xmlns:a16="http://schemas.microsoft.com/office/drawing/2014/main" id="{62AC6874-1C5E-4A38-9894-A2DDBD4113E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9029700" y="0"/>
            <a:ext cx="3162300" cy="3161812"/>
          </a:xfrm>
          <a:prstGeom prst="rect">
            <a:avLst/>
          </a:prstGeom>
          <a:solidFill>
            <a:schemeClr val="tx1">
              <a:alpha val="30000"/>
            </a:schemeClr>
          </a:solidFill>
          <a:ln>
            <a:noFill/>
          </a:ln>
          <a:effectLst>
            <a:outerShdw blurRad="254000" dist="190500" dir="8100000" algn="tr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lang="en-US" sz="100"/>
            </a:lvl1pPr>
          </a:lstStyle>
          <a:p>
            <a:pPr lvl="0"/>
            <a:endParaRPr lang="en-US"/>
          </a:p>
        </p:txBody>
      </p:sp>
      <p:sp>
        <p:nvSpPr>
          <p:cNvPr id="14" name="espaço1">
            <a:extLst>
              <a:ext uri="{FF2B5EF4-FFF2-40B4-BE49-F238E27FC236}">
                <a16:creationId xmlns:a16="http://schemas.microsoft.com/office/drawing/2014/main" id="{04BBEB24-774B-4770-816F-E97ADC25C20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765800" y="0"/>
            <a:ext cx="3162300" cy="3161812"/>
          </a:xfrm>
          <a:custGeom>
            <a:avLst/>
            <a:gdLst>
              <a:gd name="connsiteX0" fmla="*/ 0 w 4743450"/>
              <a:gd name="connsiteY0" fmla="*/ 0 h 4743449"/>
              <a:gd name="connsiteX1" fmla="*/ 4743450 w 4743450"/>
              <a:gd name="connsiteY1" fmla="*/ 0 h 4743449"/>
              <a:gd name="connsiteX2" fmla="*/ 4743450 w 4743450"/>
              <a:gd name="connsiteY2" fmla="*/ 4743449 h 4743449"/>
              <a:gd name="connsiteX3" fmla="*/ 790590 w 4743450"/>
              <a:gd name="connsiteY3" fmla="*/ 4743449 h 4743449"/>
              <a:gd name="connsiteX4" fmla="*/ 0 w 4743450"/>
              <a:gd name="connsiteY4" fmla="*/ 3952859 h 4743449"/>
              <a:gd name="connsiteX5" fmla="*/ 0 w 4743450"/>
              <a:gd name="connsiteY5" fmla="*/ 0 h 4743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43450" h="4743449">
                <a:moveTo>
                  <a:pt x="0" y="0"/>
                </a:moveTo>
                <a:lnTo>
                  <a:pt x="4743450" y="0"/>
                </a:lnTo>
                <a:lnTo>
                  <a:pt x="4743450" y="4743449"/>
                </a:lnTo>
                <a:lnTo>
                  <a:pt x="790590" y="4743449"/>
                </a:lnTo>
                <a:cubicBezTo>
                  <a:pt x="353959" y="4743449"/>
                  <a:pt x="0" y="4389490"/>
                  <a:pt x="0" y="3952859"/>
                </a:cubicBezTo>
                <a:lnTo>
                  <a:pt x="0" y="0"/>
                </a:lnTo>
                <a:close/>
              </a:path>
            </a:pathLst>
          </a:custGeom>
          <a:solidFill>
            <a:schemeClr val="tx1">
              <a:alpha val="30000"/>
            </a:schemeClr>
          </a:solidFill>
          <a:ln>
            <a:noFill/>
          </a:ln>
          <a:effectLst>
            <a:outerShdw blurRad="254000" dist="190500" dir="8100000" algn="tr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lang="ru-RU" sz="100">
                <a:solidFill>
                  <a:schemeClr val="tx1"/>
                </a:solidFill>
              </a:defRPr>
            </a:lvl1pPr>
          </a:lstStyle>
          <a:p>
            <a:pPr lvl="0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10825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7" grpId="0" animBg="1"/>
      <p:bldP spid="14" grpId="0" animBg="1"/>
    </p:bldLst>
  </p:timing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Our team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espaço6">
            <a:extLst>
              <a:ext uri="{FF2B5EF4-FFF2-40B4-BE49-F238E27FC236}">
                <a16:creationId xmlns:a16="http://schemas.microsoft.com/office/drawing/2014/main" id="{5CE94F9A-F9B9-4956-8DF2-C406C9139C16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10125753" y="4355305"/>
            <a:ext cx="2058373" cy="2073802"/>
          </a:xfrm>
          <a:custGeom>
            <a:avLst/>
            <a:gdLst>
              <a:gd name="connsiteX0" fmla="*/ 0 w 4743450"/>
              <a:gd name="connsiteY0" fmla="*/ 0 h 4743449"/>
              <a:gd name="connsiteX1" fmla="*/ 4743450 w 4743450"/>
              <a:gd name="connsiteY1" fmla="*/ 0 h 4743449"/>
              <a:gd name="connsiteX2" fmla="*/ 4743450 w 4743450"/>
              <a:gd name="connsiteY2" fmla="*/ 4743449 h 4743449"/>
              <a:gd name="connsiteX3" fmla="*/ 790590 w 4743450"/>
              <a:gd name="connsiteY3" fmla="*/ 4743449 h 4743449"/>
              <a:gd name="connsiteX4" fmla="*/ 0 w 4743450"/>
              <a:gd name="connsiteY4" fmla="*/ 3952859 h 4743449"/>
              <a:gd name="connsiteX5" fmla="*/ 0 w 4743450"/>
              <a:gd name="connsiteY5" fmla="*/ 0 h 4743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43450" h="4743449">
                <a:moveTo>
                  <a:pt x="0" y="0"/>
                </a:moveTo>
                <a:lnTo>
                  <a:pt x="4743450" y="0"/>
                </a:lnTo>
                <a:lnTo>
                  <a:pt x="4743450" y="4743449"/>
                </a:lnTo>
                <a:lnTo>
                  <a:pt x="790590" y="4743449"/>
                </a:lnTo>
                <a:cubicBezTo>
                  <a:pt x="353959" y="4743449"/>
                  <a:pt x="0" y="4389490"/>
                  <a:pt x="0" y="3952859"/>
                </a:cubicBezTo>
                <a:lnTo>
                  <a:pt x="0" y="0"/>
                </a:lnTo>
                <a:close/>
              </a:path>
            </a:pathLst>
          </a:custGeom>
          <a:solidFill>
            <a:schemeClr val="tx1">
              <a:alpha val="30000"/>
            </a:schemeClr>
          </a:solidFill>
          <a:ln>
            <a:noFill/>
          </a:ln>
          <a:effectLst>
            <a:outerShdw blurRad="254000" dist="190500" dir="8100000" algn="tr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lang="ru-RU" sz="100"/>
            </a:lvl1pPr>
          </a:lstStyle>
          <a:p>
            <a:pPr lvl="0"/>
            <a:endParaRPr lang="ru-RU"/>
          </a:p>
        </p:txBody>
      </p:sp>
      <p:sp>
        <p:nvSpPr>
          <p:cNvPr id="11" name="espaço5">
            <a:extLst>
              <a:ext uri="{FF2B5EF4-FFF2-40B4-BE49-F238E27FC236}">
                <a16:creationId xmlns:a16="http://schemas.microsoft.com/office/drawing/2014/main" id="{E16B8E62-12EE-460D-9EDD-F620874FCB8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0117878" y="2173743"/>
            <a:ext cx="2074123" cy="2073802"/>
          </a:xfrm>
          <a:prstGeom prst="rect">
            <a:avLst/>
          </a:prstGeom>
          <a:solidFill>
            <a:schemeClr val="tx1">
              <a:alpha val="30000"/>
            </a:schemeClr>
          </a:solidFill>
          <a:ln>
            <a:noFill/>
          </a:ln>
          <a:effectLst>
            <a:outerShdw blurRad="254000" dist="190500" dir="8100000" algn="tr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lang="en-US" sz="100"/>
            </a:lvl1pPr>
          </a:lstStyle>
          <a:p>
            <a:pPr lvl="0"/>
            <a:endParaRPr lang="en-US"/>
          </a:p>
        </p:txBody>
      </p:sp>
      <p:sp>
        <p:nvSpPr>
          <p:cNvPr id="19" name="espaç4">
            <a:extLst>
              <a:ext uri="{FF2B5EF4-FFF2-40B4-BE49-F238E27FC236}">
                <a16:creationId xmlns:a16="http://schemas.microsoft.com/office/drawing/2014/main" id="{94612053-4137-4DF4-B3C3-A4C976B5C4E3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943798" y="2173743"/>
            <a:ext cx="2074123" cy="2073802"/>
          </a:xfrm>
          <a:custGeom>
            <a:avLst/>
            <a:gdLst>
              <a:gd name="connsiteX0" fmla="*/ 0 w 4743450"/>
              <a:gd name="connsiteY0" fmla="*/ 0 h 4743449"/>
              <a:gd name="connsiteX1" fmla="*/ 4743450 w 4743450"/>
              <a:gd name="connsiteY1" fmla="*/ 0 h 4743449"/>
              <a:gd name="connsiteX2" fmla="*/ 4743450 w 4743450"/>
              <a:gd name="connsiteY2" fmla="*/ 4743449 h 4743449"/>
              <a:gd name="connsiteX3" fmla="*/ 790590 w 4743450"/>
              <a:gd name="connsiteY3" fmla="*/ 4743449 h 4743449"/>
              <a:gd name="connsiteX4" fmla="*/ 0 w 4743450"/>
              <a:gd name="connsiteY4" fmla="*/ 3952859 h 4743449"/>
              <a:gd name="connsiteX5" fmla="*/ 0 w 4743450"/>
              <a:gd name="connsiteY5" fmla="*/ 0 h 4743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43450" h="4743449">
                <a:moveTo>
                  <a:pt x="0" y="0"/>
                </a:moveTo>
                <a:lnTo>
                  <a:pt x="4743450" y="0"/>
                </a:lnTo>
                <a:lnTo>
                  <a:pt x="4743450" y="4743449"/>
                </a:lnTo>
                <a:lnTo>
                  <a:pt x="790590" y="4743449"/>
                </a:lnTo>
                <a:cubicBezTo>
                  <a:pt x="353959" y="4743449"/>
                  <a:pt x="0" y="4389490"/>
                  <a:pt x="0" y="3952859"/>
                </a:cubicBezTo>
                <a:lnTo>
                  <a:pt x="0" y="0"/>
                </a:lnTo>
                <a:close/>
              </a:path>
            </a:pathLst>
          </a:custGeom>
          <a:solidFill>
            <a:schemeClr val="tx1">
              <a:alpha val="30000"/>
            </a:schemeClr>
          </a:solidFill>
          <a:ln>
            <a:noFill/>
          </a:ln>
          <a:effectLst>
            <a:outerShdw blurRad="254000" dist="190500" dir="8100000" algn="tr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lang="ru-RU" sz="100"/>
            </a:lvl1pPr>
          </a:lstStyle>
          <a:p>
            <a:pPr lvl="0"/>
            <a:endParaRPr lang="ru-RU"/>
          </a:p>
        </p:txBody>
      </p:sp>
      <p:sp>
        <p:nvSpPr>
          <p:cNvPr id="9" name="espaço3">
            <a:extLst>
              <a:ext uri="{FF2B5EF4-FFF2-40B4-BE49-F238E27FC236}">
                <a16:creationId xmlns:a16="http://schemas.microsoft.com/office/drawing/2014/main" id="{BBB741A0-109F-4818-9676-A167F8AB274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0117878" y="0"/>
            <a:ext cx="2074123" cy="2073802"/>
          </a:xfrm>
          <a:prstGeom prst="rect">
            <a:avLst/>
          </a:prstGeom>
          <a:solidFill>
            <a:schemeClr val="tx1">
              <a:alpha val="30000"/>
            </a:schemeClr>
          </a:solidFill>
          <a:ln>
            <a:noFill/>
          </a:ln>
          <a:effectLst>
            <a:outerShdw blurRad="254000" dist="190500" dir="8100000" algn="tr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lang="en-US" sz="100"/>
            </a:lvl1pPr>
          </a:lstStyle>
          <a:p>
            <a:pPr lvl="0"/>
            <a:endParaRPr lang="en-US"/>
          </a:p>
        </p:txBody>
      </p:sp>
      <p:sp>
        <p:nvSpPr>
          <p:cNvPr id="10" name="espaço2">
            <a:extLst>
              <a:ext uri="{FF2B5EF4-FFF2-40B4-BE49-F238E27FC236}">
                <a16:creationId xmlns:a16="http://schemas.microsoft.com/office/drawing/2014/main" id="{EADEFD96-9A4E-4646-9AC0-47E4A17799C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943798" y="0"/>
            <a:ext cx="2074123" cy="2073802"/>
          </a:xfrm>
          <a:prstGeom prst="rect">
            <a:avLst/>
          </a:prstGeom>
          <a:solidFill>
            <a:schemeClr val="tx1">
              <a:alpha val="30000"/>
            </a:schemeClr>
          </a:solidFill>
          <a:ln>
            <a:noFill/>
          </a:ln>
          <a:effectLst>
            <a:outerShdw blurRad="254000" dist="190500" dir="8100000" algn="tr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lang="en-US" sz="100"/>
            </a:lvl1pPr>
          </a:lstStyle>
          <a:p>
            <a:pPr lvl="0"/>
            <a:endParaRPr lang="en-US"/>
          </a:p>
        </p:txBody>
      </p:sp>
      <p:sp>
        <p:nvSpPr>
          <p:cNvPr id="18" name="espaço1">
            <a:extLst>
              <a:ext uri="{FF2B5EF4-FFF2-40B4-BE49-F238E27FC236}">
                <a16:creationId xmlns:a16="http://schemas.microsoft.com/office/drawing/2014/main" id="{0BB271EB-3A79-4F91-B72D-B12F9FEA256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785468" y="0"/>
            <a:ext cx="2058373" cy="2073802"/>
          </a:xfrm>
          <a:custGeom>
            <a:avLst/>
            <a:gdLst>
              <a:gd name="connsiteX0" fmla="*/ 0 w 4743450"/>
              <a:gd name="connsiteY0" fmla="*/ 0 h 4743449"/>
              <a:gd name="connsiteX1" fmla="*/ 4743450 w 4743450"/>
              <a:gd name="connsiteY1" fmla="*/ 0 h 4743449"/>
              <a:gd name="connsiteX2" fmla="*/ 4743450 w 4743450"/>
              <a:gd name="connsiteY2" fmla="*/ 4743449 h 4743449"/>
              <a:gd name="connsiteX3" fmla="*/ 790590 w 4743450"/>
              <a:gd name="connsiteY3" fmla="*/ 4743449 h 4743449"/>
              <a:gd name="connsiteX4" fmla="*/ 0 w 4743450"/>
              <a:gd name="connsiteY4" fmla="*/ 3952859 h 4743449"/>
              <a:gd name="connsiteX5" fmla="*/ 0 w 4743450"/>
              <a:gd name="connsiteY5" fmla="*/ 0 h 4743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43450" h="4743449">
                <a:moveTo>
                  <a:pt x="0" y="0"/>
                </a:moveTo>
                <a:lnTo>
                  <a:pt x="4743450" y="0"/>
                </a:lnTo>
                <a:lnTo>
                  <a:pt x="4743450" y="4743449"/>
                </a:lnTo>
                <a:lnTo>
                  <a:pt x="790590" y="4743449"/>
                </a:lnTo>
                <a:cubicBezTo>
                  <a:pt x="353959" y="4743449"/>
                  <a:pt x="0" y="4389490"/>
                  <a:pt x="0" y="3952859"/>
                </a:cubicBezTo>
                <a:lnTo>
                  <a:pt x="0" y="0"/>
                </a:lnTo>
                <a:close/>
              </a:path>
            </a:pathLst>
          </a:custGeom>
          <a:solidFill>
            <a:schemeClr val="tx1">
              <a:alpha val="30000"/>
            </a:schemeClr>
          </a:solidFill>
          <a:ln>
            <a:noFill/>
          </a:ln>
          <a:effectLst>
            <a:outerShdw blurRad="254000" dist="190500" dir="8100000" algn="tr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lang="ru-RU" sz="100"/>
            </a:lvl1pPr>
          </a:lstStyle>
          <a:p>
            <a:pPr lvl="0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355762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11" grpId="0" animBg="1"/>
      <p:bldP spid="19" grpId="0" animBg="1"/>
      <p:bldP spid="9" grpId="0" animBg="1"/>
      <p:bldP spid="10" grpId="0" animBg="1"/>
      <p:bldP spid="18" grpId="0" animBg="1"/>
    </p:bldLst>
  </p:timing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Our team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espaço10">
            <a:extLst>
              <a:ext uri="{FF2B5EF4-FFF2-40B4-BE49-F238E27FC236}">
                <a16:creationId xmlns:a16="http://schemas.microsoft.com/office/drawing/2014/main" id="{B90BA481-0E87-416D-AC04-DD35D7B94284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10671358" y="4893168"/>
            <a:ext cx="1520643" cy="1532041"/>
          </a:xfrm>
          <a:custGeom>
            <a:avLst/>
            <a:gdLst>
              <a:gd name="connsiteX0" fmla="*/ 0 w 4743450"/>
              <a:gd name="connsiteY0" fmla="*/ 0 h 4743449"/>
              <a:gd name="connsiteX1" fmla="*/ 4743450 w 4743450"/>
              <a:gd name="connsiteY1" fmla="*/ 0 h 4743449"/>
              <a:gd name="connsiteX2" fmla="*/ 4743450 w 4743450"/>
              <a:gd name="connsiteY2" fmla="*/ 4743449 h 4743449"/>
              <a:gd name="connsiteX3" fmla="*/ 790590 w 4743450"/>
              <a:gd name="connsiteY3" fmla="*/ 4743449 h 4743449"/>
              <a:gd name="connsiteX4" fmla="*/ 0 w 4743450"/>
              <a:gd name="connsiteY4" fmla="*/ 3952859 h 4743449"/>
              <a:gd name="connsiteX5" fmla="*/ 0 w 4743450"/>
              <a:gd name="connsiteY5" fmla="*/ 0 h 4743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43450" h="4743449">
                <a:moveTo>
                  <a:pt x="0" y="0"/>
                </a:moveTo>
                <a:lnTo>
                  <a:pt x="4743450" y="0"/>
                </a:lnTo>
                <a:lnTo>
                  <a:pt x="4743450" y="4743449"/>
                </a:lnTo>
                <a:lnTo>
                  <a:pt x="790590" y="4743449"/>
                </a:lnTo>
                <a:cubicBezTo>
                  <a:pt x="353959" y="4743449"/>
                  <a:pt x="0" y="4389490"/>
                  <a:pt x="0" y="3952859"/>
                </a:cubicBezTo>
                <a:lnTo>
                  <a:pt x="0" y="0"/>
                </a:lnTo>
                <a:close/>
              </a:path>
            </a:pathLst>
          </a:custGeom>
          <a:solidFill>
            <a:schemeClr val="tx1">
              <a:alpha val="30000"/>
            </a:schemeClr>
          </a:solidFill>
          <a:ln>
            <a:noFill/>
          </a:ln>
          <a:effectLst>
            <a:outerShdw blurRad="254000" dist="190500" dir="8100000" algn="tr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lang="ru-RU" sz="100"/>
            </a:lvl1pPr>
          </a:lstStyle>
          <a:p>
            <a:pPr lvl="0"/>
            <a:endParaRPr lang="ru-RU"/>
          </a:p>
        </p:txBody>
      </p:sp>
      <p:sp>
        <p:nvSpPr>
          <p:cNvPr id="25" name="espaço9">
            <a:extLst>
              <a:ext uri="{FF2B5EF4-FFF2-40B4-BE49-F238E27FC236}">
                <a16:creationId xmlns:a16="http://schemas.microsoft.com/office/drawing/2014/main" id="{FDD406EB-DD58-4182-BBED-A1111E6B4ECD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10659722" y="3261992"/>
            <a:ext cx="1532279" cy="1532041"/>
          </a:xfrm>
          <a:prstGeom prst="rect">
            <a:avLst/>
          </a:prstGeom>
          <a:solidFill>
            <a:schemeClr val="tx1">
              <a:alpha val="30000"/>
            </a:schemeClr>
          </a:solidFill>
          <a:ln>
            <a:noFill/>
          </a:ln>
          <a:effectLst>
            <a:outerShdw blurRad="254000" dist="190500" dir="8100000" algn="tr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lang="en-US" sz="100"/>
            </a:lvl1pPr>
          </a:lstStyle>
          <a:p>
            <a:pPr lvl="0"/>
            <a:endParaRPr lang="en-US"/>
          </a:p>
        </p:txBody>
      </p:sp>
      <p:sp>
        <p:nvSpPr>
          <p:cNvPr id="36" name="espaço8">
            <a:extLst>
              <a:ext uri="{FF2B5EF4-FFF2-40B4-BE49-F238E27FC236}">
                <a16:creationId xmlns:a16="http://schemas.microsoft.com/office/drawing/2014/main" id="{9DC515EB-94F4-48E0-85BF-13DE3FBB3D3B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9015635" y="3261631"/>
            <a:ext cx="1534027" cy="1532041"/>
          </a:xfrm>
          <a:custGeom>
            <a:avLst/>
            <a:gdLst>
              <a:gd name="connsiteX0" fmla="*/ 0 w 4743450"/>
              <a:gd name="connsiteY0" fmla="*/ 0 h 4743449"/>
              <a:gd name="connsiteX1" fmla="*/ 4743450 w 4743450"/>
              <a:gd name="connsiteY1" fmla="*/ 0 h 4743449"/>
              <a:gd name="connsiteX2" fmla="*/ 4743450 w 4743450"/>
              <a:gd name="connsiteY2" fmla="*/ 4743449 h 4743449"/>
              <a:gd name="connsiteX3" fmla="*/ 790590 w 4743450"/>
              <a:gd name="connsiteY3" fmla="*/ 4743449 h 4743449"/>
              <a:gd name="connsiteX4" fmla="*/ 0 w 4743450"/>
              <a:gd name="connsiteY4" fmla="*/ 3952859 h 4743449"/>
              <a:gd name="connsiteX5" fmla="*/ 0 w 4743450"/>
              <a:gd name="connsiteY5" fmla="*/ 0 h 4743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43450" h="4743449">
                <a:moveTo>
                  <a:pt x="0" y="0"/>
                </a:moveTo>
                <a:lnTo>
                  <a:pt x="4743450" y="0"/>
                </a:lnTo>
                <a:lnTo>
                  <a:pt x="4743450" y="4743449"/>
                </a:lnTo>
                <a:lnTo>
                  <a:pt x="790590" y="4743449"/>
                </a:lnTo>
                <a:cubicBezTo>
                  <a:pt x="353959" y="4743449"/>
                  <a:pt x="0" y="4389490"/>
                  <a:pt x="0" y="3952859"/>
                </a:cubicBezTo>
                <a:lnTo>
                  <a:pt x="0" y="0"/>
                </a:lnTo>
                <a:close/>
              </a:path>
            </a:pathLst>
          </a:custGeom>
          <a:solidFill>
            <a:schemeClr val="tx1">
              <a:alpha val="30000"/>
            </a:schemeClr>
          </a:solidFill>
          <a:ln>
            <a:noFill/>
          </a:ln>
          <a:effectLst>
            <a:outerShdw blurRad="254000" dist="190500" dir="8100000" algn="tr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lang="ru-RU" sz="100"/>
            </a:lvl1pPr>
          </a:lstStyle>
          <a:p>
            <a:pPr lvl="0"/>
            <a:endParaRPr lang="ru-RU"/>
          </a:p>
        </p:txBody>
      </p:sp>
      <p:sp>
        <p:nvSpPr>
          <p:cNvPr id="23" name="espaço7">
            <a:extLst>
              <a:ext uri="{FF2B5EF4-FFF2-40B4-BE49-F238E27FC236}">
                <a16:creationId xmlns:a16="http://schemas.microsoft.com/office/drawing/2014/main" id="{E7693D17-C127-4CC3-A6F1-FC473B01C8C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0659722" y="1630817"/>
            <a:ext cx="1532279" cy="1532041"/>
          </a:xfrm>
          <a:prstGeom prst="rect">
            <a:avLst/>
          </a:prstGeom>
          <a:solidFill>
            <a:schemeClr val="tx1">
              <a:alpha val="30000"/>
            </a:schemeClr>
          </a:solidFill>
          <a:ln>
            <a:noFill/>
          </a:ln>
          <a:effectLst>
            <a:outerShdw blurRad="254000" dist="190500" dir="8100000" algn="tr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lang="en-US" sz="100"/>
            </a:lvl1pPr>
          </a:lstStyle>
          <a:p>
            <a:pPr lvl="0"/>
            <a:endParaRPr lang="en-US"/>
          </a:p>
        </p:txBody>
      </p:sp>
      <p:sp>
        <p:nvSpPr>
          <p:cNvPr id="24" name="espaço6">
            <a:extLst>
              <a:ext uri="{FF2B5EF4-FFF2-40B4-BE49-F238E27FC236}">
                <a16:creationId xmlns:a16="http://schemas.microsoft.com/office/drawing/2014/main" id="{84CF8936-5A59-4CC4-9D86-C6AA79373FD4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015634" y="1630817"/>
            <a:ext cx="1532279" cy="1532041"/>
          </a:xfrm>
          <a:prstGeom prst="rect">
            <a:avLst/>
          </a:prstGeom>
          <a:solidFill>
            <a:schemeClr val="tx1">
              <a:alpha val="30000"/>
            </a:schemeClr>
          </a:solidFill>
          <a:ln>
            <a:noFill/>
          </a:ln>
          <a:effectLst>
            <a:outerShdw blurRad="254000" dist="190500" dir="8100000" algn="tr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lang="en-US" sz="100"/>
            </a:lvl1pPr>
          </a:lstStyle>
          <a:p>
            <a:pPr lvl="0"/>
            <a:endParaRPr lang="en-US"/>
          </a:p>
        </p:txBody>
      </p:sp>
      <p:sp>
        <p:nvSpPr>
          <p:cNvPr id="35" name="espaço5">
            <a:extLst>
              <a:ext uri="{FF2B5EF4-FFF2-40B4-BE49-F238E27FC236}">
                <a16:creationId xmlns:a16="http://schemas.microsoft.com/office/drawing/2014/main" id="{0DB75E0B-B74D-4BB0-97FC-D6E3B024B188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7371546" y="1630817"/>
            <a:ext cx="1553227" cy="1532041"/>
          </a:xfrm>
          <a:custGeom>
            <a:avLst/>
            <a:gdLst>
              <a:gd name="connsiteX0" fmla="*/ 0 w 4743450"/>
              <a:gd name="connsiteY0" fmla="*/ 0 h 4743449"/>
              <a:gd name="connsiteX1" fmla="*/ 4743450 w 4743450"/>
              <a:gd name="connsiteY1" fmla="*/ 0 h 4743449"/>
              <a:gd name="connsiteX2" fmla="*/ 4743450 w 4743450"/>
              <a:gd name="connsiteY2" fmla="*/ 4743449 h 4743449"/>
              <a:gd name="connsiteX3" fmla="*/ 790590 w 4743450"/>
              <a:gd name="connsiteY3" fmla="*/ 4743449 h 4743449"/>
              <a:gd name="connsiteX4" fmla="*/ 0 w 4743450"/>
              <a:gd name="connsiteY4" fmla="*/ 3952859 h 4743449"/>
              <a:gd name="connsiteX5" fmla="*/ 0 w 4743450"/>
              <a:gd name="connsiteY5" fmla="*/ 0 h 4743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43450" h="4743449">
                <a:moveTo>
                  <a:pt x="0" y="0"/>
                </a:moveTo>
                <a:lnTo>
                  <a:pt x="4743450" y="0"/>
                </a:lnTo>
                <a:lnTo>
                  <a:pt x="4743450" y="4743449"/>
                </a:lnTo>
                <a:lnTo>
                  <a:pt x="790590" y="4743449"/>
                </a:lnTo>
                <a:cubicBezTo>
                  <a:pt x="353959" y="4743449"/>
                  <a:pt x="0" y="4389490"/>
                  <a:pt x="0" y="3952859"/>
                </a:cubicBezTo>
                <a:lnTo>
                  <a:pt x="0" y="0"/>
                </a:lnTo>
                <a:close/>
              </a:path>
            </a:pathLst>
          </a:custGeom>
          <a:solidFill>
            <a:schemeClr val="tx1">
              <a:alpha val="30000"/>
            </a:schemeClr>
          </a:solidFill>
          <a:ln>
            <a:noFill/>
          </a:ln>
          <a:effectLst>
            <a:outerShdw blurRad="254000" dist="190500" dir="8100000" algn="tr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lang="ru-RU" sz="100"/>
            </a:lvl1pPr>
          </a:lstStyle>
          <a:p>
            <a:pPr lvl="0"/>
            <a:endParaRPr lang="ru-RU"/>
          </a:p>
        </p:txBody>
      </p:sp>
      <p:sp>
        <p:nvSpPr>
          <p:cNvPr id="20" name="espaço4">
            <a:extLst>
              <a:ext uri="{FF2B5EF4-FFF2-40B4-BE49-F238E27FC236}">
                <a16:creationId xmlns:a16="http://schemas.microsoft.com/office/drawing/2014/main" id="{19A9F300-3937-4803-A966-0E5625715E8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0659722" y="2"/>
            <a:ext cx="1532279" cy="1532041"/>
          </a:xfrm>
          <a:prstGeom prst="rect">
            <a:avLst/>
          </a:prstGeom>
          <a:solidFill>
            <a:schemeClr val="tx1">
              <a:alpha val="30000"/>
            </a:schemeClr>
          </a:solidFill>
          <a:ln>
            <a:noFill/>
          </a:ln>
          <a:effectLst>
            <a:outerShdw blurRad="254000" dist="190500" dir="8100000" algn="tr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lang="en-US" sz="100"/>
            </a:lvl1pPr>
          </a:lstStyle>
          <a:p>
            <a:pPr lvl="0"/>
            <a:endParaRPr lang="en-US"/>
          </a:p>
        </p:txBody>
      </p:sp>
      <p:sp>
        <p:nvSpPr>
          <p:cNvPr id="21" name="espaço3">
            <a:extLst>
              <a:ext uri="{FF2B5EF4-FFF2-40B4-BE49-F238E27FC236}">
                <a16:creationId xmlns:a16="http://schemas.microsoft.com/office/drawing/2014/main" id="{12F157D0-5515-4E60-832F-4B07774E657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015634" y="2"/>
            <a:ext cx="1532279" cy="1532041"/>
          </a:xfrm>
          <a:prstGeom prst="rect">
            <a:avLst/>
          </a:prstGeom>
          <a:solidFill>
            <a:schemeClr val="tx1">
              <a:alpha val="30000"/>
            </a:schemeClr>
          </a:solidFill>
          <a:ln>
            <a:noFill/>
          </a:ln>
          <a:effectLst>
            <a:outerShdw blurRad="254000" dist="190500" dir="8100000" algn="tr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lang="en-US" sz="100"/>
            </a:lvl1pPr>
          </a:lstStyle>
          <a:p>
            <a:pPr lvl="0"/>
            <a:endParaRPr lang="en-US"/>
          </a:p>
        </p:txBody>
      </p:sp>
      <p:sp>
        <p:nvSpPr>
          <p:cNvPr id="22" name="espaço2">
            <a:extLst>
              <a:ext uri="{FF2B5EF4-FFF2-40B4-BE49-F238E27FC236}">
                <a16:creationId xmlns:a16="http://schemas.microsoft.com/office/drawing/2014/main" id="{385CF4AF-0BFF-4430-AC8E-BF67AF8C4E9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371545" y="2"/>
            <a:ext cx="1553227" cy="1532041"/>
          </a:xfrm>
          <a:prstGeom prst="rect">
            <a:avLst/>
          </a:prstGeom>
          <a:solidFill>
            <a:schemeClr val="tx1">
              <a:alpha val="30000"/>
            </a:schemeClr>
          </a:solidFill>
          <a:ln>
            <a:noFill/>
          </a:ln>
          <a:effectLst>
            <a:outerShdw blurRad="254000" dist="190500" dir="8100000" algn="tr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lang="en-US" sz="100"/>
            </a:lvl1pPr>
          </a:lstStyle>
          <a:p>
            <a:pPr lvl="0"/>
            <a:endParaRPr lang="en-US"/>
          </a:p>
        </p:txBody>
      </p:sp>
      <p:sp>
        <p:nvSpPr>
          <p:cNvPr id="34" name="espaço1">
            <a:extLst>
              <a:ext uri="{FF2B5EF4-FFF2-40B4-BE49-F238E27FC236}">
                <a16:creationId xmlns:a16="http://schemas.microsoft.com/office/drawing/2014/main" id="{1C0ECCE2-FE3E-4628-B0A7-05B3E64AC626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5737975" y="1"/>
            <a:ext cx="1520643" cy="1532041"/>
          </a:xfrm>
          <a:custGeom>
            <a:avLst/>
            <a:gdLst>
              <a:gd name="connsiteX0" fmla="*/ 0 w 4743450"/>
              <a:gd name="connsiteY0" fmla="*/ 0 h 4743449"/>
              <a:gd name="connsiteX1" fmla="*/ 4743450 w 4743450"/>
              <a:gd name="connsiteY1" fmla="*/ 0 h 4743449"/>
              <a:gd name="connsiteX2" fmla="*/ 4743450 w 4743450"/>
              <a:gd name="connsiteY2" fmla="*/ 4743449 h 4743449"/>
              <a:gd name="connsiteX3" fmla="*/ 790590 w 4743450"/>
              <a:gd name="connsiteY3" fmla="*/ 4743449 h 4743449"/>
              <a:gd name="connsiteX4" fmla="*/ 0 w 4743450"/>
              <a:gd name="connsiteY4" fmla="*/ 3952859 h 4743449"/>
              <a:gd name="connsiteX5" fmla="*/ 0 w 4743450"/>
              <a:gd name="connsiteY5" fmla="*/ 0 h 4743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43450" h="4743449">
                <a:moveTo>
                  <a:pt x="0" y="0"/>
                </a:moveTo>
                <a:lnTo>
                  <a:pt x="4743450" y="0"/>
                </a:lnTo>
                <a:lnTo>
                  <a:pt x="4743450" y="4743449"/>
                </a:lnTo>
                <a:lnTo>
                  <a:pt x="790590" y="4743449"/>
                </a:lnTo>
                <a:cubicBezTo>
                  <a:pt x="353959" y="4743449"/>
                  <a:pt x="0" y="4389490"/>
                  <a:pt x="0" y="3952859"/>
                </a:cubicBezTo>
                <a:lnTo>
                  <a:pt x="0" y="0"/>
                </a:lnTo>
                <a:close/>
              </a:path>
            </a:pathLst>
          </a:custGeom>
          <a:solidFill>
            <a:schemeClr val="tx1">
              <a:alpha val="30000"/>
            </a:schemeClr>
          </a:solidFill>
          <a:ln>
            <a:noFill/>
          </a:ln>
          <a:effectLst>
            <a:outerShdw blurRad="254000" dist="190500" dir="8100000" algn="tr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lang="ru-RU" sz="100"/>
            </a:lvl1pPr>
          </a:lstStyle>
          <a:p>
            <a:pPr lvl="0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634831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animBg="1"/>
      <p:bldP spid="25" grpId="0" animBg="1"/>
      <p:bldP spid="36" grpId="0" animBg="1"/>
      <p:bldP spid="23" grpId="0" animBg="1"/>
      <p:bldP spid="24" grpId="0" animBg="1"/>
      <p:bldP spid="35" grpId="0" animBg="1"/>
      <p:bldP spid="20" grpId="0" animBg="1"/>
      <p:bldP spid="21" grpId="0" animBg="1"/>
      <p:bldP spid="22" grpId="0" animBg="1"/>
      <p:bldP spid="34" grpId="0" animBg="1"/>
    </p:bldLst>
  </p:timing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nimation slide_10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0" y="2"/>
            <a:ext cx="4064000" cy="5460157"/>
          </a:xfrm>
          <a:prstGeom prst="rect">
            <a:avLst/>
          </a:prstGeom>
          <a:solidFill>
            <a:schemeClr val="bg1">
              <a:lumMod val="85000"/>
              <a:alpha val="12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lang="en-US" sz="100"/>
            </a:lvl1pPr>
          </a:lstStyle>
          <a:p>
            <a:pPr lvl="0"/>
            <a:endParaRPr lang="en-US"/>
          </a:p>
        </p:txBody>
      </p:sp>
      <p:sp>
        <p:nvSpPr>
          <p:cNvPr id="18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4064000" y="2"/>
            <a:ext cx="4064000" cy="5460157"/>
          </a:xfrm>
          <a:prstGeom prst="rect">
            <a:avLst/>
          </a:prstGeom>
          <a:solidFill>
            <a:schemeClr val="bg1">
              <a:lumMod val="85000"/>
              <a:alpha val="12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lang="en-US" sz="100"/>
            </a:lvl1pPr>
          </a:lstStyle>
          <a:p>
            <a:pPr lvl="0"/>
            <a:endParaRPr lang="en-US"/>
          </a:p>
        </p:txBody>
      </p:sp>
      <p:sp>
        <p:nvSpPr>
          <p:cNvPr id="19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8128000" y="2"/>
            <a:ext cx="4064000" cy="5460157"/>
          </a:xfrm>
          <a:prstGeom prst="rect">
            <a:avLst/>
          </a:prstGeom>
          <a:solidFill>
            <a:schemeClr val="bg1">
              <a:lumMod val="85000"/>
              <a:alpha val="12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lang="en-US" sz="100"/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55888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8" grpId="0" animBg="1"/>
      <p:bldP spid="19" grpId="0" animBg="1"/>
    </p:bldLst>
  </p:timing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nimation slide_7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0" y="2"/>
            <a:ext cx="3048000" cy="5460157"/>
          </a:xfrm>
          <a:prstGeom prst="rect">
            <a:avLst/>
          </a:prstGeom>
          <a:solidFill>
            <a:schemeClr val="bg1">
              <a:lumMod val="85000"/>
              <a:alpha val="12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lang="en-US" sz="100"/>
            </a:lvl1pPr>
          </a:lstStyle>
          <a:p>
            <a:pPr lvl="0"/>
            <a:endParaRPr lang="en-US"/>
          </a:p>
        </p:txBody>
      </p:sp>
      <p:sp>
        <p:nvSpPr>
          <p:cNvPr id="11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3048000" y="2"/>
            <a:ext cx="3048000" cy="5460157"/>
          </a:xfrm>
          <a:prstGeom prst="rect">
            <a:avLst/>
          </a:prstGeom>
          <a:solidFill>
            <a:schemeClr val="bg1">
              <a:lumMod val="85000"/>
              <a:alpha val="12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lang="en-US" sz="100"/>
            </a:lvl1pPr>
          </a:lstStyle>
          <a:p>
            <a:pPr lvl="0"/>
            <a:endParaRPr lang="en-US"/>
          </a:p>
        </p:txBody>
      </p:sp>
      <p:sp>
        <p:nvSpPr>
          <p:cNvPr id="12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6096000" y="2"/>
            <a:ext cx="3048000" cy="5460157"/>
          </a:xfrm>
          <a:prstGeom prst="rect">
            <a:avLst/>
          </a:prstGeom>
          <a:solidFill>
            <a:schemeClr val="bg1">
              <a:lumMod val="85000"/>
              <a:alpha val="12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lang="en-US" sz="100"/>
            </a:lvl1pPr>
          </a:lstStyle>
          <a:p>
            <a:pPr lvl="0"/>
            <a:endParaRPr lang="en-US"/>
          </a:p>
        </p:txBody>
      </p:sp>
      <p:sp>
        <p:nvSpPr>
          <p:cNvPr id="13" name="Picture Placeholder 2"/>
          <p:cNvSpPr>
            <a:spLocks noGrp="1"/>
          </p:cNvSpPr>
          <p:nvPr>
            <p:ph type="pic" sz="quarter" idx="15"/>
          </p:nvPr>
        </p:nvSpPr>
        <p:spPr>
          <a:xfrm>
            <a:off x="9144000" y="2"/>
            <a:ext cx="3048000" cy="5460157"/>
          </a:xfrm>
          <a:prstGeom prst="rect">
            <a:avLst/>
          </a:prstGeom>
          <a:solidFill>
            <a:schemeClr val="bg1">
              <a:lumMod val="85000"/>
              <a:alpha val="12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lang="en-US" sz="100"/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08983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1" grpId="0" animBg="1"/>
      <p:bldP spid="12" grpId="0" animBg="1"/>
      <p:bldP spid="13" grpId="0" animBg="1"/>
    </p:bldLst>
  </p:timing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nimation slide_7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0" y="2"/>
            <a:ext cx="2438400" cy="5460157"/>
          </a:xfrm>
          <a:prstGeom prst="rect">
            <a:avLst/>
          </a:prstGeom>
          <a:solidFill>
            <a:schemeClr val="bg1">
              <a:lumMod val="85000"/>
              <a:alpha val="12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lang="en-US" sz="100"/>
            </a:lvl1pPr>
          </a:lstStyle>
          <a:p>
            <a:pPr lvl="0"/>
            <a:endParaRPr lang="en-US"/>
          </a:p>
        </p:txBody>
      </p:sp>
      <p:sp>
        <p:nvSpPr>
          <p:cNvPr id="15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2438400" y="2"/>
            <a:ext cx="2438400" cy="5460157"/>
          </a:xfrm>
          <a:prstGeom prst="rect">
            <a:avLst/>
          </a:prstGeom>
          <a:solidFill>
            <a:schemeClr val="bg1">
              <a:lumMod val="85000"/>
              <a:alpha val="12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lang="en-US" sz="100"/>
            </a:lvl1pPr>
          </a:lstStyle>
          <a:p>
            <a:pPr lvl="0"/>
            <a:endParaRPr lang="en-US"/>
          </a:p>
        </p:txBody>
      </p:sp>
      <p:sp>
        <p:nvSpPr>
          <p:cNvPr id="16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4876800" y="2"/>
            <a:ext cx="2438400" cy="5460157"/>
          </a:xfrm>
          <a:prstGeom prst="rect">
            <a:avLst/>
          </a:prstGeom>
          <a:solidFill>
            <a:schemeClr val="bg1">
              <a:lumMod val="85000"/>
              <a:alpha val="12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lang="en-US" sz="100"/>
            </a:lvl1pPr>
          </a:lstStyle>
          <a:p>
            <a:pPr lvl="0"/>
            <a:endParaRPr lang="en-US"/>
          </a:p>
        </p:txBody>
      </p:sp>
      <p:sp>
        <p:nvSpPr>
          <p:cNvPr id="17" name="Picture Placeholder 2"/>
          <p:cNvSpPr>
            <a:spLocks noGrp="1"/>
          </p:cNvSpPr>
          <p:nvPr>
            <p:ph type="pic" sz="quarter" idx="15"/>
          </p:nvPr>
        </p:nvSpPr>
        <p:spPr>
          <a:xfrm>
            <a:off x="7315200" y="2"/>
            <a:ext cx="2438400" cy="5460157"/>
          </a:xfrm>
          <a:prstGeom prst="rect">
            <a:avLst/>
          </a:prstGeom>
          <a:solidFill>
            <a:schemeClr val="bg1">
              <a:lumMod val="85000"/>
              <a:alpha val="12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lang="en-US" sz="100"/>
            </a:lvl1pPr>
          </a:lstStyle>
          <a:p>
            <a:pPr lvl="0"/>
            <a:endParaRPr lang="en-US"/>
          </a:p>
        </p:txBody>
      </p:sp>
      <p:sp>
        <p:nvSpPr>
          <p:cNvPr id="18" name="Picture Placeholder 2"/>
          <p:cNvSpPr>
            <a:spLocks noGrp="1"/>
          </p:cNvSpPr>
          <p:nvPr>
            <p:ph type="pic" sz="quarter" idx="16"/>
          </p:nvPr>
        </p:nvSpPr>
        <p:spPr>
          <a:xfrm>
            <a:off x="9753600" y="2"/>
            <a:ext cx="2438400" cy="5460157"/>
          </a:xfrm>
          <a:prstGeom prst="rect">
            <a:avLst/>
          </a:prstGeom>
          <a:solidFill>
            <a:schemeClr val="bg1">
              <a:lumMod val="85000"/>
              <a:alpha val="12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lang="en-US" sz="100"/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46109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5" grpId="0" animBg="1"/>
      <p:bldP spid="16" grpId="0" animBg="1"/>
      <p:bldP spid="17" grpId="0" animBg="1"/>
      <p:bldP spid="18" grpId="0" animBg="1"/>
    </p:bldLst>
  </p:timing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ortfolio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espaco1">
            <a:extLst>
              <a:ext uri="{FF2B5EF4-FFF2-40B4-BE49-F238E27FC236}">
                <a16:creationId xmlns:a16="http://schemas.microsoft.com/office/drawing/2014/main" id="{246F865C-348F-48A7-8F26-0CC30AB0523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 rot="20885780">
            <a:off x="950835" y="19106"/>
            <a:ext cx="1982259" cy="1966534"/>
          </a:xfrm>
          <a:custGeom>
            <a:avLst/>
            <a:gdLst>
              <a:gd name="connsiteX0" fmla="*/ 194214 w 2717800"/>
              <a:gd name="connsiteY0" fmla="*/ 0 h 2717800"/>
              <a:gd name="connsiteX1" fmla="*/ 2523586 w 2717800"/>
              <a:gd name="connsiteY1" fmla="*/ 0 h 2717800"/>
              <a:gd name="connsiteX2" fmla="*/ 2717800 w 2717800"/>
              <a:gd name="connsiteY2" fmla="*/ 194214 h 2717800"/>
              <a:gd name="connsiteX3" fmla="*/ 2717800 w 2717800"/>
              <a:gd name="connsiteY3" fmla="*/ 2523586 h 2717800"/>
              <a:gd name="connsiteX4" fmla="*/ 2523586 w 2717800"/>
              <a:gd name="connsiteY4" fmla="*/ 2717800 h 2717800"/>
              <a:gd name="connsiteX5" fmla="*/ 194214 w 2717800"/>
              <a:gd name="connsiteY5" fmla="*/ 2717800 h 2717800"/>
              <a:gd name="connsiteX6" fmla="*/ 0 w 2717800"/>
              <a:gd name="connsiteY6" fmla="*/ 2523586 h 2717800"/>
              <a:gd name="connsiteX7" fmla="*/ 0 w 2717800"/>
              <a:gd name="connsiteY7" fmla="*/ 194214 h 2717800"/>
              <a:gd name="connsiteX8" fmla="*/ 194214 w 2717800"/>
              <a:gd name="connsiteY8" fmla="*/ 0 h 2717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717800" h="2717800">
                <a:moveTo>
                  <a:pt x="194214" y="0"/>
                </a:moveTo>
                <a:lnTo>
                  <a:pt x="2523586" y="0"/>
                </a:lnTo>
                <a:cubicBezTo>
                  <a:pt x="2630847" y="0"/>
                  <a:pt x="2717800" y="86953"/>
                  <a:pt x="2717800" y="194214"/>
                </a:cubicBezTo>
                <a:lnTo>
                  <a:pt x="2717800" y="2523586"/>
                </a:lnTo>
                <a:cubicBezTo>
                  <a:pt x="2717800" y="2630847"/>
                  <a:pt x="2630847" y="2717800"/>
                  <a:pt x="2523586" y="2717800"/>
                </a:cubicBezTo>
                <a:lnTo>
                  <a:pt x="194214" y="2717800"/>
                </a:lnTo>
                <a:cubicBezTo>
                  <a:pt x="86953" y="2717800"/>
                  <a:pt x="0" y="2630847"/>
                  <a:pt x="0" y="2523586"/>
                </a:cubicBezTo>
                <a:lnTo>
                  <a:pt x="0" y="194214"/>
                </a:lnTo>
                <a:cubicBezTo>
                  <a:pt x="0" y="86953"/>
                  <a:pt x="86953" y="0"/>
                  <a:pt x="194214" y="0"/>
                </a:cubicBezTo>
                <a:close/>
              </a:path>
            </a:pathLst>
          </a:custGeom>
          <a:solidFill>
            <a:schemeClr val="bg1">
              <a:lumMod val="85000"/>
              <a:alpha val="12000"/>
            </a:schemeClr>
          </a:solidFill>
          <a:ln>
            <a:noFill/>
          </a:ln>
          <a:effectLst>
            <a:innerShdw blurRad="114300">
              <a:prstClr val="black"/>
            </a:inn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lang="ru-RU" sz="100">
                <a:solidFill>
                  <a:schemeClr val="tx1"/>
                </a:solidFill>
              </a:defRPr>
            </a:lvl1pPr>
          </a:lstStyle>
          <a:p>
            <a:pPr lvl="0"/>
            <a:endParaRPr lang="ru-RU"/>
          </a:p>
        </p:txBody>
      </p:sp>
      <p:sp>
        <p:nvSpPr>
          <p:cNvPr id="28" name="espaco2">
            <a:extLst>
              <a:ext uri="{FF2B5EF4-FFF2-40B4-BE49-F238E27FC236}">
                <a16:creationId xmlns:a16="http://schemas.microsoft.com/office/drawing/2014/main" id="{0E456D8A-DA00-4E19-93C0-DCA554BA35D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 rot="20885780">
            <a:off x="3719953" y="19106"/>
            <a:ext cx="1982259" cy="1966534"/>
          </a:xfrm>
          <a:custGeom>
            <a:avLst/>
            <a:gdLst>
              <a:gd name="connsiteX0" fmla="*/ 194214 w 2717800"/>
              <a:gd name="connsiteY0" fmla="*/ 0 h 2717800"/>
              <a:gd name="connsiteX1" fmla="*/ 2523586 w 2717800"/>
              <a:gd name="connsiteY1" fmla="*/ 0 h 2717800"/>
              <a:gd name="connsiteX2" fmla="*/ 2717800 w 2717800"/>
              <a:gd name="connsiteY2" fmla="*/ 194214 h 2717800"/>
              <a:gd name="connsiteX3" fmla="*/ 2717800 w 2717800"/>
              <a:gd name="connsiteY3" fmla="*/ 2523586 h 2717800"/>
              <a:gd name="connsiteX4" fmla="*/ 2523586 w 2717800"/>
              <a:gd name="connsiteY4" fmla="*/ 2717800 h 2717800"/>
              <a:gd name="connsiteX5" fmla="*/ 194214 w 2717800"/>
              <a:gd name="connsiteY5" fmla="*/ 2717800 h 2717800"/>
              <a:gd name="connsiteX6" fmla="*/ 0 w 2717800"/>
              <a:gd name="connsiteY6" fmla="*/ 2523586 h 2717800"/>
              <a:gd name="connsiteX7" fmla="*/ 0 w 2717800"/>
              <a:gd name="connsiteY7" fmla="*/ 194214 h 2717800"/>
              <a:gd name="connsiteX8" fmla="*/ 194214 w 2717800"/>
              <a:gd name="connsiteY8" fmla="*/ 0 h 2717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717800" h="2717800">
                <a:moveTo>
                  <a:pt x="194214" y="0"/>
                </a:moveTo>
                <a:lnTo>
                  <a:pt x="2523586" y="0"/>
                </a:lnTo>
                <a:cubicBezTo>
                  <a:pt x="2630847" y="0"/>
                  <a:pt x="2717800" y="86953"/>
                  <a:pt x="2717800" y="194214"/>
                </a:cubicBezTo>
                <a:lnTo>
                  <a:pt x="2717800" y="2523586"/>
                </a:lnTo>
                <a:cubicBezTo>
                  <a:pt x="2717800" y="2630847"/>
                  <a:pt x="2630847" y="2717800"/>
                  <a:pt x="2523586" y="2717800"/>
                </a:cubicBezTo>
                <a:lnTo>
                  <a:pt x="194214" y="2717800"/>
                </a:lnTo>
                <a:cubicBezTo>
                  <a:pt x="86953" y="2717800"/>
                  <a:pt x="0" y="2630847"/>
                  <a:pt x="0" y="2523586"/>
                </a:cubicBezTo>
                <a:lnTo>
                  <a:pt x="0" y="194214"/>
                </a:lnTo>
                <a:cubicBezTo>
                  <a:pt x="0" y="86953"/>
                  <a:pt x="86953" y="0"/>
                  <a:pt x="194214" y="0"/>
                </a:cubicBezTo>
                <a:close/>
              </a:path>
            </a:pathLst>
          </a:custGeom>
          <a:solidFill>
            <a:schemeClr val="bg1">
              <a:lumMod val="85000"/>
              <a:alpha val="12000"/>
            </a:schemeClr>
          </a:solidFill>
          <a:ln>
            <a:noFill/>
          </a:ln>
          <a:effectLst>
            <a:innerShdw blurRad="114300">
              <a:prstClr val="black"/>
            </a:inn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lang="ru-RU" sz="100">
                <a:solidFill>
                  <a:schemeClr val="tx1"/>
                </a:solidFill>
              </a:defRPr>
            </a:lvl1pPr>
          </a:lstStyle>
          <a:p>
            <a:pPr lvl="0"/>
            <a:endParaRPr lang="ru-RU"/>
          </a:p>
        </p:txBody>
      </p:sp>
      <p:sp>
        <p:nvSpPr>
          <p:cNvPr id="29" name="espaco3">
            <a:extLst>
              <a:ext uri="{FF2B5EF4-FFF2-40B4-BE49-F238E27FC236}">
                <a16:creationId xmlns:a16="http://schemas.microsoft.com/office/drawing/2014/main" id="{CFC1D2D7-03F2-4433-90EB-37019DD19E6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 rot="20885780">
            <a:off x="6483417" y="19106"/>
            <a:ext cx="1982259" cy="1966534"/>
          </a:xfrm>
          <a:custGeom>
            <a:avLst/>
            <a:gdLst>
              <a:gd name="connsiteX0" fmla="*/ 194214 w 2717800"/>
              <a:gd name="connsiteY0" fmla="*/ 0 h 2717800"/>
              <a:gd name="connsiteX1" fmla="*/ 2523586 w 2717800"/>
              <a:gd name="connsiteY1" fmla="*/ 0 h 2717800"/>
              <a:gd name="connsiteX2" fmla="*/ 2717800 w 2717800"/>
              <a:gd name="connsiteY2" fmla="*/ 194214 h 2717800"/>
              <a:gd name="connsiteX3" fmla="*/ 2717800 w 2717800"/>
              <a:gd name="connsiteY3" fmla="*/ 2523586 h 2717800"/>
              <a:gd name="connsiteX4" fmla="*/ 2523586 w 2717800"/>
              <a:gd name="connsiteY4" fmla="*/ 2717800 h 2717800"/>
              <a:gd name="connsiteX5" fmla="*/ 194214 w 2717800"/>
              <a:gd name="connsiteY5" fmla="*/ 2717800 h 2717800"/>
              <a:gd name="connsiteX6" fmla="*/ 0 w 2717800"/>
              <a:gd name="connsiteY6" fmla="*/ 2523586 h 2717800"/>
              <a:gd name="connsiteX7" fmla="*/ 0 w 2717800"/>
              <a:gd name="connsiteY7" fmla="*/ 194214 h 2717800"/>
              <a:gd name="connsiteX8" fmla="*/ 194214 w 2717800"/>
              <a:gd name="connsiteY8" fmla="*/ 0 h 2717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717800" h="2717800">
                <a:moveTo>
                  <a:pt x="194214" y="0"/>
                </a:moveTo>
                <a:lnTo>
                  <a:pt x="2523586" y="0"/>
                </a:lnTo>
                <a:cubicBezTo>
                  <a:pt x="2630847" y="0"/>
                  <a:pt x="2717800" y="86953"/>
                  <a:pt x="2717800" y="194214"/>
                </a:cubicBezTo>
                <a:lnTo>
                  <a:pt x="2717800" y="2523586"/>
                </a:lnTo>
                <a:cubicBezTo>
                  <a:pt x="2717800" y="2630847"/>
                  <a:pt x="2630847" y="2717800"/>
                  <a:pt x="2523586" y="2717800"/>
                </a:cubicBezTo>
                <a:lnTo>
                  <a:pt x="194214" y="2717800"/>
                </a:lnTo>
                <a:cubicBezTo>
                  <a:pt x="86953" y="2717800"/>
                  <a:pt x="0" y="2630847"/>
                  <a:pt x="0" y="2523586"/>
                </a:cubicBezTo>
                <a:lnTo>
                  <a:pt x="0" y="194214"/>
                </a:lnTo>
                <a:cubicBezTo>
                  <a:pt x="0" y="86953"/>
                  <a:pt x="86953" y="0"/>
                  <a:pt x="194214" y="0"/>
                </a:cubicBezTo>
                <a:close/>
              </a:path>
            </a:pathLst>
          </a:custGeom>
          <a:solidFill>
            <a:schemeClr val="bg1">
              <a:lumMod val="85000"/>
              <a:alpha val="12000"/>
            </a:schemeClr>
          </a:solidFill>
          <a:ln>
            <a:noFill/>
          </a:ln>
          <a:effectLst>
            <a:innerShdw blurRad="114300">
              <a:prstClr val="black"/>
            </a:inn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lang="ru-RU" sz="100">
                <a:solidFill>
                  <a:schemeClr val="tx1"/>
                </a:solidFill>
              </a:defRPr>
            </a:lvl1pPr>
          </a:lstStyle>
          <a:p>
            <a:pPr lvl="0"/>
            <a:endParaRPr lang="ru-RU"/>
          </a:p>
        </p:txBody>
      </p:sp>
      <p:sp>
        <p:nvSpPr>
          <p:cNvPr id="30" name="espaco4">
            <a:extLst>
              <a:ext uri="{FF2B5EF4-FFF2-40B4-BE49-F238E27FC236}">
                <a16:creationId xmlns:a16="http://schemas.microsoft.com/office/drawing/2014/main" id="{E9975EFE-3A00-479A-B10A-1CCC1F8F90F5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 rot="20885780">
            <a:off x="9252535" y="19106"/>
            <a:ext cx="1982259" cy="1966534"/>
          </a:xfrm>
          <a:custGeom>
            <a:avLst/>
            <a:gdLst>
              <a:gd name="connsiteX0" fmla="*/ 194214 w 2717800"/>
              <a:gd name="connsiteY0" fmla="*/ 0 h 2717800"/>
              <a:gd name="connsiteX1" fmla="*/ 2523586 w 2717800"/>
              <a:gd name="connsiteY1" fmla="*/ 0 h 2717800"/>
              <a:gd name="connsiteX2" fmla="*/ 2717800 w 2717800"/>
              <a:gd name="connsiteY2" fmla="*/ 194214 h 2717800"/>
              <a:gd name="connsiteX3" fmla="*/ 2717800 w 2717800"/>
              <a:gd name="connsiteY3" fmla="*/ 2523586 h 2717800"/>
              <a:gd name="connsiteX4" fmla="*/ 2523586 w 2717800"/>
              <a:gd name="connsiteY4" fmla="*/ 2717800 h 2717800"/>
              <a:gd name="connsiteX5" fmla="*/ 194214 w 2717800"/>
              <a:gd name="connsiteY5" fmla="*/ 2717800 h 2717800"/>
              <a:gd name="connsiteX6" fmla="*/ 0 w 2717800"/>
              <a:gd name="connsiteY6" fmla="*/ 2523586 h 2717800"/>
              <a:gd name="connsiteX7" fmla="*/ 0 w 2717800"/>
              <a:gd name="connsiteY7" fmla="*/ 194214 h 2717800"/>
              <a:gd name="connsiteX8" fmla="*/ 194214 w 2717800"/>
              <a:gd name="connsiteY8" fmla="*/ 0 h 2717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717800" h="2717800">
                <a:moveTo>
                  <a:pt x="194214" y="0"/>
                </a:moveTo>
                <a:lnTo>
                  <a:pt x="2523586" y="0"/>
                </a:lnTo>
                <a:cubicBezTo>
                  <a:pt x="2630847" y="0"/>
                  <a:pt x="2717800" y="86953"/>
                  <a:pt x="2717800" y="194214"/>
                </a:cubicBezTo>
                <a:lnTo>
                  <a:pt x="2717800" y="2523586"/>
                </a:lnTo>
                <a:cubicBezTo>
                  <a:pt x="2717800" y="2630847"/>
                  <a:pt x="2630847" y="2717800"/>
                  <a:pt x="2523586" y="2717800"/>
                </a:cubicBezTo>
                <a:lnTo>
                  <a:pt x="194214" y="2717800"/>
                </a:lnTo>
                <a:cubicBezTo>
                  <a:pt x="86953" y="2717800"/>
                  <a:pt x="0" y="2630847"/>
                  <a:pt x="0" y="2523586"/>
                </a:cubicBezTo>
                <a:lnTo>
                  <a:pt x="0" y="194214"/>
                </a:lnTo>
                <a:cubicBezTo>
                  <a:pt x="0" y="86953"/>
                  <a:pt x="86953" y="0"/>
                  <a:pt x="194214" y="0"/>
                </a:cubicBezTo>
                <a:close/>
              </a:path>
            </a:pathLst>
          </a:custGeom>
          <a:solidFill>
            <a:schemeClr val="bg1">
              <a:lumMod val="85000"/>
              <a:alpha val="12000"/>
            </a:schemeClr>
          </a:solidFill>
          <a:ln>
            <a:noFill/>
          </a:ln>
          <a:effectLst>
            <a:innerShdw blurRad="114300">
              <a:prstClr val="black"/>
            </a:inn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lang="ru-RU" sz="100">
                <a:solidFill>
                  <a:schemeClr val="tx1"/>
                </a:solidFill>
              </a:defRPr>
            </a:lvl1pPr>
          </a:lstStyle>
          <a:p>
            <a:pPr lvl="0"/>
            <a:endParaRPr lang="ru-RU"/>
          </a:p>
        </p:txBody>
      </p:sp>
      <p:sp>
        <p:nvSpPr>
          <p:cNvPr id="31" name="espaco5">
            <a:extLst>
              <a:ext uri="{FF2B5EF4-FFF2-40B4-BE49-F238E27FC236}">
                <a16:creationId xmlns:a16="http://schemas.microsoft.com/office/drawing/2014/main" id="{AB0613D3-84CC-4E94-8ECD-E35E1CB86C23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 rot="20885780">
            <a:off x="906407" y="2081141"/>
            <a:ext cx="1982259" cy="1966534"/>
          </a:xfrm>
          <a:custGeom>
            <a:avLst/>
            <a:gdLst>
              <a:gd name="connsiteX0" fmla="*/ 194214 w 2717800"/>
              <a:gd name="connsiteY0" fmla="*/ 0 h 2717800"/>
              <a:gd name="connsiteX1" fmla="*/ 2523586 w 2717800"/>
              <a:gd name="connsiteY1" fmla="*/ 0 h 2717800"/>
              <a:gd name="connsiteX2" fmla="*/ 2717800 w 2717800"/>
              <a:gd name="connsiteY2" fmla="*/ 194214 h 2717800"/>
              <a:gd name="connsiteX3" fmla="*/ 2717800 w 2717800"/>
              <a:gd name="connsiteY3" fmla="*/ 2523586 h 2717800"/>
              <a:gd name="connsiteX4" fmla="*/ 2523586 w 2717800"/>
              <a:gd name="connsiteY4" fmla="*/ 2717800 h 2717800"/>
              <a:gd name="connsiteX5" fmla="*/ 194214 w 2717800"/>
              <a:gd name="connsiteY5" fmla="*/ 2717800 h 2717800"/>
              <a:gd name="connsiteX6" fmla="*/ 0 w 2717800"/>
              <a:gd name="connsiteY6" fmla="*/ 2523586 h 2717800"/>
              <a:gd name="connsiteX7" fmla="*/ 0 w 2717800"/>
              <a:gd name="connsiteY7" fmla="*/ 194214 h 2717800"/>
              <a:gd name="connsiteX8" fmla="*/ 194214 w 2717800"/>
              <a:gd name="connsiteY8" fmla="*/ 0 h 2717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717800" h="2717800">
                <a:moveTo>
                  <a:pt x="194214" y="0"/>
                </a:moveTo>
                <a:lnTo>
                  <a:pt x="2523586" y="0"/>
                </a:lnTo>
                <a:cubicBezTo>
                  <a:pt x="2630847" y="0"/>
                  <a:pt x="2717800" y="86953"/>
                  <a:pt x="2717800" y="194214"/>
                </a:cubicBezTo>
                <a:lnTo>
                  <a:pt x="2717800" y="2523586"/>
                </a:lnTo>
                <a:cubicBezTo>
                  <a:pt x="2717800" y="2630847"/>
                  <a:pt x="2630847" y="2717800"/>
                  <a:pt x="2523586" y="2717800"/>
                </a:cubicBezTo>
                <a:lnTo>
                  <a:pt x="194214" y="2717800"/>
                </a:lnTo>
                <a:cubicBezTo>
                  <a:pt x="86953" y="2717800"/>
                  <a:pt x="0" y="2630847"/>
                  <a:pt x="0" y="2523586"/>
                </a:cubicBezTo>
                <a:lnTo>
                  <a:pt x="0" y="194214"/>
                </a:lnTo>
                <a:cubicBezTo>
                  <a:pt x="0" y="86953"/>
                  <a:pt x="86953" y="0"/>
                  <a:pt x="194214" y="0"/>
                </a:cubicBezTo>
                <a:close/>
              </a:path>
            </a:pathLst>
          </a:custGeom>
          <a:solidFill>
            <a:schemeClr val="bg1">
              <a:lumMod val="85000"/>
              <a:alpha val="12000"/>
            </a:schemeClr>
          </a:solidFill>
          <a:ln>
            <a:noFill/>
          </a:ln>
          <a:effectLst>
            <a:innerShdw blurRad="114300">
              <a:prstClr val="black"/>
            </a:inn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lang="ru-RU" sz="100">
                <a:solidFill>
                  <a:schemeClr val="tx1"/>
                </a:solidFill>
              </a:defRPr>
            </a:lvl1pPr>
          </a:lstStyle>
          <a:p>
            <a:pPr lvl="0"/>
            <a:endParaRPr lang="ru-RU"/>
          </a:p>
        </p:txBody>
      </p:sp>
      <p:sp>
        <p:nvSpPr>
          <p:cNvPr id="32" name="espaco6">
            <a:extLst>
              <a:ext uri="{FF2B5EF4-FFF2-40B4-BE49-F238E27FC236}">
                <a16:creationId xmlns:a16="http://schemas.microsoft.com/office/drawing/2014/main" id="{5B9A4283-AF29-40CA-85E1-E43D349E6719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 rot="20885780">
            <a:off x="3675524" y="2081141"/>
            <a:ext cx="1982259" cy="1966534"/>
          </a:xfrm>
          <a:custGeom>
            <a:avLst/>
            <a:gdLst>
              <a:gd name="connsiteX0" fmla="*/ 194214 w 2717800"/>
              <a:gd name="connsiteY0" fmla="*/ 0 h 2717800"/>
              <a:gd name="connsiteX1" fmla="*/ 2523586 w 2717800"/>
              <a:gd name="connsiteY1" fmla="*/ 0 h 2717800"/>
              <a:gd name="connsiteX2" fmla="*/ 2717800 w 2717800"/>
              <a:gd name="connsiteY2" fmla="*/ 194214 h 2717800"/>
              <a:gd name="connsiteX3" fmla="*/ 2717800 w 2717800"/>
              <a:gd name="connsiteY3" fmla="*/ 2523586 h 2717800"/>
              <a:gd name="connsiteX4" fmla="*/ 2523586 w 2717800"/>
              <a:gd name="connsiteY4" fmla="*/ 2717800 h 2717800"/>
              <a:gd name="connsiteX5" fmla="*/ 194214 w 2717800"/>
              <a:gd name="connsiteY5" fmla="*/ 2717800 h 2717800"/>
              <a:gd name="connsiteX6" fmla="*/ 0 w 2717800"/>
              <a:gd name="connsiteY6" fmla="*/ 2523586 h 2717800"/>
              <a:gd name="connsiteX7" fmla="*/ 0 w 2717800"/>
              <a:gd name="connsiteY7" fmla="*/ 194214 h 2717800"/>
              <a:gd name="connsiteX8" fmla="*/ 194214 w 2717800"/>
              <a:gd name="connsiteY8" fmla="*/ 0 h 2717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717800" h="2717800">
                <a:moveTo>
                  <a:pt x="194214" y="0"/>
                </a:moveTo>
                <a:lnTo>
                  <a:pt x="2523586" y="0"/>
                </a:lnTo>
                <a:cubicBezTo>
                  <a:pt x="2630847" y="0"/>
                  <a:pt x="2717800" y="86953"/>
                  <a:pt x="2717800" y="194214"/>
                </a:cubicBezTo>
                <a:lnTo>
                  <a:pt x="2717800" y="2523586"/>
                </a:lnTo>
                <a:cubicBezTo>
                  <a:pt x="2717800" y="2630847"/>
                  <a:pt x="2630847" y="2717800"/>
                  <a:pt x="2523586" y="2717800"/>
                </a:cubicBezTo>
                <a:lnTo>
                  <a:pt x="194214" y="2717800"/>
                </a:lnTo>
                <a:cubicBezTo>
                  <a:pt x="86953" y="2717800"/>
                  <a:pt x="0" y="2630847"/>
                  <a:pt x="0" y="2523586"/>
                </a:cubicBezTo>
                <a:lnTo>
                  <a:pt x="0" y="194214"/>
                </a:lnTo>
                <a:cubicBezTo>
                  <a:pt x="0" y="86953"/>
                  <a:pt x="86953" y="0"/>
                  <a:pt x="194214" y="0"/>
                </a:cubicBezTo>
                <a:close/>
              </a:path>
            </a:pathLst>
          </a:custGeom>
          <a:solidFill>
            <a:schemeClr val="bg1">
              <a:lumMod val="85000"/>
              <a:alpha val="12000"/>
            </a:schemeClr>
          </a:solidFill>
          <a:ln>
            <a:noFill/>
          </a:ln>
          <a:effectLst>
            <a:innerShdw blurRad="114300">
              <a:prstClr val="black"/>
            </a:inn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lang="ru-RU" sz="100">
                <a:solidFill>
                  <a:schemeClr val="tx1"/>
                </a:solidFill>
              </a:defRPr>
            </a:lvl1pPr>
          </a:lstStyle>
          <a:p>
            <a:pPr lvl="0"/>
            <a:endParaRPr lang="ru-RU"/>
          </a:p>
        </p:txBody>
      </p:sp>
      <p:sp>
        <p:nvSpPr>
          <p:cNvPr id="33" name="espaco7">
            <a:extLst>
              <a:ext uri="{FF2B5EF4-FFF2-40B4-BE49-F238E27FC236}">
                <a16:creationId xmlns:a16="http://schemas.microsoft.com/office/drawing/2014/main" id="{49E044D2-2599-47D6-A790-30496190893B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 rot="20885780">
            <a:off x="6438990" y="2081141"/>
            <a:ext cx="1982259" cy="1966534"/>
          </a:xfrm>
          <a:custGeom>
            <a:avLst/>
            <a:gdLst>
              <a:gd name="connsiteX0" fmla="*/ 194214 w 2717800"/>
              <a:gd name="connsiteY0" fmla="*/ 0 h 2717800"/>
              <a:gd name="connsiteX1" fmla="*/ 2523586 w 2717800"/>
              <a:gd name="connsiteY1" fmla="*/ 0 h 2717800"/>
              <a:gd name="connsiteX2" fmla="*/ 2717800 w 2717800"/>
              <a:gd name="connsiteY2" fmla="*/ 194214 h 2717800"/>
              <a:gd name="connsiteX3" fmla="*/ 2717800 w 2717800"/>
              <a:gd name="connsiteY3" fmla="*/ 2523586 h 2717800"/>
              <a:gd name="connsiteX4" fmla="*/ 2523586 w 2717800"/>
              <a:gd name="connsiteY4" fmla="*/ 2717800 h 2717800"/>
              <a:gd name="connsiteX5" fmla="*/ 194214 w 2717800"/>
              <a:gd name="connsiteY5" fmla="*/ 2717800 h 2717800"/>
              <a:gd name="connsiteX6" fmla="*/ 0 w 2717800"/>
              <a:gd name="connsiteY6" fmla="*/ 2523586 h 2717800"/>
              <a:gd name="connsiteX7" fmla="*/ 0 w 2717800"/>
              <a:gd name="connsiteY7" fmla="*/ 194214 h 2717800"/>
              <a:gd name="connsiteX8" fmla="*/ 194214 w 2717800"/>
              <a:gd name="connsiteY8" fmla="*/ 0 h 2717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717800" h="2717800">
                <a:moveTo>
                  <a:pt x="194214" y="0"/>
                </a:moveTo>
                <a:lnTo>
                  <a:pt x="2523586" y="0"/>
                </a:lnTo>
                <a:cubicBezTo>
                  <a:pt x="2630847" y="0"/>
                  <a:pt x="2717800" y="86953"/>
                  <a:pt x="2717800" y="194214"/>
                </a:cubicBezTo>
                <a:lnTo>
                  <a:pt x="2717800" y="2523586"/>
                </a:lnTo>
                <a:cubicBezTo>
                  <a:pt x="2717800" y="2630847"/>
                  <a:pt x="2630847" y="2717800"/>
                  <a:pt x="2523586" y="2717800"/>
                </a:cubicBezTo>
                <a:lnTo>
                  <a:pt x="194214" y="2717800"/>
                </a:lnTo>
                <a:cubicBezTo>
                  <a:pt x="86953" y="2717800"/>
                  <a:pt x="0" y="2630847"/>
                  <a:pt x="0" y="2523586"/>
                </a:cubicBezTo>
                <a:lnTo>
                  <a:pt x="0" y="194214"/>
                </a:lnTo>
                <a:cubicBezTo>
                  <a:pt x="0" y="86953"/>
                  <a:pt x="86953" y="0"/>
                  <a:pt x="194214" y="0"/>
                </a:cubicBezTo>
                <a:close/>
              </a:path>
            </a:pathLst>
          </a:custGeom>
          <a:solidFill>
            <a:schemeClr val="bg1">
              <a:lumMod val="85000"/>
              <a:alpha val="12000"/>
            </a:schemeClr>
          </a:solidFill>
          <a:ln>
            <a:noFill/>
          </a:ln>
          <a:effectLst>
            <a:innerShdw blurRad="114300">
              <a:prstClr val="black"/>
            </a:inn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lang="ru-RU" sz="100">
                <a:solidFill>
                  <a:schemeClr val="tx1"/>
                </a:solidFill>
              </a:defRPr>
            </a:lvl1pPr>
          </a:lstStyle>
          <a:p>
            <a:pPr lvl="0"/>
            <a:endParaRPr lang="ru-RU"/>
          </a:p>
        </p:txBody>
      </p:sp>
      <p:sp>
        <p:nvSpPr>
          <p:cNvPr id="34" name="espaco8">
            <a:extLst>
              <a:ext uri="{FF2B5EF4-FFF2-40B4-BE49-F238E27FC236}">
                <a16:creationId xmlns:a16="http://schemas.microsoft.com/office/drawing/2014/main" id="{02D9349B-10F0-4444-AE59-CD09547E5D9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 rot="20885780">
            <a:off x="9208105" y="2081141"/>
            <a:ext cx="1982259" cy="1966534"/>
          </a:xfrm>
          <a:custGeom>
            <a:avLst/>
            <a:gdLst>
              <a:gd name="connsiteX0" fmla="*/ 194214 w 2717800"/>
              <a:gd name="connsiteY0" fmla="*/ 0 h 2717800"/>
              <a:gd name="connsiteX1" fmla="*/ 2523586 w 2717800"/>
              <a:gd name="connsiteY1" fmla="*/ 0 h 2717800"/>
              <a:gd name="connsiteX2" fmla="*/ 2717800 w 2717800"/>
              <a:gd name="connsiteY2" fmla="*/ 194214 h 2717800"/>
              <a:gd name="connsiteX3" fmla="*/ 2717800 w 2717800"/>
              <a:gd name="connsiteY3" fmla="*/ 2523586 h 2717800"/>
              <a:gd name="connsiteX4" fmla="*/ 2523586 w 2717800"/>
              <a:gd name="connsiteY4" fmla="*/ 2717800 h 2717800"/>
              <a:gd name="connsiteX5" fmla="*/ 194214 w 2717800"/>
              <a:gd name="connsiteY5" fmla="*/ 2717800 h 2717800"/>
              <a:gd name="connsiteX6" fmla="*/ 0 w 2717800"/>
              <a:gd name="connsiteY6" fmla="*/ 2523586 h 2717800"/>
              <a:gd name="connsiteX7" fmla="*/ 0 w 2717800"/>
              <a:gd name="connsiteY7" fmla="*/ 194214 h 2717800"/>
              <a:gd name="connsiteX8" fmla="*/ 194214 w 2717800"/>
              <a:gd name="connsiteY8" fmla="*/ 0 h 2717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717800" h="2717800">
                <a:moveTo>
                  <a:pt x="194214" y="0"/>
                </a:moveTo>
                <a:lnTo>
                  <a:pt x="2523586" y="0"/>
                </a:lnTo>
                <a:cubicBezTo>
                  <a:pt x="2630847" y="0"/>
                  <a:pt x="2717800" y="86953"/>
                  <a:pt x="2717800" y="194214"/>
                </a:cubicBezTo>
                <a:lnTo>
                  <a:pt x="2717800" y="2523586"/>
                </a:lnTo>
                <a:cubicBezTo>
                  <a:pt x="2717800" y="2630847"/>
                  <a:pt x="2630847" y="2717800"/>
                  <a:pt x="2523586" y="2717800"/>
                </a:cubicBezTo>
                <a:lnTo>
                  <a:pt x="194214" y="2717800"/>
                </a:lnTo>
                <a:cubicBezTo>
                  <a:pt x="86953" y="2717800"/>
                  <a:pt x="0" y="2630847"/>
                  <a:pt x="0" y="2523586"/>
                </a:cubicBezTo>
                <a:lnTo>
                  <a:pt x="0" y="194214"/>
                </a:lnTo>
                <a:cubicBezTo>
                  <a:pt x="0" y="86953"/>
                  <a:pt x="86953" y="0"/>
                  <a:pt x="194214" y="0"/>
                </a:cubicBezTo>
                <a:close/>
              </a:path>
            </a:pathLst>
          </a:custGeom>
          <a:solidFill>
            <a:schemeClr val="bg1">
              <a:lumMod val="85000"/>
              <a:alpha val="12000"/>
            </a:schemeClr>
          </a:solidFill>
          <a:ln>
            <a:noFill/>
          </a:ln>
          <a:effectLst>
            <a:innerShdw blurRad="114300">
              <a:prstClr val="black"/>
            </a:inn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lang="ru-RU" sz="100" b="1">
                <a:solidFill>
                  <a:schemeClr val="tx1"/>
                </a:solidFill>
              </a:defRPr>
            </a:lvl1pPr>
          </a:lstStyle>
          <a:p>
            <a:pPr lvl="0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933661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1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1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</p:bldLst>
  </p:timing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ortfolio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espaco1">
            <a:extLst>
              <a:ext uri="{FF2B5EF4-FFF2-40B4-BE49-F238E27FC236}">
                <a16:creationId xmlns:a16="http://schemas.microsoft.com/office/drawing/2014/main" id="{3E933553-FABC-4648-A7F0-B99E9148E14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 rot="20885780">
            <a:off x="77463" y="79317"/>
            <a:ext cx="3796156" cy="3765173"/>
          </a:xfrm>
          <a:custGeom>
            <a:avLst/>
            <a:gdLst>
              <a:gd name="connsiteX0" fmla="*/ 194214 w 2717800"/>
              <a:gd name="connsiteY0" fmla="*/ 0 h 2717800"/>
              <a:gd name="connsiteX1" fmla="*/ 2523586 w 2717800"/>
              <a:gd name="connsiteY1" fmla="*/ 0 h 2717800"/>
              <a:gd name="connsiteX2" fmla="*/ 2717800 w 2717800"/>
              <a:gd name="connsiteY2" fmla="*/ 194214 h 2717800"/>
              <a:gd name="connsiteX3" fmla="*/ 2717800 w 2717800"/>
              <a:gd name="connsiteY3" fmla="*/ 2523586 h 2717800"/>
              <a:gd name="connsiteX4" fmla="*/ 2523586 w 2717800"/>
              <a:gd name="connsiteY4" fmla="*/ 2717800 h 2717800"/>
              <a:gd name="connsiteX5" fmla="*/ 194214 w 2717800"/>
              <a:gd name="connsiteY5" fmla="*/ 2717800 h 2717800"/>
              <a:gd name="connsiteX6" fmla="*/ 0 w 2717800"/>
              <a:gd name="connsiteY6" fmla="*/ 2523586 h 2717800"/>
              <a:gd name="connsiteX7" fmla="*/ 0 w 2717800"/>
              <a:gd name="connsiteY7" fmla="*/ 194214 h 2717800"/>
              <a:gd name="connsiteX8" fmla="*/ 194214 w 2717800"/>
              <a:gd name="connsiteY8" fmla="*/ 0 h 2717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717800" h="2717800">
                <a:moveTo>
                  <a:pt x="194214" y="0"/>
                </a:moveTo>
                <a:lnTo>
                  <a:pt x="2523586" y="0"/>
                </a:lnTo>
                <a:cubicBezTo>
                  <a:pt x="2630847" y="0"/>
                  <a:pt x="2717800" y="86953"/>
                  <a:pt x="2717800" y="194214"/>
                </a:cubicBezTo>
                <a:lnTo>
                  <a:pt x="2717800" y="2523586"/>
                </a:lnTo>
                <a:cubicBezTo>
                  <a:pt x="2717800" y="2630847"/>
                  <a:pt x="2630847" y="2717800"/>
                  <a:pt x="2523586" y="2717800"/>
                </a:cubicBezTo>
                <a:lnTo>
                  <a:pt x="194214" y="2717800"/>
                </a:lnTo>
                <a:cubicBezTo>
                  <a:pt x="86953" y="2717800"/>
                  <a:pt x="0" y="2630847"/>
                  <a:pt x="0" y="2523586"/>
                </a:cubicBezTo>
                <a:lnTo>
                  <a:pt x="0" y="194214"/>
                </a:lnTo>
                <a:cubicBezTo>
                  <a:pt x="0" y="86953"/>
                  <a:pt x="86953" y="0"/>
                  <a:pt x="194214" y="0"/>
                </a:cubicBezTo>
                <a:close/>
              </a:path>
            </a:pathLst>
          </a:custGeom>
          <a:solidFill>
            <a:schemeClr val="bg1">
              <a:lumMod val="85000"/>
              <a:alpha val="12000"/>
            </a:schemeClr>
          </a:solidFill>
          <a:ln>
            <a:noFill/>
          </a:ln>
          <a:effectLst>
            <a:innerShdw blurRad="190500">
              <a:prstClr val="black"/>
            </a:inn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lang="ru-RU" sz="100">
                <a:solidFill>
                  <a:schemeClr val="tx1"/>
                </a:solidFill>
              </a:defRPr>
            </a:lvl1pPr>
          </a:lstStyle>
          <a:p>
            <a:pPr lvl="0"/>
            <a:endParaRPr lang="ru-RU"/>
          </a:p>
        </p:txBody>
      </p:sp>
      <p:sp>
        <p:nvSpPr>
          <p:cNvPr id="18" name="espaco2">
            <a:extLst>
              <a:ext uri="{FF2B5EF4-FFF2-40B4-BE49-F238E27FC236}">
                <a16:creationId xmlns:a16="http://schemas.microsoft.com/office/drawing/2014/main" id="{DDA1EC08-001A-447E-ABAB-3B36EA0CFCE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 rot="20885780">
            <a:off x="2843753" y="79317"/>
            <a:ext cx="3796156" cy="3765173"/>
          </a:xfrm>
          <a:custGeom>
            <a:avLst/>
            <a:gdLst>
              <a:gd name="connsiteX0" fmla="*/ 194214 w 2717800"/>
              <a:gd name="connsiteY0" fmla="*/ 0 h 2717800"/>
              <a:gd name="connsiteX1" fmla="*/ 2523586 w 2717800"/>
              <a:gd name="connsiteY1" fmla="*/ 0 h 2717800"/>
              <a:gd name="connsiteX2" fmla="*/ 2717800 w 2717800"/>
              <a:gd name="connsiteY2" fmla="*/ 194214 h 2717800"/>
              <a:gd name="connsiteX3" fmla="*/ 2717800 w 2717800"/>
              <a:gd name="connsiteY3" fmla="*/ 2523586 h 2717800"/>
              <a:gd name="connsiteX4" fmla="*/ 2523586 w 2717800"/>
              <a:gd name="connsiteY4" fmla="*/ 2717800 h 2717800"/>
              <a:gd name="connsiteX5" fmla="*/ 194214 w 2717800"/>
              <a:gd name="connsiteY5" fmla="*/ 2717800 h 2717800"/>
              <a:gd name="connsiteX6" fmla="*/ 0 w 2717800"/>
              <a:gd name="connsiteY6" fmla="*/ 2523586 h 2717800"/>
              <a:gd name="connsiteX7" fmla="*/ 0 w 2717800"/>
              <a:gd name="connsiteY7" fmla="*/ 194214 h 2717800"/>
              <a:gd name="connsiteX8" fmla="*/ 194214 w 2717800"/>
              <a:gd name="connsiteY8" fmla="*/ 0 h 2717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717800" h="2717800">
                <a:moveTo>
                  <a:pt x="194214" y="0"/>
                </a:moveTo>
                <a:lnTo>
                  <a:pt x="2523586" y="0"/>
                </a:lnTo>
                <a:cubicBezTo>
                  <a:pt x="2630847" y="0"/>
                  <a:pt x="2717800" y="86953"/>
                  <a:pt x="2717800" y="194214"/>
                </a:cubicBezTo>
                <a:lnTo>
                  <a:pt x="2717800" y="2523586"/>
                </a:lnTo>
                <a:cubicBezTo>
                  <a:pt x="2717800" y="2630847"/>
                  <a:pt x="2630847" y="2717800"/>
                  <a:pt x="2523586" y="2717800"/>
                </a:cubicBezTo>
                <a:lnTo>
                  <a:pt x="194214" y="2717800"/>
                </a:lnTo>
                <a:cubicBezTo>
                  <a:pt x="86953" y="2717800"/>
                  <a:pt x="0" y="2630847"/>
                  <a:pt x="0" y="2523586"/>
                </a:cubicBezTo>
                <a:lnTo>
                  <a:pt x="0" y="194214"/>
                </a:lnTo>
                <a:cubicBezTo>
                  <a:pt x="0" y="86953"/>
                  <a:pt x="86953" y="0"/>
                  <a:pt x="194214" y="0"/>
                </a:cubicBezTo>
                <a:close/>
              </a:path>
            </a:pathLst>
          </a:custGeom>
          <a:solidFill>
            <a:schemeClr val="bg1">
              <a:lumMod val="85000"/>
              <a:alpha val="12000"/>
            </a:schemeClr>
          </a:solidFill>
          <a:ln>
            <a:noFill/>
          </a:ln>
          <a:effectLst>
            <a:innerShdw blurRad="190500">
              <a:prstClr val="black"/>
            </a:inn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lang="ru-RU" sz="100">
                <a:solidFill>
                  <a:schemeClr val="tx1"/>
                </a:solidFill>
              </a:defRPr>
            </a:lvl1pPr>
          </a:lstStyle>
          <a:p>
            <a:pPr lvl="0"/>
            <a:endParaRPr lang="ru-RU"/>
          </a:p>
        </p:txBody>
      </p:sp>
      <p:sp>
        <p:nvSpPr>
          <p:cNvPr id="19" name="espaco3">
            <a:extLst>
              <a:ext uri="{FF2B5EF4-FFF2-40B4-BE49-F238E27FC236}">
                <a16:creationId xmlns:a16="http://schemas.microsoft.com/office/drawing/2014/main" id="{D5BD9486-1BAF-41E9-8B3A-9C95A9631B9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 rot="20885780">
            <a:off x="5619293" y="79317"/>
            <a:ext cx="3796156" cy="3765173"/>
          </a:xfrm>
          <a:custGeom>
            <a:avLst/>
            <a:gdLst>
              <a:gd name="connsiteX0" fmla="*/ 194214 w 2717800"/>
              <a:gd name="connsiteY0" fmla="*/ 0 h 2717800"/>
              <a:gd name="connsiteX1" fmla="*/ 2523586 w 2717800"/>
              <a:gd name="connsiteY1" fmla="*/ 0 h 2717800"/>
              <a:gd name="connsiteX2" fmla="*/ 2717800 w 2717800"/>
              <a:gd name="connsiteY2" fmla="*/ 194214 h 2717800"/>
              <a:gd name="connsiteX3" fmla="*/ 2717800 w 2717800"/>
              <a:gd name="connsiteY3" fmla="*/ 2523586 h 2717800"/>
              <a:gd name="connsiteX4" fmla="*/ 2523586 w 2717800"/>
              <a:gd name="connsiteY4" fmla="*/ 2717800 h 2717800"/>
              <a:gd name="connsiteX5" fmla="*/ 194214 w 2717800"/>
              <a:gd name="connsiteY5" fmla="*/ 2717800 h 2717800"/>
              <a:gd name="connsiteX6" fmla="*/ 0 w 2717800"/>
              <a:gd name="connsiteY6" fmla="*/ 2523586 h 2717800"/>
              <a:gd name="connsiteX7" fmla="*/ 0 w 2717800"/>
              <a:gd name="connsiteY7" fmla="*/ 194214 h 2717800"/>
              <a:gd name="connsiteX8" fmla="*/ 194214 w 2717800"/>
              <a:gd name="connsiteY8" fmla="*/ 0 h 2717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717800" h="2717800">
                <a:moveTo>
                  <a:pt x="194214" y="0"/>
                </a:moveTo>
                <a:lnTo>
                  <a:pt x="2523586" y="0"/>
                </a:lnTo>
                <a:cubicBezTo>
                  <a:pt x="2630847" y="0"/>
                  <a:pt x="2717800" y="86953"/>
                  <a:pt x="2717800" y="194214"/>
                </a:cubicBezTo>
                <a:lnTo>
                  <a:pt x="2717800" y="2523586"/>
                </a:lnTo>
                <a:cubicBezTo>
                  <a:pt x="2717800" y="2630847"/>
                  <a:pt x="2630847" y="2717800"/>
                  <a:pt x="2523586" y="2717800"/>
                </a:cubicBezTo>
                <a:lnTo>
                  <a:pt x="194214" y="2717800"/>
                </a:lnTo>
                <a:cubicBezTo>
                  <a:pt x="86953" y="2717800"/>
                  <a:pt x="0" y="2630847"/>
                  <a:pt x="0" y="2523586"/>
                </a:cubicBezTo>
                <a:lnTo>
                  <a:pt x="0" y="194214"/>
                </a:lnTo>
                <a:cubicBezTo>
                  <a:pt x="0" y="86953"/>
                  <a:pt x="86953" y="0"/>
                  <a:pt x="194214" y="0"/>
                </a:cubicBezTo>
                <a:close/>
              </a:path>
            </a:pathLst>
          </a:custGeom>
          <a:solidFill>
            <a:schemeClr val="bg1">
              <a:lumMod val="85000"/>
              <a:alpha val="12000"/>
            </a:schemeClr>
          </a:solidFill>
          <a:ln>
            <a:noFill/>
          </a:ln>
          <a:effectLst>
            <a:innerShdw blurRad="190500">
              <a:prstClr val="black"/>
            </a:inn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lang="ru-RU" sz="100">
                <a:solidFill>
                  <a:schemeClr val="tx1"/>
                </a:solidFill>
              </a:defRPr>
            </a:lvl1pPr>
          </a:lstStyle>
          <a:p>
            <a:pPr lvl="0"/>
            <a:endParaRPr lang="ru-RU"/>
          </a:p>
        </p:txBody>
      </p:sp>
      <p:sp>
        <p:nvSpPr>
          <p:cNvPr id="20" name="espaco4">
            <a:extLst>
              <a:ext uri="{FF2B5EF4-FFF2-40B4-BE49-F238E27FC236}">
                <a16:creationId xmlns:a16="http://schemas.microsoft.com/office/drawing/2014/main" id="{45CCC523-81E4-4297-AFFB-DD1E29A2700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 rot="20885780">
            <a:off x="8385583" y="79317"/>
            <a:ext cx="3796156" cy="3765173"/>
          </a:xfrm>
          <a:custGeom>
            <a:avLst/>
            <a:gdLst>
              <a:gd name="connsiteX0" fmla="*/ 194214 w 2717800"/>
              <a:gd name="connsiteY0" fmla="*/ 0 h 2717800"/>
              <a:gd name="connsiteX1" fmla="*/ 2523586 w 2717800"/>
              <a:gd name="connsiteY1" fmla="*/ 0 h 2717800"/>
              <a:gd name="connsiteX2" fmla="*/ 2717800 w 2717800"/>
              <a:gd name="connsiteY2" fmla="*/ 194214 h 2717800"/>
              <a:gd name="connsiteX3" fmla="*/ 2717800 w 2717800"/>
              <a:gd name="connsiteY3" fmla="*/ 2523586 h 2717800"/>
              <a:gd name="connsiteX4" fmla="*/ 2523586 w 2717800"/>
              <a:gd name="connsiteY4" fmla="*/ 2717800 h 2717800"/>
              <a:gd name="connsiteX5" fmla="*/ 194214 w 2717800"/>
              <a:gd name="connsiteY5" fmla="*/ 2717800 h 2717800"/>
              <a:gd name="connsiteX6" fmla="*/ 0 w 2717800"/>
              <a:gd name="connsiteY6" fmla="*/ 2523586 h 2717800"/>
              <a:gd name="connsiteX7" fmla="*/ 0 w 2717800"/>
              <a:gd name="connsiteY7" fmla="*/ 194214 h 2717800"/>
              <a:gd name="connsiteX8" fmla="*/ 194214 w 2717800"/>
              <a:gd name="connsiteY8" fmla="*/ 0 h 2717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717800" h="2717800">
                <a:moveTo>
                  <a:pt x="194214" y="0"/>
                </a:moveTo>
                <a:lnTo>
                  <a:pt x="2523586" y="0"/>
                </a:lnTo>
                <a:cubicBezTo>
                  <a:pt x="2630847" y="0"/>
                  <a:pt x="2717800" y="86953"/>
                  <a:pt x="2717800" y="194214"/>
                </a:cubicBezTo>
                <a:lnTo>
                  <a:pt x="2717800" y="2523586"/>
                </a:lnTo>
                <a:cubicBezTo>
                  <a:pt x="2717800" y="2630847"/>
                  <a:pt x="2630847" y="2717800"/>
                  <a:pt x="2523586" y="2717800"/>
                </a:cubicBezTo>
                <a:lnTo>
                  <a:pt x="194214" y="2717800"/>
                </a:lnTo>
                <a:cubicBezTo>
                  <a:pt x="86953" y="2717800"/>
                  <a:pt x="0" y="2630847"/>
                  <a:pt x="0" y="2523586"/>
                </a:cubicBezTo>
                <a:lnTo>
                  <a:pt x="0" y="194214"/>
                </a:lnTo>
                <a:cubicBezTo>
                  <a:pt x="0" y="86953"/>
                  <a:pt x="86953" y="0"/>
                  <a:pt x="194214" y="0"/>
                </a:cubicBezTo>
                <a:close/>
              </a:path>
            </a:pathLst>
          </a:custGeom>
          <a:solidFill>
            <a:schemeClr val="bg1">
              <a:lumMod val="85000"/>
              <a:alpha val="12000"/>
            </a:schemeClr>
          </a:solidFill>
          <a:ln>
            <a:noFill/>
          </a:ln>
          <a:effectLst>
            <a:innerShdw blurRad="190500">
              <a:prstClr val="black"/>
            </a:inn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lang="ru-RU" sz="100">
                <a:solidFill>
                  <a:schemeClr val="tx1"/>
                </a:solidFill>
              </a:defRPr>
            </a:lvl1pPr>
          </a:lstStyle>
          <a:p>
            <a:pPr lvl="0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252541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</p:bldLst>
  </p:timing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ortfolio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rma Livre 3">
            <a:extLst>
              <a:ext uri="{FF2B5EF4-FFF2-40B4-BE49-F238E27FC236}">
                <a16:creationId xmlns:a16="http://schemas.microsoft.com/office/drawing/2014/main" id="{2B5C439F-5AFE-FE46-8DC0-AD0C919F8E82}"/>
              </a:ext>
            </a:extLst>
          </p:cNvPr>
          <p:cNvSpPr/>
          <p:nvPr userDrawn="1"/>
        </p:nvSpPr>
        <p:spPr>
          <a:xfrm>
            <a:off x="3" y="3022808"/>
            <a:ext cx="12191999" cy="3835192"/>
          </a:xfrm>
          <a:custGeom>
            <a:avLst/>
            <a:gdLst>
              <a:gd name="connsiteX0" fmla="*/ 477400 w 12191999"/>
              <a:gd name="connsiteY0" fmla="*/ 462 h 3835192"/>
              <a:gd name="connsiteX1" fmla="*/ 12157738 w 12191999"/>
              <a:gd name="connsiteY1" fmla="*/ 765577 h 3835192"/>
              <a:gd name="connsiteX2" fmla="*/ 12191999 w 12191999"/>
              <a:gd name="connsiteY2" fmla="*/ 746555 h 3835192"/>
              <a:gd name="connsiteX3" fmla="*/ 12191999 w 12191999"/>
              <a:gd name="connsiteY3" fmla="*/ 3835192 h 3835192"/>
              <a:gd name="connsiteX4" fmla="*/ 0 w 12191999"/>
              <a:gd name="connsiteY4" fmla="*/ 3835192 h 3835192"/>
              <a:gd name="connsiteX5" fmla="*/ 0 w 12191999"/>
              <a:gd name="connsiteY5" fmla="*/ 27774 h 3835192"/>
              <a:gd name="connsiteX6" fmla="*/ 208530 w 12191999"/>
              <a:gd name="connsiteY6" fmla="*/ 5652 h 3835192"/>
              <a:gd name="connsiteX7" fmla="*/ 477400 w 12191999"/>
              <a:gd name="connsiteY7" fmla="*/ 462 h 38351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1999" h="3835192">
                <a:moveTo>
                  <a:pt x="477400" y="462"/>
                </a:moveTo>
                <a:cubicBezTo>
                  <a:pt x="3105605" y="38615"/>
                  <a:pt x="8987755" y="2425370"/>
                  <a:pt x="12157738" y="765577"/>
                </a:cubicBezTo>
                <a:lnTo>
                  <a:pt x="12191999" y="746555"/>
                </a:lnTo>
                <a:lnTo>
                  <a:pt x="12191999" y="3835192"/>
                </a:lnTo>
                <a:lnTo>
                  <a:pt x="0" y="3835192"/>
                </a:lnTo>
                <a:lnTo>
                  <a:pt x="0" y="27774"/>
                </a:lnTo>
                <a:lnTo>
                  <a:pt x="208530" y="5652"/>
                </a:lnTo>
                <a:cubicBezTo>
                  <a:pt x="293822" y="732"/>
                  <a:pt x="383536" y="-901"/>
                  <a:pt x="477400" y="462"/>
                </a:cubicBezTo>
                <a:close/>
              </a:path>
            </a:pathLst>
          </a:custGeom>
          <a:gradFill>
            <a:gsLst>
              <a:gs pos="50000">
                <a:schemeClr val="accent3"/>
              </a:gs>
              <a:gs pos="0">
                <a:schemeClr val="accent3">
                  <a:lumMod val="60000"/>
                  <a:lumOff val="40000"/>
                </a:schemeClr>
              </a:gs>
              <a:gs pos="100000">
                <a:schemeClr val="accent3">
                  <a:lumMod val="7500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pt-BR" sz="1800"/>
          </a:p>
        </p:txBody>
      </p:sp>
      <p:sp>
        <p:nvSpPr>
          <p:cNvPr id="11" name="espaco2">
            <a:extLst>
              <a:ext uri="{FF2B5EF4-FFF2-40B4-BE49-F238E27FC236}">
                <a16:creationId xmlns:a16="http://schemas.microsoft.com/office/drawing/2014/main" id="{B3AFB208-ACE0-46D9-993B-C65ADBAF2C4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462514" y="1768042"/>
            <a:ext cx="3467410" cy="3468111"/>
          </a:xfrm>
          <a:custGeom>
            <a:avLst/>
            <a:gdLst>
              <a:gd name="connsiteX0" fmla="*/ 4255708 w 4827374"/>
              <a:gd name="connsiteY0" fmla="*/ 0 h 4829095"/>
              <a:gd name="connsiteX1" fmla="*/ 4827374 w 4827374"/>
              <a:gd name="connsiteY1" fmla="*/ 4257695 h 4829095"/>
              <a:gd name="connsiteX2" fmla="*/ 571667 w 4827374"/>
              <a:gd name="connsiteY2" fmla="*/ 4829095 h 4829095"/>
              <a:gd name="connsiteX3" fmla="*/ 0 w 4827374"/>
              <a:gd name="connsiteY3" fmla="*/ 571400 h 4829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27374" h="4829095">
                <a:moveTo>
                  <a:pt x="4255708" y="0"/>
                </a:moveTo>
                <a:lnTo>
                  <a:pt x="4827374" y="4257695"/>
                </a:lnTo>
                <a:lnTo>
                  <a:pt x="571667" y="4829095"/>
                </a:lnTo>
                <a:lnTo>
                  <a:pt x="0" y="571400"/>
                </a:lnTo>
                <a:close/>
              </a:path>
            </a:pathLst>
          </a:custGeom>
          <a:solidFill>
            <a:schemeClr val="bg1">
              <a:lumMod val="85000"/>
              <a:alpha val="12000"/>
            </a:schemeClr>
          </a:solidFill>
          <a:ln>
            <a:noFill/>
          </a:ln>
          <a:effectLst>
            <a:innerShdw blurRad="177800">
              <a:prstClr val="black"/>
            </a:inn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lang="ru-RU" sz="100">
                <a:solidFill>
                  <a:schemeClr val="tx1"/>
                </a:solidFill>
              </a:defRPr>
            </a:lvl1pPr>
          </a:lstStyle>
          <a:p>
            <a:pPr lvl="0"/>
            <a:endParaRPr lang="ru-RU"/>
          </a:p>
        </p:txBody>
      </p:sp>
      <p:sp>
        <p:nvSpPr>
          <p:cNvPr id="9" name="espaco1">
            <a:extLst>
              <a:ext uri="{FF2B5EF4-FFF2-40B4-BE49-F238E27FC236}">
                <a16:creationId xmlns:a16="http://schemas.microsoft.com/office/drawing/2014/main" id="{8A11E28F-964A-40FE-AD22-0A9113ADCCE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663128" y="872181"/>
            <a:ext cx="2726763" cy="2727314"/>
          </a:xfrm>
          <a:custGeom>
            <a:avLst/>
            <a:gdLst>
              <a:gd name="connsiteX0" fmla="*/ 4255708 w 4827374"/>
              <a:gd name="connsiteY0" fmla="*/ 0 h 4829095"/>
              <a:gd name="connsiteX1" fmla="*/ 4827374 w 4827374"/>
              <a:gd name="connsiteY1" fmla="*/ 4257695 h 4829095"/>
              <a:gd name="connsiteX2" fmla="*/ 571667 w 4827374"/>
              <a:gd name="connsiteY2" fmla="*/ 4829095 h 4829095"/>
              <a:gd name="connsiteX3" fmla="*/ 0 w 4827374"/>
              <a:gd name="connsiteY3" fmla="*/ 571400 h 4829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27374" h="4829095">
                <a:moveTo>
                  <a:pt x="4255708" y="0"/>
                </a:moveTo>
                <a:lnTo>
                  <a:pt x="4827374" y="4257695"/>
                </a:lnTo>
                <a:lnTo>
                  <a:pt x="571667" y="4829095"/>
                </a:lnTo>
                <a:lnTo>
                  <a:pt x="0" y="571400"/>
                </a:lnTo>
                <a:close/>
              </a:path>
            </a:pathLst>
          </a:custGeom>
          <a:solidFill>
            <a:schemeClr val="bg1">
              <a:lumMod val="85000"/>
              <a:alpha val="12000"/>
            </a:schemeClr>
          </a:solidFill>
          <a:ln>
            <a:noFill/>
          </a:ln>
          <a:effectLst>
            <a:innerShdw blurRad="177800">
              <a:prstClr val="black"/>
            </a:inn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lang="ru-RU" sz="100">
                <a:solidFill>
                  <a:schemeClr val="tx1"/>
                </a:solidFill>
              </a:defRPr>
            </a:lvl1pPr>
          </a:lstStyle>
          <a:p>
            <a:pPr lvl="0"/>
            <a:endParaRPr lang="ru-RU"/>
          </a:p>
        </p:txBody>
      </p:sp>
      <p:sp>
        <p:nvSpPr>
          <p:cNvPr id="10" name="Forma Livre 9">
            <a:extLst>
              <a:ext uri="{FF2B5EF4-FFF2-40B4-BE49-F238E27FC236}">
                <a16:creationId xmlns:a16="http://schemas.microsoft.com/office/drawing/2014/main" id="{94BFD261-E33E-B64E-9194-56E7E4BEA60A}"/>
              </a:ext>
            </a:extLst>
          </p:cNvPr>
          <p:cNvSpPr/>
          <p:nvPr userDrawn="1"/>
        </p:nvSpPr>
        <p:spPr>
          <a:xfrm rot="545754">
            <a:off x="9581842" y="5162431"/>
            <a:ext cx="2710511" cy="1921903"/>
          </a:xfrm>
          <a:custGeom>
            <a:avLst/>
            <a:gdLst>
              <a:gd name="connsiteX0" fmla="*/ 2223686 w 2710511"/>
              <a:gd name="connsiteY0" fmla="*/ 30417 h 1921903"/>
              <a:gd name="connsiteX1" fmla="*/ 2472289 w 2710511"/>
              <a:gd name="connsiteY1" fmla="*/ 0 h 1921903"/>
              <a:gd name="connsiteX2" fmla="*/ 2710511 w 2710511"/>
              <a:gd name="connsiteY2" fmla="*/ 1487948 h 1921903"/>
              <a:gd name="connsiteX3" fmla="*/ 0 w 2710511"/>
              <a:gd name="connsiteY3" fmla="*/ 1921903 h 1921903"/>
              <a:gd name="connsiteX4" fmla="*/ 12269 w 2710511"/>
              <a:gd name="connsiteY4" fmla="*/ 1848166 h 1921903"/>
              <a:gd name="connsiteX5" fmla="*/ 2223686 w 2710511"/>
              <a:gd name="connsiteY5" fmla="*/ 30417 h 19219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710511" h="1921903">
                <a:moveTo>
                  <a:pt x="2223686" y="30417"/>
                </a:moveTo>
                <a:lnTo>
                  <a:pt x="2472289" y="0"/>
                </a:lnTo>
                <a:lnTo>
                  <a:pt x="2710511" y="1487948"/>
                </a:lnTo>
                <a:lnTo>
                  <a:pt x="0" y="1921903"/>
                </a:lnTo>
                <a:lnTo>
                  <a:pt x="12269" y="1848166"/>
                </a:lnTo>
                <a:cubicBezTo>
                  <a:pt x="215209" y="937359"/>
                  <a:pt x="1097359" y="215190"/>
                  <a:pt x="2223686" y="30417"/>
                </a:cubicBezTo>
                <a:close/>
              </a:path>
            </a:pathLst>
          </a:custGeom>
          <a:gradFill>
            <a:gsLst>
              <a:gs pos="33000">
                <a:schemeClr val="accent3"/>
              </a:gs>
              <a:gs pos="0">
                <a:schemeClr val="accent3">
                  <a:lumMod val="60000"/>
                  <a:lumOff val="40000"/>
                </a:schemeClr>
              </a:gs>
            </a:gsLst>
            <a:lin ang="12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pt-BR" sz="1800"/>
          </a:p>
        </p:txBody>
      </p:sp>
    </p:spTree>
    <p:extLst>
      <p:ext uri="{BB962C8B-B14F-4D97-AF65-F5344CB8AC3E}">
        <p14:creationId xmlns:p14="http://schemas.microsoft.com/office/powerpoint/2010/main" val="26876568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9" grpId="0" animBg="1"/>
    </p:bldLst>
  </p:timing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ortfolio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rma Livre 3">
            <a:extLst>
              <a:ext uri="{FF2B5EF4-FFF2-40B4-BE49-F238E27FC236}">
                <a16:creationId xmlns:a16="http://schemas.microsoft.com/office/drawing/2014/main" id="{8859FC1D-4272-AE99-E422-D0DE82A38181}"/>
              </a:ext>
            </a:extLst>
          </p:cNvPr>
          <p:cNvSpPr/>
          <p:nvPr userDrawn="1"/>
        </p:nvSpPr>
        <p:spPr>
          <a:xfrm>
            <a:off x="3" y="3022808"/>
            <a:ext cx="12191999" cy="3835192"/>
          </a:xfrm>
          <a:custGeom>
            <a:avLst/>
            <a:gdLst>
              <a:gd name="connsiteX0" fmla="*/ 477400 w 12191999"/>
              <a:gd name="connsiteY0" fmla="*/ 462 h 3835192"/>
              <a:gd name="connsiteX1" fmla="*/ 12157738 w 12191999"/>
              <a:gd name="connsiteY1" fmla="*/ 765577 h 3835192"/>
              <a:gd name="connsiteX2" fmla="*/ 12191999 w 12191999"/>
              <a:gd name="connsiteY2" fmla="*/ 746555 h 3835192"/>
              <a:gd name="connsiteX3" fmla="*/ 12191999 w 12191999"/>
              <a:gd name="connsiteY3" fmla="*/ 3835192 h 3835192"/>
              <a:gd name="connsiteX4" fmla="*/ 0 w 12191999"/>
              <a:gd name="connsiteY4" fmla="*/ 3835192 h 3835192"/>
              <a:gd name="connsiteX5" fmla="*/ 0 w 12191999"/>
              <a:gd name="connsiteY5" fmla="*/ 27774 h 3835192"/>
              <a:gd name="connsiteX6" fmla="*/ 208530 w 12191999"/>
              <a:gd name="connsiteY6" fmla="*/ 5652 h 3835192"/>
              <a:gd name="connsiteX7" fmla="*/ 477400 w 12191999"/>
              <a:gd name="connsiteY7" fmla="*/ 462 h 38351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1999" h="3835192">
                <a:moveTo>
                  <a:pt x="477400" y="462"/>
                </a:moveTo>
                <a:cubicBezTo>
                  <a:pt x="3105605" y="38615"/>
                  <a:pt x="8987755" y="2425370"/>
                  <a:pt x="12157738" y="765577"/>
                </a:cubicBezTo>
                <a:lnTo>
                  <a:pt x="12191999" y="746555"/>
                </a:lnTo>
                <a:lnTo>
                  <a:pt x="12191999" y="3835192"/>
                </a:lnTo>
                <a:lnTo>
                  <a:pt x="0" y="3835192"/>
                </a:lnTo>
                <a:lnTo>
                  <a:pt x="0" y="27774"/>
                </a:lnTo>
                <a:lnTo>
                  <a:pt x="208530" y="5652"/>
                </a:lnTo>
                <a:cubicBezTo>
                  <a:pt x="293822" y="732"/>
                  <a:pt x="383536" y="-901"/>
                  <a:pt x="477400" y="462"/>
                </a:cubicBezTo>
                <a:close/>
              </a:path>
            </a:pathLst>
          </a:custGeom>
          <a:gradFill>
            <a:gsLst>
              <a:gs pos="50000">
                <a:schemeClr val="accent3"/>
              </a:gs>
              <a:gs pos="0">
                <a:schemeClr val="accent3">
                  <a:lumMod val="60000"/>
                  <a:lumOff val="40000"/>
                </a:schemeClr>
              </a:gs>
              <a:gs pos="100000">
                <a:schemeClr val="accent3">
                  <a:lumMod val="7500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pt-BR" sz="1800"/>
          </a:p>
        </p:txBody>
      </p:sp>
      <p:sp>
        <p:nvSpPr>
          <p:cNvPr id="5" name="Forma Livre 4">
            <a:extLst>
              <a:ext uri="{FF2B5EF4-FFF2-40B4-BE49-F238E27FC236}">
                <a16:creationId xmlns:a16="http://schemas.microsoft.com/office/drawing/2014/main" id="{D5BB9DC4-54CF-4030-E5E7-5DE4D3CB5F7D}"/>
              </a:ext>
            </a:extLst>
          </p:cNvPr>
          <p:cNvSpPr/>
          <p:nvPr userDrawn="1"/>
        </p:nvSpPr>
        <p:spPr>
          <a:xfrm rot="545754">
            <a:off x="9581842" y="5162431"/>
            <a:ext cx="2710511" cy="1921903"/>
          </a:xfrm>
          <a:custGeom>
            <a:avLst/>
            <a:gdLst>
              <a:gd name="connsiteX0" fmla="*/ 2223686 w 2710511"/>
              <a:gd name="connsiteY0" fmla="*/ 30417 h 1921903"/>
              <a:gd name="connsiteX1" fmla="*/ 2472289 w 2710511"/>
              <a:gd name="connsiteY1" fmla="*/ 0 h 1921903"/>
              <a:gd name="connsiteX2" fmla="*/ 2710511 w 2710511"/>
              <a:gd name="connsiteY2" fmla="*/ 1487948 h 1921903"/>
              <a:gd name="connsiteX3" fmla="*/ 0 w 2710511"/>
              <a:gd name="connsiteY3" fmla="*/ 1921903 h 1921903"/>
              <a:gd name="connsiteX4" fmla="*/ 12269 w 2710511"/>
              <a:gd name="connsiteY4" fmla="*/ 1848166 h 1921903"/>
              <a:gd name="connsiteX5" fmla="*/ 2223686 w 2710511"/>
              <a:gd name="connsiteY5" fmla="*/ 30417 h 19219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710511" h="1921903">
                <a:moveTo>
                  <a:pt x="2223686" y="30417"/>
                </a:moveTo>
                <a:lnTo>
                  <a:pt x="2472289" y="0"/>
                </a:lnTo>
                <a:lnTo>
                  <a:pt x="2710511" y="1487948"/>
                </a:lnTo>
                <a:lnTo>
                  <a:pt x="0" y="1921903"/>
                </a:lnTo>
                <a:lnTo>
                  <a:pt x="12269" y="1848166"/>
                </a:lnTo>
                <a:cubicBezTo>
                  <a:pt x="215209" y="937359"/>
                  <a:pt x="1097359" y="215190"/>
                  <a:pt x="2223686" y="30417"/>
                </a:cubicBezTo>
                <a:close/>
              </a:path>
            </a:pathLst>
          </a:custGeom>
          <a:gradFill>
            <a:gsLst>
              <a:gs pos="33000">
                <a:schemeClr val="accent3"/>
              </a:gs>
              <a:gs pos="0">
                <a:schemeClr val="accent3">
                  <a:lumMod val="60000"/>
                  <a:lumOff val="40000"/>
                </a:schemeClr>
              </a:gs>
            </a:gsLst>
            <a:lin ang="12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pt-BR" sz="1800"/>
          </a:p>
        </p:txBody>
      </p:sp>
      <p:sp>
        <p:nvSpPr>
          <p:cNvPr id="9" name="espaco1">
            <a:extLst>
              <a:ext uri="{FF2B5EF4-FFF2-40B4-BE49-F238E27FC236}">
                <a16:creationId xmlns:a16="http://schemas.microsoft.com/office/drawing/2014/main" id="{8AF12780-FFC7-44B2-B62F-74526F83950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939277" y="613298"/>
            <a:ext cx="2632208" cy="2632741"/>
          </a:xfrm>
          <a:custGeom>
            <a:avLst/>
            <a:gdLst>
              <a:gd name="connsiteX0" fmla="*/ 4255708 w 4827374"/>
              <a:gd name="connsiteY0" fmla="*/ 0 h 4829095"/>
              <a:gd name="connsiteX1" fmla="*/ 4827374 w 4827374"/>
              <a:gd name="connsiteY1" fmla="*/ 4257695 h 4829095"/>
              <a:gd name="connsiteX2" fmla="*/ 571667 w 4827374"/>
              <a:gd name="connsiteY2" fmla="*/ 4829095 h 4829095"/>
              <a:gd name="connsiteX3" fmla="*/ 0 w 4827374"/>
              <a:gd name="connsiteY3" fmla="*/ 571400 h 4829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27374" h="4829095">
                <a:moveTo>
                  <a:pt x="4255708" y="0"/>
                </a:moveTo>
                <a:lnTo>
                  <a:pt x="4827374" y="4257695"/>
                </a:lnTo>
                <a:lnTo>
                  <a:pt x="571667" y="4829095"/>
                </a:lnTo>
                <a:lnTo>
                  <a:pt x="0" y="571400"/>
                </a:lnTo>
                <a:close/>
              </a:path>
            </a:pathLst>
          </a:custGeom>
          <a:solidFill>
            <a:schemeClr val="bg1">
              <a:lumMod val="85000"/>
              <a:alpha val="12000"/>
            </a:schemeClr>
          </a:solidFill>
          <a:ln>
            <a:noFill/>
          </a:ln>
          <a:effectLst>
            <a:innerShdw blurRad="177800">
              <a:prstClr val="black"/>
            </a:inn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lang="ru-RU" sz="100">
                <a:solidFill>
                  <a:schemeClr val="tx1"/>
                </a:solidFill>
              </a:defRPr>
            </a:lvl1pPr>
          </a:lstStyle>
          <a:p>
            <a:pPr lvl="0"/>
            <a:endParaRPr lang="ru-RU"/>
          </a:p>
        </p:txBody>
      </p:sp>
      <p:sp>
        <p:nvSpPr>
          <p:cNvPr id="10" name="espaco2">
            <a:extLst>
              <a:ext uri="{FF2B5EF4-FFF2-40B4-BE49-F238E27FC236}">
                <a16:creationId xmlns:a16="http://schemas.microsoft.com/office/drawing/2014/main" id="{81951F87-79D9-4A44-8F8D-EC4272D083A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603874" y="1994499"/>
            <a:ext cx="2387023" cy="2398688"/>
          </a:xfrm>
          <a:custGeom>
            <a:avLst/>
            <a:gdLst>
              <a:gd name="connsiteX0" fmla="*/ 4255708 w 4827374"/>
              <a:gd name="connsiteY0" fmla="*/ 0 h 4829095"/>
              <a:gd name="connsiteX1" fmla="*/ 4827374 w 4827374"/>
              <a:gd name="connsiteY1" fmla="*/ 4257695 h 4829095"/>
              <a:gd name="connsiteX2" fmla="*/ 571667 w 4827374"/>
              <a:gd name="connsiteY2" fmla="*/ 4829095 h 4829095"/>
              <a:gd name="connsiteX3" fmla="*/ 0 w 4827374"/>
              <a:gd name="connsiteY3" fmla="*/ 571400 h 4829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27374" h="4829095">
                <a:moveTo>
                  <a:pt x="4255708" y="0"/>
                </a:moveTo>
                <a:lnTo>
                  <a:pt x="4827374" y="4257695"/>
                </a:lnTo>
                <a:lnTo>
                  <a:pt x="571667" y="4829095"/>
                </a:lnTo>
                <a:lnTo>
                  <a:pt x="0" y="571400"/>
                </a:lnTo>
                <a:close/>
              </a:path>
            </a:pathLst>
          </a:custGeom>
          <a:solidFill>
            <a:schemeClr val="bg1">
              <a:lumMod val="85000"/>
              <a:alpha val="12000"/>
            </a:schemeClr>
          </a:solidFill>
          <a:ln>
            <a:noFill/>
          </a:ln>
          <a:effectLst>
            <a:innerShdw blurRad="177800">
              <a:prstClr val="black"/>
            </a:inn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lang="ru-RU" sz="100">
                <a:solidFill>
                  <a:schemeClr val="tx1"/>
                </a:solidFill>
              </a:defRPr>
            </a:lvl1pPr>
          </a:lstStyle>
          <a:p>
            <a:pPr lvl="0"/>
            <a:endParaRPr lang="ru-RU"/>
          </a:p>
        </p:txBody>
      </p:sp>
      <p:sp>
        <p:nvSpPr>
          <p:cNvPr id="11" name="espaco3">
            <a:extLst>
              <a:ext uri="{FF2B5EF4-FFF2-40B4-BE49-F238E27FC236}">
                <a16:creationId xmlns:a16="http://schemas.microsoft.com/office/drawing/2014/main" id="{CB5286E7-76A1-42AD-8F62-7235A70AA12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888779" y="3890207"/>
            <a:ext cx="2098832" cy="2099256"/>
          </a:xfrm>
          <a:custGeom>
            <a:avLst/>
            <a:gdLst>
              <a:gd name="connsiteX0" fmla="*/ 4255708 w 4827374"/>
              <a:gd name="connsiteY0" fmla="*/ 0 h 4829095"/>
              <a:gd name="connsiteX1" fmla="*/ 4827374 w 4827374"/>
              <a:gd name="connsiteY1" fmla="*/ 4257695 h 4829095"/>
              <a:gd name="connsiteX2" fmla="*/ 571667 w 4827374"/>
              <a:gd name="connsiteY2" fmla="*/ 4829095 h 4829095"/>
              <a:gd name="connsiteX3" fmla="*/ 0 w 4827374"/>
              <a:gd name="connsiteY3" fmla="*/ 571400 h 4829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27374" h="4829095">
                <a:moveTo>
                  <a:pt x="4255708" y="0"/>
                </a:moveTo>
                <a:lnTo>
                  <a:pt x="4827374" y="4257695"/>
                </a:lnTo>
                <a:lnTo>
                  <a:pt x="571667" y="4829095"/>
                </a:lnTo>
                <a:lnTo>
                  <a:pt x="0" y="571400"/>
                </a:lnTo>
                <a:close/>
              </a:path>
            </a:pathLst>
          </a:custGeom>
          <a:solidFill>
            <a:schemeClr val="bg1">
              <a:lumMod val="85000"/>
              <a:alpha val="12000"/>
            </a:schemeClr>
          </a:solidFill>
          <a:ln>
            <a:noFill/>
          </a:ln>
          <a:effectLst>
            <a:innerShdw blurRad="177800">
              <a:prstClr val="black"/>
            </a:inn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lang="ru-RU" sz="100">
                <a:solidFill>
                  <a:schemeClr val="tx1"/>
                </a:solidFill>
              </a:defRPr>
            </a:lvl1pPr>
          </a:lstStyle>
          <a:p>
            <a:pPr lvl="0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898077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</p:bldLst>
  </p:timing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74810491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Espaço Reservado para Imagem 16">
            <a:extLst>
              <a:ext uri="{FF2B5EF4-FFF2-40B4-BE49-F238E27FC236}">
                <a16:creationId xmlns:a16="http://schemas.microsoft.com/office/drawing/2014/main" id="{9569BC00-F24E-A748-B417-1251FB35B69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288757" y="-6074228"/>
            <a:ext cx="12744862" cy="7511142"/>
          </a:xfrm>
          <a:prstGeom prst="rect">
            <a:avLst/>
          </a:prstGeom>
          <a:solidFill>
            <a:schemeClr val="accent2">
              <a:alpha val="69000"/>
            </a:schemeClr>
          </a:solidFill>
          <a:effectLst>
            <a:softEdge rad="139700"/>
          </a:effectLst>
        </p:spPr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392911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2.96296E-6 L 1.66667E-6 0.43379 " pathEditMode="relative" rAng="0" ptsTypes="AA">
                                      <p:cBhvr>
                                        <p:cTn id="6" dur="3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2169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</p:bldLst>
  </p:timing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áfico 3" hidden="1">
            <a:extLst>
              <a:ext uri="{FF2B5EF4-FFF2-40B4-BE49-F238E27FC236}">
                <a16:creationId xmlns:a16="http://schemas.microsoft.com/office/drawing/2014/main" id="{C204D835-17C7-5C42-A880-F7BCC5761A1C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9206679" y="4436204"/>
            <a:ext cx="2793937" cy="2793937"/>
          </a:xfrm>
          <a:prstGeom prst="rect">
            <a:avLst/>
          </a:prstGeom>
        </p:spPr>
      </p:pic>
      <p:sp>
        <p:nvSpPr>
          <p:cNvPr id="8" name="Espaço Reservado para Imagem 7">
            <a:extLst>
              <a:ext uri="{FF2B5EF4-FFF2-40B4-BE49-F238E27FC236}">
                <a16:creationId xmlns:a16="http://schemas.microsoft.com/office/drawing/2014/main" id="{FE174152-98C7-2341-A623-C849078FA0C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7449868" y="0"/>
            <a:ext cx="12191990" cy="6858000"/>
          </a:xfrm>
          <a:prstGeom prst="rect">
            <a:avLst/>
          </a:prstGeom>
          <a:solidFill>
            <a:schemeClr val="accent2">
              <a:alpha val="48137"/>
            </a:schemeClr>
          </a:solidFill>
        </p:spPr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49586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63" presetClass="path" presetSubtype="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29167E-6 0 L 0.48086 0 " pathEditMode="relative" rAng="0" ptsTypes="AA">
                                      <p:cBhvr>
                                        <p:cTn id="11" dur="3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4036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ia foto direi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Imagem 3">
            <a:extLst>
              <a:ext uri="{FF2B5EF4-FFF2-40B4-BE49-F238E27FC236}">
                <a16:creationId xmlns:a16="http://schemas.microsoft.com/office/drawing/2014/main" id="{D9F7B5F0-F16D-084A-A17E-3644FCADD89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accent2">
              <a:alpha val="62050"/>
            </a:schemeClr>
          </a:solidFill>
        </p:spPr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999887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ia foto esquer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Imagem 3">
            <a:extLst>
              <a:ext uri="{FF2B5EF4-FFF2-40B4-BE49-F238E27FC236}">
                <a16:creationId xmlns:a16="http://schemas.microsoft.com/office/drawing/2014/main" id="{D9F7B5F0-F16D-084A-A17E-3644FCADD89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>
              <a:alpha val="62050"/>
            </a:schemeClr>
          </a:solidFill>
        </p:spPr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055957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to deslizante esquer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Imagem 3">
            <a:extLst>
              <a:ext uri="{FF2B5EF4-FFF2-40B4-BE49-F238E27FC236}">
                <a16:creationId xmlns:a16="http://schemas.microsoft.com/office/drawing/2014/main" id="{9ECAFADD-465A-EA43-A9F0-CBBB87379D2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6001" y="0"/>
            <a:ext cx="12192000" cy="6858000"/>
          </a:xfrm>
          <a:prstGeom prst="rect">
            <a:avLst/>
          </a:prstGeom>
          <a:solidFill>
            <a:schemeClr val="accent2">
              <a:alpha val="61029"/>
            </a:schemeClr>
          </a:solidFill>
        </p:spPr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607522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path" presetSubtype="0" decel="5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animMotion origin="layout" path="M 0 0 L -0.5 0 " pathEditMode="relative" rAng="0" ptsTypes="AA">
                                      <p:cBhvr>
                                        <p:cTn id="6" dur="6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500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evice MockUp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la"/>
          <p:cNvSpPr>
            <a:spLocks noGrp="1"/>
          </p:cNvSpPr>
          <p:nvPr>
            <p:ph type="pic" sz="quarter" idx="10"/>
          </p:nvPr>
        </p:nvSpPr>
        <p:spPr>
          <a:xfrm>
            <a:off x="8512439" y="825587"/>
            <a:ext cx="2521981" cy="5349731"/>
          </a:xfrm>
          <a:custGeom>
            <a:avLst/>
            <a:gdLst>
              <a:gd name="connsiteX0" fmla="*/ 404627 w 3782972"/>
              <a:gd name="connsiteY0" fmla="*/ 0 h 8025835"/>
              <a:gd name="connsiteX1" fmla="*/ 3378345 w 3782972"/>
              <a:gd name="connsiteY1" fmla="*/ 0 h 8025835"/>
              <a:gd name="connsiteX2" fmla="*/ 3782972 w 3782972"/>
              <a:gd name="connsiteY2" fmla="*/ 404627 h 8025835"/>
              <a:gd name="connsiteX3" fmla="*/ 3782972 w 3782972"/>
              <a:gd name="connsiteY3" fmla="*/ 7621208 h 8025835"/>
              <a:gd name="connsiteX4" fmla="*/ 3378345 w 3782972"/>
              <a:gd name="connsiteY4" fmla="*/ 8025835 h 8025835"/>
              <a:gd name="connsiteX5" fmla="*/ 404627 w 3782972"/>
              <a:gd name="connsiteY5" fmla="*/ 8025835 h 8025835"/>
              <a:gd name="connsiteX6" fmla="*/ 0 w 3782972"/>
              <a:gd name="connsiteY6" fmla="*/ 7621208 h 8025835"/>
              <a:gd name="connsiteX7" fmla="*/ 0 w 3782972"/>
              <a:gd name="connsiteY7" fmla="*/ 404627 h 8025835"/>
              <a:gd name="connsiteX8" fmla="*/ 404627 w 3782972"/>
              <a:gd name="connsiteY8" fmla="*/ 0 h 80258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782972" h="8025835">
                <a:moveTo>
                  <a:pt x="404627" y="0"/>
                </a:moveTo>
                <a:lnTo>
                  <a:pt x="3378345" y="0"/>
                </a:lnTo>
                <a:cubicBezTo>
                  <a:pt x="3601814" y="0"/>
                  <a:pt x="3782972" y="181158"/>
                  <a:pt x="3782972" y="404627"/>
                </a:cubicBezTo>
                <a:lnTo>
                  <a:pt x="3782972" y="7621208"/>
                </a:lnTo>
                <a:cubicBezTo>
                  <a:pt x="3782972" y="7844677"/>
                  <a:pt x="3601814" y="8025835"/>
                  <a:pt x="3378345" y="8025835"/>
                </a:cubicBezTo>
                <a:lnTo>
                  <a:pt x="404627" y="8025835"/>
                </a:lnTo>
                <a:cubicBezTo>
                  <a:pt x="181158" y="8025835"/>
                  <a:pt x="0" y="7844677"/>
                  <a:pt x="0" y="7621208"/>
                </a:cubicBezTo>
                <a:lnTo>
                  <a:pt x="0" y="404627"/>
                </a:lnTo>
                <a:cubicBezTo>
                  <a:pt x="0" y="181158"/>
                  <a:pt x="181158" y="0"/>
                  <a:pt x="404627" y="0"/>
                </a:cubicBez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>
              <a:defRPr lang="en-US" sz="100"/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5654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evice MockUp 04">
    <p:bg>
      <p:bgPr>
        <a:gradFill flip="none" rotWithShape="1">
          <a:gsLst>
            <a:gs pos="76000">
              <a:srgbClr val="D3B078"/>
            </a:gs>
            <a:gs pos="40000">
              <a:schemeClr val="accent2"/>
            </a:gs>
            <a:gs pos="0">
              <a:schemeClr val="accent3"/>
            </a:gs>
            <a:gs pos="98000">
              <a:schemeClr val="accent3"/>
            </a:gs>
          </a:gsLst>
          <a:lin ang="36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Рисунок 2"/>
          <p:cNvSpPr>
            <a:spLocks noGrp="1"/>
          </p:cNvSpPr>
          <p:nvPr>
            <p:ph type="pic" sz="quarter" idx="10"/>
          </p:nvPr>
        </p:nvSpPr>
        <p:spPr>
          <a:xfrm>
            <a:off x="5306536" y="2084426"/>
            <a:ext cx="6152055" cy="3503025"/>
          </a:xfrm>
          <a:custGeom>
            <a:avLst/>
            <a:gdLst>
              <a:gd name="connsiteX0" fmla="*/ 4234 w 5219"/>
              <a:gd name="connsiteY0" fmla="*/ 4234 w 5219"/>
              <a:gd name="connsiteX1" fmla="*/ 4234 w 5219"/>
              <a:gd name="connsiteY1" fmla="*/ 4234 w 5219"/>
              <a:gd name="connsiteX2" fmla="*/ 4234 w 5219"/>
              <a:gd name="connsiteY2" fmla="*/ 4234 w 5219"/>
              <a:gd name="connsiteX3" fmla="*/ 4234 w 5219"/>
              <a:gd name="connsiteY3" fmla="*/ 4234 w 5219"/>
              <a:gd name="connsiteX4" fmla="*/ 4234 w 5219"/>
              <a:gd name="connsiteY4" fmla="*/ 4234 w 5219"/>
              <a:gd name="connsiteX5" fmla="*/ 4234 w 5219"/>
              <a:gd name="connsiteY5" fmla="*/ 4234 w 52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582150" h="5419725">
                <a:moveTo>
                  <a:pt x="0" y="0"/>
                </a:moveTo>
                <a:lnTo>
                  <a:pt x="9582150" y="0"/>
                </a:lnTo>
                <a:lnTo>
                  <a:pt x="9582150" y="5244317"/>
                </a:lnTo>
                <a:cubicBezTo>
                  <a:pt x="9582150" y="5341192"/>
                  <a:pt x="9503617" y="5419725"/>
                  <a:pt x="9406742" y="5419725"/>
                </a:cubicBezTo>
                <a:lnTo>
                  <a:pt x="175408" y="5419725"/>
                </a:lnTo>
                <a:cubicBezTo>
                  <a:pt x="78533" y="5419725"/>
                  <a:pt x="0" y="5341192"/>
                  <a:pt x="0" y="5244317"/>
                </a:cubicBezTo>
                <a:close/>
              </a:path>
            </a:pathLst>
          </a:custGeom>
          <a:solidFill>
            <a:schemeClr val="bg1">
              <a:lumMod val="85000"/>
              <a:alpha val="12000"/>
            </a:schemeClr>
          </a:solidFill>
          <a:ln>
            <a:noFill/>
          </a:ln>
          <a:effectLst>
            <a:outerShdw blurRad="698500" dist="482600" dir="5400000" sx="97000" sy="97000" algn="ctr" rotWithShape="0">
              <a:srgbClr val="000000">
                <a:alpha val="40000"/>
              </a:srgb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lang="en-US" sz="100">
                <a:solidFill>
                  <a:schemeClr val="tx1"/>
                </a:solidFill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0046533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pa Escritóri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Imagem 3">
            <a:extLst>
              <a:ext uri="{FF2B5EF4-FFF2-40B4-BE49-F238E27FC236}">
                <a16:creationId xmlns:a16="http://schemas.microsoft.com/office/drawing/2014/main" id="{D9F7B5F0-F16D-084A-A17E-3644FCADD89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6000" y="0"/>
            <a:ext cx="6096000" cy="6858000"/>
          </a:xfrm>
          <a:prstGeom prst="rect">
            <a:avLst/>
          </a:prstGeom>
          <a:pattFill prst="pct70">
            <a:fgClr>
              <a:schemeClr val="tx1">
                <a:lumMod val="75000"/>
                <a:lumOff val="25000"/>
              </a:schemeClr>
            </a:fgClr>
            <a:bgClr>
              <a:schemeClr val="accent2"/>
            </a:bgClr>
          </a:pattFill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Imagem 4">
            <a:extLst>
              <a:ext uri="{FF2B5EF4-FFF2-40B4-BE49-F238E27FC236}">
                <a16:creationId xmlns:a16="http://schemas.microsoft.com/office/drawing/2014/main" id="{98A73BED-EEC8-7346-8469-9EE5F346A02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13626" y="1824469"/>
            <a:ext cx="10764000" cy="4271057"/>
          </a:xfrm>
          <a:prstGeom prst="rect">
            <a:avLst/>
          </a:prstGeom>
          <a:solidFill>
            <a:schemeClr val="accent2">
              <a:alpha val="29000"/>
            </a:schemeClr>
          </a:solidFill>
          <a:effectLst>
            <a:innerShdw blurRad="127000">
              <a:prstClr val="black">
                <a:alpha val="70000"/>
              </a:prstClr>
            </a:inn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Imagem 4">
            <a:extLst>
              <a:ext uri="{FF2B5EF4-FFF2-40B4-BE49-F238E27FC236}">
                <a16:creationId xmlns:a16="http://schemas.microsoft.com/office/drawing/2014/main" id="{672C383D-F4A0-0744-B82D-79F5793D479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565382" y="370391"/>
            <a:ext cx="3912244" cy="5725135"/>
          </a:xfrm>
          <a:prstGeom prst="rect">
            <a:avLst/>
          </a:prstGeom>
          <a:solidFill>
            <a:schemeClr val="accent3">
              <a:alpha val="29000"/>
            </a:schemeClr>
          </a:solidFill>
        </p:spPr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839310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11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1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11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</p:bldLst>
  </p:timing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GPD ZOOM">
    <p:bg>
      <p:bgPr>
        <a:gradFill flip="none" rotWithShape="1">
          <a:gsLst>
            <a:gs pos="58000">
              <a:schemeClr val="tx1">
                <a:lumMod val="65000"/>
                <a:lumOff val="35000"/>
              </a:schemeClr>
            </a:gs>
            <a:gs pos="0">
              <a:schemeClr val="tx1">
                <a:lumMod val="95000"/>
                <a:lumOff val="5000"/>
              </a:schemeClr>
            </a:gs>
            <a:gs pos="99000">
              <a:schemeClr val="tx1">
                <a:lumMod val="95000"/>
                <a:lumOff val="5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Рисунок 6">
            <a:extLst>
              <a:ext uri="{FF2B5EF4-FFF2-40B4-BE49-F238E27FC236}">
                <a16:creationId xmlns:a16="http://schemas.microsoft.com/office/drawing/2014/main" id="{DEE49F75-9664-4320-BCE8-4E29CEB84233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4152020" y="1460488"/>
            <a:ext cx="3887960" cy="3937024"/>
          </a:xfrm>
          <a:prstGeom prst="ellipse">
            <a:avLst/>
          </a:prstGeom>
          <a:solidFill>
            <a:schemeClr val="accent2">
              <a:alpha val="77658"/>
            </a:schemeClr>
          </a:solidFill>
          <a:ln w="317500">
            <a:noFill/>
          </a:ln>
          <a:effectLst>
            <a:innerShdw blurRad="342900">
              <a:prstClr val="black"/>
            </a:inn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lang="en-US" sz="100"/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56638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6" presetClass="emph" presetSubtype="0" repeatCount="indefinite" accel="50000" decel="50000" autoRev="1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animScale>
                                      <p:cBhvr>
                                        <p:cTn id="12" dur="2000" fill="hold"/>
                                        <p:tgtEl>
                                          <p:spTgt spid="10"/>
                                        </p:tgtEl>
                                      </p:cBhvr>
                                      <p:by x="102000" y="102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0" grpId="1" animBg="1"/>
    </p:bldLst>
  </p:timing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ackground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85000"/>
              <a:alpha val="12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lang="en-US" sz="100"/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6872785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ackground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23083282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rma Livre 2">
            <a:extLst>
              <a:ext uri="{FF2B5EF4-FFF2-40B4-BE49-F238E27FC236}">
                <a16:creationId xmlns:a16="http://schemas.microsoft.com/office/drawing/2014/main" id="{A31F998A-8EAC-0D48-8B63-3FBA7B01B8AD}"/>
              </a:ext>
            </a:extLst>
          </p:cNvPr>
          <p:cNvSpPr/>
          <p:nvPr userDrawn="1"/>
        </p:nvSpPr>
        <p:spPr>
          <a:xfrm flipH="1">
            <a:off x="2" y="3022808"/>
            <a:ext cx="12191999" cy="3835192"/>
          </a:xfrm>
          <a:custGeom>
            <a:avLst/>
            <a:gdLst>
              <a:gd name="connsiteX0" fmla="*/ 477400 w 12191999"/>
              <a:gd name="connsiteY0" fmla="*/ 462 h 3835192"/>
              <a:gd name="connsiteX1" fmla="*/ 12157738 w 12191999"/>
              <a:gd name="connsiteY1" fmla="*/ 765577 h 3835192"/>
              <a:gd name="connsiteX2" fmla="*/ 12191999 w 12191999"/>
              <a:gd name="connsiteY2" fmla="*/ 746555 h 3835192"/>
              <a:gd name="connsiteX3" fmla="*/ 12191999 w 12191999"/>
              <a:gd name="connsiteY3" fmla="*/ 3835192 h 3835192"/>
              <a:gd name="connsiteX4" fmla="*/ 0 w 12191999"/>
              <a:gd name="connsiteY4" fmla="*/ 3835192 h 3835192"/>
              <a:gd name="connsiteX5" fmla="*/ 0 w 12191999"/>
              <a:gd name="connsiteY5" fmla="*/ 27774 h 3835192"/>
              <a:gd name="connsiteX6" fmla="*/ 208530 w 12191999"/>
              <a:gd name="connsiteY6" fmla="*/ 5652 h 3835192"/>
              <a:gd name="connsiteX7" fmla="*/ 477400 w 12191999"/>
              <a:gd name="connsiteY7" fmla="*/ 462 h 38351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1999" h="3835192">
                <a:moveTo>
                  <a:pt x="477400" y="462"/>
                </a:moveTo>
                <a:cubicBezTo>
                  <a:pt x="3105605" y="38615"/>
                  <a:pt x="8987755" y="2425370"/>
                  <a:pt x="12157738" y="765577"/>
                </a:cubicBezTo>
                <a:lnTo>
                  <a:pt x="12191999" y="746555"/>
                </a:lnTo>
                <a:lnTo>
                  <a:pt x="12191999" y="3835192"/>
                </a:lnTo>
                <a:lnTo>
                  <a:pt x="0" y="3835192"/>
                </a:lnTo>
                <a:lnTo>
                  <a:pt x="0" y="27774"/>
                </a:lnTo>
                <a:lnTo>
                  <a:pt x="208530" y="5652"/>
                </a:lnTo>
                <a:cubicBezTo>
                  <a:pt x="293822" y="732"/>
                  <a:pt x="383536" y="-901"/>
                  <a:pt x="477400" y="462"/>
                </a:cubicBezTo>
                <a:close/>
              </a:path>
            </a:pathLst>
          </a:custGeom>
          <a:gradFill>
            <a:gsLst>
              <a:gs pos="50000">
                <a:schemeClr val="tx1"/>
              </a:gs>
              <a:gs pos="0">
                <a:schemeClr val="bg2">
                  <a:lumMod val="25000"/>
                </a:schemeClr>
              </a:gs>
              <a:gs pos="99000">
                <a:schemeClr val="tx2">
                  <a:lumMod val="5000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pt-BR" sz="1800"/>
          </a:p>
        </p:txBody>
      </p:sp>
      <p:sp>
        <p:nvSpPr>
          <p:cNvPr id="4" name="Forma Livre 3">
            <a:extLst>
              <a:ext uri="{FF2B5EF4-FFF2-40B4-BE49-F238E27FC236}">
                <a16:creationId xmlns:a16="http://schemas.microsoft.com/office/drawing/2014/main" id="{DD48CE33-F422-2343-A68F-A9E3EEB452D0}"/>
              </a:ext>
            </a:extLst>
          </p:cNvPr>
          <p:cNvSpPr/>
          <p:nvPr userDrawn="1"/>
        </p:nvSpPr>
        <p:spPr>
          <a:xfrm>
            <a:off x="3" y="3006766"/>
            <a:ext cx="12191999" cy="3835192"/>
          </a:xfrm>
          <a:custGeom>
            <a:avLst/>
            <a:gdLst>
              <a:gd name="connsiteX0" fmla="*/ 477400 w 12191999"/>
              <a:gd name="connsiteY0" fmla="*/ 462 h 3835192"/>
              <a:gd name="connsiteX1" fmla="*/ 12157738 w 12191999"/>
              <a:gd name="connsiteY1" fmla="*/ 765577 h 3835192"/>
              <a:gd name="connsiteX2" fmla="*/ 12191999 w 12191999"/>
              <a:gd name="connsiteY2" fmla="*/ 746555 h 3835192"/>
              <a:gd name="connsiteX3" fmla="*/ 12191999 w 12191999"/>
              <a:gd name="connsiteY3" fmla="*/ 3835192 h 3835192"/>
              <a:gd name="connsiteX4" fmla="*/ 0 w 12191999"/>
              <a:gd name="connsiteY4" fmla="*/ 3835192 h 3835192"/>
              <a:gd name="connsiteX5" fmla="*/ 0 w 12191999"/>
              <a:gd name="connsiteY5" fmla="*/ 27774 h 3835192"/>
              <a:gd name="connsiteX6" fmla="*/ 208530 w 12191999"/>
              <a:gd name="connsiteY6" fmla="*/ 5652 h 3835192"/>
              <a:gd name="connsiteX7" fmla="*/ 477400 w 12191999"/>
              <a:gd name="connsiteY7" fmla="*/ 462 h 38351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1999" h="3835192">
                <a:moveTo>
                  <a:pt x="477400" y="462"/>
                </a:moveTo>
                <a:cubicBezTo>
                  <a:pt x="3105605" y="38615"/>
                  <a:pt x="8987755" y="2425370"/>
                  <a:pt x="12157738" y="765577"/>
                </a:cubicBezTo>
                <a:lnTo>
                  <a:pt x="12191999" y="746555"/>
                </a:lnTo>
                <a:lnTo>
                  <a:pt x="12191999" y="3835192"/>
                </a:lnTo>
                <a:lnTo>
                  <a:pt x="0" y="3835192"/>
                </a:lnTo>
                <a:lnTo>
                  <a:pt x="0" y="27774"/>
                </a:lnTo>
                <a:lnTo>
                  <a:pt x="208530" y="5652"/>
                </a:lnTo>
                <a:cubicBezTo>
                  <a:pt x="293822" y="732"/>
                  <a:pt x="383536" y="-901"/>
                  <a:pt x="477400" y="462"/>
                </a:cubicBezTo>
                <a:close/>
              </a:path>
            </a:pathLst>
          </a:custGeom>
          <a:gradFill>
            <a:gsLst>
              <a:gs pos="50000">
                <a:schemeClr val="tx1"/>
              </a:gs>
              <a:gs pos="0">
                <a:schemeClr val="bg2">
                  <a:lumMod val="25000"/>
                </a:schemeClr>
              </a:gs>
              <a:gs pos="99000">
                <a:schemeClr val="tx2">
                  <a:lumMod val="5000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pt-BR" sz="1800"/>
          </a:p>
        </p:txBody>
      </p:sp>
      <p:sp>
        <p:nvSpPr>
          <p:cNvPr id="5" name="Forma Livre 4">
            <a:extLst>
              <a:ext uri="{FF2B5EF4-FFF2-40B4-BE49-F238E27FC236}">
                <a16:creationId xmlns:a16="http://schemas.microsoft.com/office/drawing/2014/main" id="{19B276F5-F02B-AC4E-B86E-C7879B4DBCD0}"/>
              </a:ext>
            </a:extLst>
          </p:cNvPr>
          <p:cNvSpPr/>
          <p:nvPr userDrawn="1"/>
        </p:nvSpPr>
        <p:spPr>
          <a:xfrm rot="545754">
            <a:off x="8503249" y="4436076"/>
            <a:ext cx="3832043" cy="2716915"/>
          </a:xfrm>
          <a:custGeom>
            <a:avLst/>
            <a:gdLst>
              <a:gd name="connsiteX0" fmla="*/ 2255539 w 3832043"/>
              <a:gd name="connsiteY0" fmla="*/ 46009 h 2716915"/>
              <a:gd name="connsiteX1" fmla="*/ 2824844 w 3832043"/>
              <a:gd name="connsiteY1" fmla="*/ 0 h 2716915"/>
              <a:gd name="connsiteX2" fmla="*/ 3324888 w 3832043"/>
              <a:gd name="connsiteY2" fmla="*/ 35371 h 2716915"/>
              <a:gd name="connsiteX3" fmla="*/ 3504671 w 3832043"/>
              <a:gd name="connsiteY3" fmla="*/ 67676 h 2716915"/>
              <a:gd name="connsiteX4" fmla="*/ 3832043 w 3832043"/>
              <a:gd name="connsiteY4" fmla="*/ 2112465 h 2716915"/>
              <a:gd name="connsiteX5" fmla="*/ 56606 w 3832043"/>
              <a:gd name="connsiteY5" fmla="*/ 2716915 h 2716915"/>
              <a:gd name="connsiteX6" fmla="*/ 14584 w 3832043"/>
              <a:gd name="connsiteY6" fmla="*/ 2496182 h 2716915"/>
              <a:gd name="connsiteX7" fmla="*/ 0 w 3832043"/>
              <a:gd name="connsiteY7" fmla="*/ 2264636 h 2716915"/>
              <a:gd name="connsiteX8" fmla="*/ 2255539 w 3832043"/>
              <a:gd name="connsiteY8" fmla="*/ 46009 h 27169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832043" h="2716915">
                <a:moveTo>
                  <a:pt x="2255539" y="46009"/>
                </a:moveTo>
                <a:cubicBezTo>
                  <a:pt x="2439430" y="15842"/>
                  <a:pt x="2629829" y="0"/>
                  <a:pt x="2824844" y="0"/>
                </a:cubicBezTo>
                <a:cubicBezTo>
                  <a:pt x="2995481" y="0"/>
                  <a:pt x="3162586" y="12129"/>
                  <a:pt x="3324888" y="35371"/>
                </a:cubicBezTo>
                <a:lnTo>
                  <a:pt x="3504671" y="67676"/>
                </a:lnTo>
                <a:lnTo>
                  <a:pt x="3832043" y="2112465"/>
                </a:lnTo>
                <a:lnTo>
                  <a:pt x="56606" y="2716915"/>
                </a:lnTo>
                <a:lnTo>
                  <a:pt x="14584" y="2496182"/>
                </a:lnTo>
                <a:cubicBezTo>
                  <a:pt x="4940" y="2420052"/>
                  <a:pt x="0" y="2342807"/>
                  <a:pt x="0" y="2264636"/>
                </a:cubicBezTo>
                <a:cubicBezTo>
                  <a:pt x="1" y="1170252"/>
                  <a:pt x="968307" y="257178"/>
                  <a:pt x="2255539" y="46009"/>
                </a:cubicBezTo>
                <a:close/>
              </a:path>
            </a:pathLst>
          </a:custGeom>
          <a:gradFill>
            <a:gsLst>
              <a:gs pos="50000">
                <a:schemeClr val="tx1"/>
              </a:gs>
              <a:gs pos="0">
                <a:schemeClr val="bg2">
                  <a:lumMod val="25000"/>
                </a:schemeClr>
              </a:gs>
              <a:gs pos="99000">
                <a:schemeClr val="tx2">
                  <a:lumMod val="50000"/>
                </a:schemeClr>
              </a:gs>
            </a:gsLst>
            <a:lin ang="12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pt-BR" sz="1800"/>
          </a:p>
        </p:txBody>
      </p:sp>
      <p:sp>
        <p:nvSpPr>
          <p:cNvPr id="9" name="Espaço Reservado para Imagem 8">
            <a:extLst>
              <a:ext uri="{FF2B5EF4-FFF2-40B4-BE49-F238E27FC236}">
                <a16:creationId xmlns:a16="http://schemas.microsoft.com/office/drawing/2014/main" id="{6C012ED2-7392-0448-BCE5-6CB1C229A14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728000" y="2480686"/>
            <a:ext cx="2736000" cy="2736000"/>
          </a:xfrm>
          <a:custGeom>
            <a:avLst/>
            <a:gdLst>
              <a:gd name="connsiteX0" fmla="*/ 1368000 w 2736000"/>
              <a:gd name="connsiteY0" fmla="*/ 0 h 2736000"/>
              <a:gd name="connsiteX1" fmla="*/ 2736000 w 2736000"/>
              <a:gd name="connsiteY1" fmla="*/ 1368000 h 2736000"/>
              <a:gd name="connsiteX2" fmla="*/ 1368000 w 2736000"/>
              <a:gd name="connsiteY2" fmla="*/ 2736000 h 2736000"/>
              <a:gd name="connsiteX3" fmla="*/ 0 w 2736000"/>
              <a:gd name="connsiteY3" fmla="*/ 1368000 h 2736000"/>
              <a:gd name="connsiteX4" fmla="*/ 1368000 w 2736000"/>
              <a:gd name="connsiteY4" fmla="*/ 0 h 273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36000" h="2736000">
                <a:moveTo>
                  <a:pt x="1368000" y="0"/>
                </a:moveTo>
                <a:cubicBezTo>
                  <a:pt x="2123526" y="0"/>
                  <a:pt x="2736000" y="612474"/>
                  <a:pt x="2736000" y="1368000"/>
                </a:cubicBezTo>
                <a:cubicBezTo>
                  <a:pt x="2736000" y="2123526"/>
                  <a:pt x="2123526" y="2736000"/>
                  <a:pt x="1368000" y="2736000"/>
                </a:cubicBezTo>
                <a:cubicBezTo>
                  <a:pt x="612474" y="2736000"/>
                  <a:pt x="0" y="2123526"/>
                  <a:pt x="0" y="1368000"/>
                </a:cubicBezTo>
                <a:cubicBezTo>
                  <a:pt x="0" y="612474"/>
                  <a:pt x="612474" y="0"/>
                  <a:pt x="1368000" y="0"/>
                </a:cubicBezTo>
                <a:close/>
              </a:path>
            </a:pathLst>
          </a:custGeom>
          <a:solidFill>
            <a:schemeClr val="accent2">
              <a:alpha val="58943"/>
            </a:schemeClr>
          </a:solidFill>
          <a:effectLst>
            <a:innerShdw blurRad="127000">
              <a:prstClr val="black"/>
            </a:innerShdw>
          </a:effectLst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864944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Portfolio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rma Livre 3">
            <a:extLst>
              <a:ext uri="{FF2B5EF4-FFF2-40B4-BE49-F238E27FC236}">
                <a16:creationId xmlns:a16="http://schemas.microsoft.com/office/drawing/2014/main" id="{2B5C439F-5AFE-FE46-8DC0-AD0C919F8E82}"/>
              </a:ext>
            </a:extLst>
          </p:cNvPr>
          <p:cNvSpPr/>
          <p:nvPr userDrawn="1"/>
        </p:nvSpPr>
        <p:spPr>
          <a:xfrm>
            <a:off x="3" y="3022808"/>
            <a:ext cx="12191999" cy="3835192"/>
          </a:xfrm>
          <a:custGeom>
            <a:avLst/>
            <a:gdLst>
              <a:gd name="connsiteX0" fmla="*/ 477400 w 12191999"/>
              <a:gd name="connsiteY0" fmla="*/ 462 h 3835192"/>
              <a:gd name="connsiteX1" fmla="*/ 12157738 w 12191999"/>
              <a:gd name="connsiteY1" fmla="*/ 765577 h 3835192"/>
              <a:gd name="connsiteX2" fmla="*/ 12191999 w 12191999"/>
              <a:gd name="connsiteY2" fmla="*/ 746555 h 3835192"/>
              <a:gd name="connsiteX3" fmla="*/ 12191999 w 12191999"/>
              <a:gd name="connsiteY3" fmla="*/ 3835192 h 3835192"/>
              <a:gd name="connsiteX4" fmla="*/ 0 w 12191999"/>
              <a:gd name="connsiteY4" fmla="*/ 3835192 h 3835192"/>
              <a:gd name="connsiteX5" fmla="*/ 0 w 12191999"/>
              <a:gd name="connsiteY5" fmla="*/ 27774 h 3835192"/>
              <a:gd name="connsiteX6" fmla="*/ 208530 w 12191999"/>
              <a:gd name="connsiteY6" fmla="*/ 5652 h 3835192"/>
              <a:gd name="connsiteX7" fmla="*/ 477400 w 12191999"/>
              <a:gd name="connsiteY7" fmla="*/ 462 h 38351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1999" h="3835192">
                <a:moveTo>
                  <a:pt x="477400" y="462"/>
                </a:moveTo>
                <a:cubicBezTo>
                  <a:pt x="3105605" y="38615"/>
                  <a:pt x="8987755" y="2425370"/>
                  <a:pt x="12157738" y="765577"/>
                </a:cubicBezTo>
                <a:lnTo>
                  <a:pt x="12191999" y="746555"/>
                </a:lnTo>
                <a:lnTo>
                  <a:pt x="12191999" y="3835192"/>
                </a:lnTo>
                <a:lnTo>
                  <a:pt x="0" y="3835192"/>
                </a:lnTo>
                <a:lnTo>
                  <a:pt x="0" y="27774"/>
                </a:lnTo>
                <a:lnTo>
                  <a:pt x="208530" y="5652"/>
                </a:lnTo>
                <a:cubicBezTo>
                  <a:pt x="293822" y="732"/>
                  <a:pt x="383536" y="-901"/>
                  <a:pt x="477400" y="462"/>
                </a:cubicBezTo>
                <a:close/>
              </a:path>
            </a:pathLst>
          </a:custGeom>
          <a:gradFill>
            <a:gsLst>
              <a:gs pos="50000">
                <a:schemeClr val="tx1"/>
              </a:gs>
              <a:gs pos="0">
                <a:schemeClr val="bg2">
                  <a:lumMod val="25000"/>
                </a:schemeClr>
              </a:gs>
              <a:gs pos="99000">
                <a:schemeClr val="tx2">
                  <a:lumMod val="5000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pt-BR" sz="1800"/>
          </a:p>
        </p:txBody>
      </p:sp>
      <p:sp>
        <p:nvSpPr>
          <p:cNvPr id="11" name="espaco2">
            <a:extLst>
              <a:ext uri="{FF2B5EF4-FFF2-40B4-BE49-F238E27FC236}">
                <a16:creationId xmlns:a16="http://schemas.microsoft.com/office/drawing/2014/main" id="{B3AFB208-ACE0-46D9-993B-C65ADBAF2C4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462514" y="1768042"/>
            <a:ext cx="3467410" cy="3468111"/>
          </a:xfrm>
          <a:custGeom>
            <a:avLst/>
            <a:gdLst>
              <a:gd name="connsiteX0" fmla="*/ 4255708 w 4827374"/>
              <a:gd name="connsiteY0" fmla="*/ 0 h 4829095"/>
              <a:gd name="connsiteX1" fmla="*/ 4827374 w 4827374"/>
              <a:gd name="connsiteY1" fmla="*/ 4257695 h 4829095"/>
              <a:gd name="connsiteX2" fmla="*/ 571667 w 4827374"/>
              <a:gd name="connsiteY2" fmla="*/ 4829095 h 4829095"/>
              <a:gd name="connsiteX3" fmla="*/ 0 w 4827374"/>
              <a:gd name="connsiteY3" fmla="*/ 571400 h 4829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27374" h="4829095">
                <a:moveTo>
                  <a:pt x="4255708" y="0"/>
                </a:moveTo>
                <a:lnTo>
                  <a:pt x="4827374" y="4257695"/>
                </a:lnTo>
                <a:lnTo>
                  <a:pt x="571667" y="4829095"/>
                </a:lnTo>
                <a:lnTo>
                  <a:pt x="0" y="571400"/>
                </a:lnTo>
                <a:close/>
              </a:path>
            </a:pathLst>
          </a:custGeom>
          <a:solidFill>
            <a:schemeClr val="bg1">
              <a:lumMod val="85000"/>
              <a:alpha val="12000"/>
            </a:schemeClr>
          </a:solidFill>
          <a:ln>
            <a:noFill/>
          </a:ln>
          <a:effectLst>
            <a:innerShdw blurRad="177800">
              <a:prstClr val="black"/>
            </a:inn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lang="ru-RU" sz="100">
                <a:solidFill>
                  <a:schemeClr val="tx1"/>
                </a:solidFill>
              </a:defRPr>
            </a:lvl1pPr>
          </a:lstStyle>
          <a:p>
            <a:pPr lvl="0"/>
            <a:endParaRPr lang="ru-RU"/>
          </a:p>
        </p:txBody>
      </p:sp>
      <p:sp>
        <p:nvSpPr>
          <p:cNvPr id="9" name="espaco1">
            <a:extLst>
              <a:ext uri="{FF2B5EF4-FFF2-40B4-BE49-F238E27FC236}">
                <a16:creationId xmlns:a16="http://schemas.microsoft.com/office/drawing/2014/main" id="{8A11E28F-964A-40FE-AD22-0A9113ADCCE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663128" y="872181"/>
            <a:ext cx="2726763" cy="2727314"/>
          </a:xfrm>
          <a:custGeom>
            <a:avLst/>
            <a:gdLst>
              <a:gd name="connsiteX0" fmla="*/ 4255708 w 4827374"/>
              <a:gd name="connsiteY0" fmla="*/ 0 h 4829095"/>
              <a:gd name="connsiteX1" fmla="*/ 4827374 w 4827374"/>
              <a:gd name="connsiteY1" fmla="*/ 4257695 h 4829095"/>
              <a:gd name="connsiteX2" fmla="*/ 571667 w 4827374"/>
              <a:gd name="connsiteY2" fmla="*/ 4829095 h 4829095"/>
              <a:gd name="connsiteX3" fmla="*/ 0 w 4827374"/>
              <a:gd name="connsiteY3" fmla="*/ 571400 h 4829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27374" h="4829095">
                <a:moveTo>
                  <a:pt x="4255708" y="0"/>
                </a:moveTo>
                <a:lnTo>
                  <a:pt x="4827374" y="4257695"/>
                </a:lnTo>
                <a:lnTo>
                  <a:pt x="571667" y="4829095"/>
                </a:lnTo>
                <a:lnTo>
                  <a:pt x="0" y="571400"/>
                </a:lnTo>
                <a:close/>
              </a:path>
            </a:pathLst>
          </a:custGeom>
          <a:solidFill>
            <a:schemeClr val="bg1">
              <a:lumMod val="85000"/>
              <a:alpha val="12000"/>
            </a:schemeClr>
          </a:solidFill>
          <a:ln>
            <a:noFill/>
          </a:ln>
          <a:effectLst>
            <a:innerShdw blurRad="177800">
              <a:prstClr val="black"/>
            </a:inn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lang="ru-RU" sz="100">
                <a:solidFill>
                  <a:schemeClr val="tx1"/>
                </a:solidFill>
              </a:defRPr>
            </a:lvl1pPr>
          </a:lstStyle>
          <a:p>
            <a:pPr lvl="0"/>
            <a:endParaRPr lang="ru-RU"/>
          </a:p>
        </p:txBody>
      </p:sp>
      <p:sp>
        <p:nvSpPr>
          <p:cNvPr id="10" name="Forma Livre 9">
            <a:extLst>
              <a:ext uri="{FF2B5EF4-FFF2-40B4-BE49-F238E27FC236}">
                <a16:creationId xmlns:a16="http://schemas.microsoft.com/office/drawing/2014/main" id="{94BFD261-E33E-B64E-9194-56E7E4BEA60A}"/>
              </a:ext>
            </a:extLst>
          </p:cNvPr>
          <p:cNvSpPr/>
          <p:nvPr userDrawn="1"/>
        </p:nvSpPr>
        <p:spPr>
          <a:xfrm rot="545754">
            <a:off x="9581842" y="5162431"/>
            <a:ext cx="2710511" cy="1921903"/>
          </a:xfrm>
          <a:custGeom>
            <a:avLst/>
            <a:gdLst>
              <a:gd name="connsiteX0" fmla="*/ 2223686 w 2710511"/>
              <a:gd name="connsiteY0" fmla="*/ 30417 h 1921903"/>
              <a:gd name="connsiteX1" fmla="*/ 2472289 w 2710511"/>
              <a:gd name="connsiteY1" fmla="*/ 0 h 1921903"/>
              <a:gd name="connsiteX2" fmla="*/ 2710511 w 2710511"/>
              <a:gd name="connsiteY2" fmla="*/ 1487948 h 1921903"/>
              <a:gd name="connsiteX3" fmla="*/ 0 w 2710511"/>
              <a:gd name="connsiteY3" fmla="*/ 1921903 h 1921903"/>
              <a:gd name="connsiteX4" fmla="*/ 12269 w 2710511"/>
              <a:gd name="connsiteY4" fmla="*/ 1848166 h 1921903"/>
              <a:gd name="connsiteX5" fmla="*/ 2223686 w 2710511"/>
              <a:gd name="connsiteY5" fmla="*/ 30417 h 19219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710511" h="1921903">
                <a:moveTo>
                  <a:pt x="2223686" y="30417"/>
                </a:moveTo>
                <a:lnTo>
                  <a:pt x="2472289" y="0"/>
                </a:lnTo>
                <a:lnTo>
                  <a:pt x="2710511" y="1487948"/>
                </a:lnTo>
                <a:lnTo>
                  <a:pt x="0" y="1921903"/>
                </a:lnTo>
                <a:lnTo>
                  <a:pt x="12269" y="1848166"/>
                </a:lnTo>
                <a:cubicBezTo>
                  <a:pt x="215209" y="937359"/>
                  <a:pt x="1097359" y="215190"/>
                  <a:pt x="2223686" y="30417"/>
                </a:cubicBezTo>
                <a:close/>
              </a:path>
            </a:pathLst>
          </a:custGeom>
          <a:gradFill>
            <a:gsLst>
              <a:gs pos="33000">
                <a:schemeClr val="tx1"/>
              </a:gs>
              <a:gs pos="0">
                <a:schemeClr val="bg2">
                  <a:lumMod val="25000"/>
                </a:schemeClr>
              </a:gs>
              <a:gs pos="80000">
                <a:schemeClr val="tx2">
                  <a:lumMod val="50000"/>
                </a:schemeClr>
              </a:gs>
            </a:gsLst>
            <a:lin ang="12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pt-BR" sz="1800"/>
          </a:p>
        </p:txBody>
      </p:sp>
    </p:spTree>
    <p:extLst>
      <p:ext uri="{BB962C8B-B14F-4D97-AF65-F5344CB8AC3E}">
        <p14:creationId xmlns:p14="http://schemas.microsoft.com/office/powerpoint/2010/main" val="31789280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9" grpId="0" animBg="1"/>
    </p:bldLst>
  </p:timing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Portfolio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rma Livre 4">
            <a:extLst>
              <a:ext uri="{FF2B5EF4-FFF2-40B4-BE49-F238E27FC236}">
                <a16:creationId xmlns:a16="http://schemas.microsoft.com/office/drawing/2014/main" id="{48C05326-C025-0E4F-9D01-C0544B5CE693}"/>
              </a:ext>
            </a:extLst>
          </p:cNvPr>
          <p:cNvSpPr/>
          <p:nvPr userDrawn="1"/>
        </p:nvSpPr>
        <p:spPr>
          <a:xfrm>
            <a:off x="3" y="3022808"/>
            <a:ext cx="12191999" cy="3835192"/>
          </a:xfrm>
          <a:custGeom>
            <a:avLst/>
            <a:gdLst>
              <a:gd name="connsiteX0" fmla="*/ 477400 w 12191999"/>
              <a:gd name="connsiteY0" fmla="*/ 462 h 3835192"/>
              <a:gd name="connsiteX1" fmla="*/ 12157738 w 12191999"/>
              <a:gd name="connsiteY1" fmla="*/ 765577 h 3835192"/>
              <a:gd name="connsiteX2" fmla="*/ 12191999 w 12191999"/>
              <a:gd name="connsiteY2" fmla="*/ 746555 h 3835192"/>
              <a:gd name="connsiteX3" fmla="*/ 12191999 w 12191999"/>
              <a:gd name="connsiteY3" fmla="*/ 3835192 h 3835192"/>
              <a:gd name="connsiteX4" fmla="*/ 0 w 12191999"/>
              <a:gd name="connsiteY4" fmla="*/ 3835192 h 3835192"/>
              <a:gd name="connsiteX5" fmla="*/ 0 w 12191999"/>
              <a:gd name="connsiteY5" fmla="*/ 27774 h 3835192"/>
              <a:gd name="connsiteX6" fmla="*/ 208530 w 12191999"/>
              <a:gd name="connsiteY6" fmla="*/ 5652 h 3835192"/>
              <a:gd name="connsiteX7" fmla="*/ 477400 w 12191999"/>
              <a:gd name="connsiteY7" fmla="*/ 462 h 38351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1999" h="3835192">
                <a:moveTo>
                  <a:pt x="477400" y="462"/>
                </a:moveTo>
                <a:cubicBezTo>
                  <a:pt x="3105605" y="38615"/>
                  <a:pt x="8987755" y="2425370"/>
                  <a:pt x="12157738" y="765577"/>
                </a:cubicBezTo>
                <a:lnTo>
                  <a:pt x="12191999" y="746555"/>
                </a:lnTo>
                <a:lnTo>
                  <a:pt x="12191999" y="3835192"/>
                </a:lnTo>
                <a:lnTo>
                  <a:pt x="0" y="3835192"/>
                </a:lnTo>
                <a:lnTo>
                  <a:pt x="0" y="27774"/>
                </a:lnTo>
                <a:lnTo>
                  <a:pt x="208530" y="5652"/>
                </a:lnTo>
                <a:cubicBezTo>
                  <a:pt x="293822" y="732"/>
                  <a:pt x="383536" y="-901"/>
                  <a:pt x="477400" y="462"/>
                </a:cubicBezTo>
                <a:close/>
              </a:path>
            </a:pathLst>
          </a:custGeom>
          <a:gradFill>
            <a:gsLst>
              <a:gs pos="50000">
                <a:schemeClr val="tx1"/>
              </a:gs>
              <a:gs pos="0">
                <a:schemeClr val="bg2">
                  <a:lumMod val="25000"/>
                </a:schemeClr>
              </a:gs>
              <a:gs pos="99000">
                <a:schemeClr val="tx2">
                  <a:lumMod val="5000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pt-BR" sz="1800"/>
          </a:p>
        </p:txBody>
      </p:sp>
      <p:sp>
        <p:nvSpPr>
          <p:cNvPr id="9" name="espaco1">
            <a:extLst>
              <a:ext uri="{FF2B5EF4-FFF2-40B4-BE49-F238E27FC236}">
                <a16:creationId xmlns:a16="http://schemas.microsoft.com/office/drawing/2014/main" id="{8AF12780-FFC7-44B2-B62F-74526F83950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939277" y="613298"/>
            <a:ext cx="2632208" cy="2632741"/>
          </a:xfrm>
          <a:custGeom>
            <a:avLst/>
            <a:gdLst>
              <a:gd name="connsiteX0" fmla="*/ 4255708 w 4827374"/>
              <a:gd name="connsiteY0" fmla="*/ 0 h 4829095"/>
              <a:gd name="connsiteX1" fmla="*/ 4827374 w 4827374"/>
              <a:gd name="connsiteY1" fmla="*/ 4257695 h 4829095"/>
              <a:gd name="connsiteX2" fmla="*/ 571667 w 4827374"/>
              <a:gd name="connsiteY2" fmla="*/ 4829095 h 4829095"/>
              <a:gd name="connsiteX3" fmla="*/ 0 w 4827374"/>
              <a:gd name="connsiteY3" fmla="*/ 571400 h 4829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27374" h="4829095">
                <a:moveTo>
                  <a:pt x="4255708" y="0"/>
                </a:moveTo>
                <a:lnTo>
                  <a:pt x="4827374" y="4257695"/>
                </a:lnTo>
                <a:lnTo>
                  <a:pt x="571667" y="4829095"/>
                </a:lnTo>
                <a:lnTo>
                  <a:pt x="0" y="571400"/>
                </a:lnTo>
                <a:close/>
              </a:path>
            </a:pathLst>
          </a:custGeom>
          <a:solidFill>
            <a:schemeClr val="bg1">
              <a:lumMod val="85000"/>
              <a:alpha val="12000"/>
            </a:schemeClr>
          </a:solidFill>
          <a:ln>
            <a:noFill/>
          </a:ln>
          <a:effectLst>
            <a:innerShdw blurRad="177800">
              <a:prstClr val="black"/>
            </a:inn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lang="ru-RU" sz="100">
                <a:solidFill>
                  <a:schemeClr val="tx1"/>
                </a:solidFill>
              </a:defRPr>
            </a:lvl1pPr>
          </a:lstStyle>
          <a:p>
            <a:pPr lvl="0"/>
            <a:endParaRPr lang="ru-RU"/>
          </a:p>
        </p:txBody>
      </p:sp>
      <p:sp>
        <p:nvSpPr>
          <p:cNvPr id="10" name="espaco2">
            <a:extLst>
              <a:ext uri="{FF2B5EF4-FFF2-40B4-BE49-F238E27FC236}">
                <a16:creationId xmlns:a16="http://schemas.microsoft.com/office/drawing/2014/main" id="{81951F87-79D9-4A44-8F8D-EC4272D083A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603874" y="1994499"/>
            <a:ext cx="2387023" cy="2398688"/>
          </a:xfrm>
          <a:custGeom>
            <a:avLst/>
            <a:gdLst>
              <a:gd name="connsiteX0" fmla="*/ 4255708 w 4827374"/>
              <a:gd name="connsiteY0" fmla="*/ 0 h 4829095"/>
              <a:gd name="connsiteX1" fmla="*/ 4827374 w 4827374"/>
              <a:gd name="connsiteY1" fmla="*/ 4257695 h 4829095"/>
              <a:gd name="connsiteX2" fmla="*/ 571667 w 4827374"/>
              <a:gd name="connsiteY2" fmla="*/ 4829095 h 4829095"/>
              <a:gd name="connsiteX3" fmla="*/ 0 w 4827374"/>
              <a:gd name="connsiteY3" fmla="*/ 571400 h 4829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27374" h="4829095">
                <a:moveTo>
                  <a:pt x="4255708" y="0"/>
                </a:moveTo>
                <a:lnTo>
                  <a:pt x="4827374" y="4257695"/>
                </a:lnTo>
                <a:lnTo>
                  <a:pt x="571667" y="4829095"/>
                </a:lnTo>
                <a:lnTo>
                  <a:pt x="0" y="571400"/>
                </a:lnTo>
                <a:close/>
              </a:path>
            </a:pathLst>
          </a:custGeom>
          <a:solidFill>
            <a:schemeClr val="bg1">
              <a:lumMod val="85000"/>
              <a:alpha val="12000"/>
            </a:schemeClr>
          </a:solidFill>
          <a:ln>
            <a:noFill/>
          </a:ln>
          <a:effectLst>
            <a:innerShdw blurRad="177800">
              <a:prstClr val="black"/>
            </a:inn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lang="ru-RU" sz="100">
                <a:solidFill>
                  <a:schemeClr val="tx1"/>
                </a:solidFill>
              </a:defRPr>
            </a:lvl1pPr>
          </a:lstStyle>
          <a:p>
            <a:pPr lvl="0"/>
            <a:endParaRPr lang="ru-RU"/>
          </a:p>
        </p:txBody>
      </p:sp>
      <p:sp>
        <p:nvSpPr>
          <p:cNvPr id="11" name="espaco3">
            <a:extLst>
              <a:ext uri="{FF2B5EF4-FFF2-40B4-BE49-F238E27FC236}">
                <a16:creationId xmlns:a16="http://schemas.microsoft.com/office/drawing/2014/main" id="{CB5286E7-76A1-42AD-8F62-7235A70AA12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888779" y="3890207"/>
            <a:ext cx="2098832" cy="2099256"/>
          </a:xfrm>
          <a:custGeom>
            <a:avLst/>
            <a:gdLst>
              <a:gd name="connsiteX0" fmla="*/ 4255708 w 4827374"/>
              <a:gd name="connsiteY0" fmla="*/ 0 h 4829095"/>
              <a:gd name="connsiteX1" fmla="*/ 4827374 w 4827374"/>
              <a:gd name="connsiteY1" fmla="*/ 4257695 h 4829095"/>
              <a:gd name="connsiteX2" fmla="*/ 571667 w 4827374"/>
              <a:gd name="connsiteY2" fmla="*/ 4829095 h 4829095"/>
              <a:gd name="connsiteX3" fmla="*/ 0 w 4827374"/>
              <a:gd name="connsiteY3" fmla="*/ 571400 h 4829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27374" h="4829095">
                <a:moveTo>
                  <a:pt x="4255708" y="0"/>
                </a:moveTo>
                <a:lnTo>
                  <a:pt x="4827374" y="4257695"/>
                </a:lnTo>
                <a:lnTo>
                  <a:pt x="571667" y="4829095"/>
                </a:lnTo>
                <a:lnTo>
                  <a:pt x="0" y="571400"/>
                </a:lnTo>
                <a:close/>
              </a:path>
            </a:pathLst>
          </a:custGeom>
          <a:solidFill>
            <a:schemeClr val="bg1">
              <a:lumMod val="85000"/>
              <a:alpha val="12000"/>
            </a:schemeClr>
          </a:solidFill>
          <a:ln>
            <a:noFill/>
          </a:ln>
          <a:effectLst>
            <a:innerShdw blurRad="177800">
              <a:prstClr val="black"/>
            </a:inn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lang="ru-RU" sz="100">
                <a:solidFill>
                  <a:schemeClr val="tx1"/>
                </a:solidFill>
              </a:defRPr>
            </a:lvl1pPr>
          </a:lstStyle>
          <a:p>
            <a:pPr lvl="0"/>
            <a:endParaRPr lang="ru-RU"/>
          </a:p>
        </p:txBody>
      </p:sp>
      <p:sp>
        <p:nvSpPr>
          <p:cNvPr id="7" name="Forma Livre 6">
            <a:extLst>
              <a:ext uri="{FF2B5EF4-FFF2-40B4-BE49-F238E27FC236}">
                <a16:creationId xmlns:a16="http://schemas.microsoft.com/office/drawing/2014/main" id="{DB49F968-020A-2845-AA72-4D69436D8989}"/>
              </a:ext>
            </a:extLst>
          </p:cNvPr>
          <p:cNvSpPr/>
          <p:nvPr userDrawn="1"/>
        </p:nvSpPr>
        <p:spPr>
          <a:xfrm rot="545754">
            <a:off x="9581842" y="5162431"/>
            <a:ext cx="2710511" cy="1921903"/>
          </a:xfrm>
          <a:custGeom>
            <a:avLst/>
            <a:gdLst>
              <a:gd name="connsiteX0" fmla="*/ 2223686 w 2710511"/>
              <a:gd name="connsiteY0" fmla="*/ 30417 h 1921903"/>
              <a:gd name="connsiteX1" fmla="*/ 2472289 w 2710511"/>
              <a:gd name="connsiteY1" fmla="*/ 0 h 1921903"/>
              <a:gd name="connsiteX2" fmla="*/ 2710511 w 2710511"/>
              <a:gd name="connsiteY2" fmla="*/ 1487948 h 1921903"/>
              <a:gd name="connsiteX3" fmla="*/ 0 w 2710511"/>
              <a:gd name="connsiteY3" fmla="*/ 1921903 h 1921903"/>
              <a:gd name="connsiteX4" fmla="*/ 12269 w 2710511"/>
              <a:gd name="connsiteY4" fmla="*/ 1848166 h 1921903"/>
              <a:gd name="connsiteX5" fmla="*/ 2223686 w 2710511"/>
              <a:gd name="connsiteY5" fmla="*/ 30417 h 19219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710511" h="1921903">
                <a:moveTo>
                  <a:pt x="2223686" y="30417"/>
                </a:moveTo>
                <a:lnTo>
                  <a:pt x="2472289" y="0"/>
                </a:lnTo>
                <a:lnTo>
                  <a:pt x="2710511" y="1487948"/>
                </a:lnTo>
                <a:lnTo>
                  <a:pt x="0" y="1921903"/>
                </a:lnTo>
                <a:lnTo>
                  <a:pt x="12269" y="1848166"/>
                </a:lnTo>
                <a:cubicBezTo>
                  <a:pt x="215209" y="937359"/>
                  <a:pt x="1097359" y="215190"/>
                  <a:pt x="2223686" y="30417"/>
                </a:cubicBezTo>
                <a:close/>
              </a:path>
            </a:pathLst>
          </a:custGeom>
          <a:gradFill>
            <a:gsLst>
              <a:gs pos="33000">
                <a:schemeClr val="tx1"/>
              </a:gs>
              <a:gs pos="0">
                <a:schemeClr val="bg2">
                  <a:lumMod val="25000"/>
                </a:schemeClr>
              </a:gs>
              <a:gs pos="80000">
                <a:schemeClr val="tx2">
                  <a:lumMod val="50000"/>
                </a:schemeClr>
              </a:gs>
            </a:gsLst>
            <a:lin ang="12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pt-BR" sz="1800"/>
          </a:p>
        </p:txBody>
      </p:sp>
    </p:spTree>
    <p:extLst>
      <p:ext uri="{BB962C8B-B14F-4D97-AF65-F5344CB8AC3E}">
        <p14:creationId xmlns:p14="http://schemas.microsoft.com/office/powerpoint/2010/main" val="12587749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</p:bldLst>
  </p:timing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4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71E729-C806-FA40-83E9-9A483C2247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BF9C084-2578-8644-A11A-86C4C45D5C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77" indent="0" algn="ctr">
              <a:buNone/>
              <a:defRPr sz="2000"/>
            </a:lvl2pPr>
            <a:lvl3pPr marL="914355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3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7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C6A4481-F634-3648-A286-B230288C7F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B30CF-E776-EA49-A51B-51BD96983030}" type="datetimeFigureOut">
              <a:rPr lang="pt-BR" smtClean="0"/>
              <a:t>25/08/2026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9FD813B-DDDB-FA4D-8F3C-248FC4377F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3075396-A7B5-9D46-B942-1391C46F04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6035E-330A-E740-AD5C-8F32D2680E2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58374166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1.Vazi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Espaço Reservado para Imagem 16">
            <a:extLst>
              <a:ext uri="{FF2B5EF4-FFF2-40B4-BE49-F238E27FC236}">
                <a16:creationId xmlns:a16="http://schemas.microsoft.com/office/drawing/2014/main" id="{22CD607C-D4BA-C14F-CEFA-954E4F83613E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71477" y="368299"/>
            <a:ext cx="11449049" cy="3060700"/>
          </a:xfrm>
          <a:prstGeom prst="round2SameRect">
            <a:avLst/>
          </a:prstGeom>
          <a:pattFill prst="pct40">
            <a:fgClr>
              <a:schemeClr val="accent2"/>
            </a:fgClr>
            <a:bgClr>
              <a:schemeClr val="bg1"/>
            </a:bgClr>
          </a:pattFill>
        </p:spPr>
        <p:txBody>
          <a:bodyPr/>
          <a:lstStyle/>
          <a:p>
            <a:endParaRPr lang="pt-BR"/>
          </a:p>
        </p:txBody>
      </p:sp>
      <p:sp>
        <p:nvSpPr>
          <p:cNvPr id="11" name="Espaço Reservado para Imagem 2">
            <a:extLst>
              <a:ext uri="{FF2B5EF4-FFF2-40B4-BE49-F238E27FC236}">
                <a16:creationId xmlns:a16="http://schemas.microsoft.com/office/drawing/2014/main" id="{CE4E4258-07C2-57B5-2304-FABBD082A315}"/>
              </a:ext>
            </a:extLst>
          </p:cNvPr>
          <p:cNvSpPr>
            <a:spLocks noGrp="1" noChangeAspect="1"/>
          </p:cNvSpPr>
          <p:nvPr>
            <p:ph type="pic" sz="quarter" idx="12"/>
          </p:nvPr>
        </p:nvSpPr>
        <p:spPr>
          <a:xfrm>
            <a:off x="918263" y="3147377"/>
            <a:ext cx="1296000" cy="1296000"/>
          </a:xfrm>
          <a:prstGeom prst="roundRect">
            <a:avLst/>
          </a:prstGeom>
          <a:pattFill prst="pct30">
            <a:fgClr>
              <a:schemeClr val="accent1"/>
            </a:fgClr>
            <a:bgClr>
              <a:schemeClr val="bg1"/>
            </a:bgClr>
          </a:pattFill>
          <a:effectLst>
            <a:innerShdw blurRad="63500" dist="50800" dir="13500000">
              <a:prstClr val="black">
                <a:alpha val="23000"/>
              </a:prstClr>
            </a:innerShdw>
          </a:effectLst>
        </p:spPr>
        <p:txBody>
          <a:bodyPr wrap="square">
            <a:noAutofit/>
          </a:bodyPr>
          <a:lstStyle>
            <a:lvl1pPr>
              <a:defRPr lang="pt-BR" sz="1200"/>
            </a:lvl1pPr>
          </a:lstStyle>
          <a:p>
            <a:pPr lvl="0"/>
            <a:endParaRPr lang="pt-BR"/>
          </a:p>
        </p:txBody>
      </p:sp>
      <p:sp>
        <p:nvSpPr>
          <p:cNvPr id="12" name="Espaço Reservado para Imagem 2">
            <a:extLst>
              <a:ext uri="{FF2B5EF4-FFF2-40B4-BE49-F238E27FC236}">
                <a16:creationId xmlns:a16="http://schemas.microsoft.com/office/drawing/2014/main" id="{28C9A16A-1BB9-ADF7-A4FD-0330E3F11DE3}"/>
              </a:ext>
            </a:extLst>
          </p:cNvPr>
          <p:cNvSpPr>
            <a:spLocks noGrp="1" noChangeAspect="1"/>
          </p:cNvSpPr>
          <p:nvPr>
            <p:ph type="pic" sz="quarter" idx="13"/>
          </p:nvPr>
        </p:nvSpPr>
        <p:spPr>
          <a:xfrm>
            <a:off x="3183120" y="3147377"/>
            <a:ext cx="1296000" cy="1296000"/>
          </a:xfrm>
          <a:prstGeom prst="roundRect">
            <a:avLst/>
          </a:prstGeom>
          <a:pattFill prst="pct30">
            <a:fgClr>
              <a:schemeClr val="accent1"/>
            </a:fgClr>
            <a:bgClr>
              <a:schemeClr val="bg1"/>
            </a:bgClr>
          </a:pattFill>
          <a:effectLst>
            <a:innerShdw blurRad="63500" dist="50800" dir="13500000">
              <a:prstClr val="black">
                <a:alpha val="23000"/>
              </a:prstClr>
            </a:innerShdw>
          </a:effectLst>
        </p:spPr>
        <p:txBody>
          <a:bodyPr wrap="square">
            <a:noAutofit/>
          </a:bodyPr>
          <a:lstStyle>
            <a:lvl1pPr>
              <a:defRPr lang="pt-BR" sz="1200"/>
            </a:lvl1pPr>
          </a:lstStyle>
          <a:p>
            <a:pPr lvl="0"/>
            <a:endParaRPr lang="pt-BR"/>
          </a:p>
        </p:txBody>
      </p:sp>
      <p:sp>
        <p:nvSpPr>
          <p:cNvPr id="13" name="Espaço Reservado para Imagem 2">
            <a:extLst>
              <a:ext uri="{FF2B5EF4-FFF2-40B4-BE49-F238E27FC236}">
                <a16:creationId xmlns:a16="http://schemas.microsoft.com/office/drawing/2014/main" id="{E8557A2D-0D3D-33E4-F047-C27BE7A18347}"/>
              </a:ext>
            </a:extLst>
          </p:cNvPr>
          <p:cNvSpPr>
            <a:spLocks noGrp="1" noChangeAspect="1"/>
          </p:cNvSpPr>
          <p:nvPr>
            <p:ph type="pic" sz="quarter" idx="14"/>
          </p:nvPr>
        </p:nvSpPr>
        <p:spPr>
          <a:xfrm>
            <a:off x="5453976" y="3147377"/>
            <a:ext cx="1296000" cy="1296000"/>
          </a:xfrm>
          <a:prstGeom prst="roundRect">
            <a:avLst/>
          </a:prstGeom>
          <a:pattFill prst="pct30">
            <a:fgClr>
              <a:schemeClr val="accent1"/>
            </a:fgClr>
            <a:bgClr>
              <a:schemeClr val="bg1"/>
            </a:bgClr>
          </a:pattFill>
          <a:effectLst>
            <a:innerShdw blurRad="63500" dist="50800" dir="13500000">
              <a:prstClr val="black">
                <a:alpha val="23000"/>
              </a:prstClr>
            </a:innerShdw>
          </a:effectLst>
        </p:spPr>
        <p:txBody>
          <a:bodyPr wrap="square">
            <a:noAutofit/>
          </a:bodyPr>
          <a:lstStyle>
            <a:lvl1pPr>
              <a:defRPr lang="pt-BR" sz="1200"/>
            </a:lvl1pPr>
          </a:lstStyle>
          <a:p>
            <a:pPr lvl="0"/>
            <a:endParaRPr lang="pt-BR"/>
          </a:p>
        </p:txBody>
      </p:sp>
      <p:sp>
        <p:nvSpPr>
          <p:cNvPr id="14" name="Espaço Reservado para Imagem 2">
            <a:extLst>
              <a:ext uri="{FF2B5EF4-FFF2-40B4-BE49-F238E27FC236}">
                <a16:creationId xmlns:a16="http://schemas.microsoft.com/office/drawing/2014/main" id="{FEA2B964-8C16-067E-C632-A01E7654B20B}"/>
              </a:ext>
            </a:extLst>
          </p:cNvPr>
          <p:cNvSpPr>
            <a:spLocks noGrp="1" noChangeAspect="1"/>
          </p:cNvSpPr>
          <p:nvPr>
            <p:ph type="pic" sz="quarter" idx="15"/>
          </p:nvPr>
        </p:nvSpPr>
        <p:spPr>
          <a:xfrm>
            <a:off x="7766859" y="3147377"/>
            <a:ext cx="1296000" cy="1296000"/>
          </a:xfrm>
          <a:prstGeom prst="roundRect">
            <a:avLst/>
          </a:prstGeom>
          <a:pattFill prst="pct30">
            <a:fgClr>
              <a:schemeClr val="accent1"/>
            </a:fgClr>
            <a:bgClr>
              <a:schemeClr val="bg1"/>
            </a:bgClr>
          </a:pattFill>
          <a:effectLst>
            <a:innerShdw blurRad="63500" dist="50800" dir="13500000">
              <a:prstClr val="black">
                <a:alpha val="23000"/>
              </a:prstClr>
            </a:innerShdw>
          </a:effectLst>
        </p:spPr>
        <p:txBody>
          <a:bodyPr wrap="square">
            <a:noAutofit/>
          </a:bodyPr>
          <a:lstStyle>
            <a:lvl1pPr>
              <a:defRPr lang="pt-BR" sz="1200"/>
            </a:lvl1pPr>
          </a:lstStyle>
          <a:p>
            <a:pPr lvl="0"/>
            <a:endParaRPr lang="pt-BR"/>
          </a:p>
        </p:txBody>
      </p:sp>
      <p:sp>
        <p:nvSpPr>
          <p:cNvPr id="15" name="Espaço Reservado para Imagem 2">
            <a:extLst>
              <a:ext uri="{FF2B5EF4-FFF2-40B4-BE49-F238E27FC236}">
                <a16:creationId xmlns:a16="http://schemas.microsoft.com/office/drawing/2014/main" id="{802C5791-3E8E-6963-6762-640B28F966E4}"/>
              </a:ext>
            </a:extLst>
          </p:cNvPr>
          <p:cNvSpPr>
            <a:spLocks noGrp="1" noChangeAspect="1"/>
          </p:cNvSpPr>
          <p:nvPr>
            <p:ph type="pic" sz="quarter" idx="16"/>
          </p:nvPr>
        </p:nvSpPr>
        <p:spPr>
          <a:xfrm>
            <a:off x="9977689" y="3147377"/>
            <a:ext cx="1296000" cy="1296000"/>
          </a:xfrm>
          <a:prstGeom prst="roundRect">
            <a:avLst/>
          </a:prstGeom>
          <a:pattFill prst="pct30">
            <a:fgClr>
              <a:schemeClr val="accent1"/>
            </a:fgClr>
            <a:bgClr>
              <a:schemeClr val="bg1"/>
            </a:bgClr>
          </a:pattFill>
          <a:effectLst>
            <a:innerShdw blurRad="63500" dist="50800" dir="13500000">
              <a:prstClr val="black">
                <a:alpha val="23000"/>
              </a:prstClr>
            </a:innerShdw>
          </a:effectLst>
        </p:spPr>
        <p:txBody>
          <a:bodyPr wrap="square">
            <a:noAutofit/>
          </a:bodyPr>
          <a:lstStyle>
            <a:lvl1pPr>
              <a:defRPr lang="pt-BR" sz="1200"/>
            </a:lvl1pPr>
          </a:lstStyle>
          <a:p>
            <a:pPr lvl="0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212417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.Vazi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508518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m 11">
            <a:extLst>
              <a:ext uri="{FF2B5EF4-FFF2-40B4-BE49-F238E27FC236}">
                <a16:creationId xmlns:a16="http://schemas.microsoft.com/office/drawing/2014/main" id="{13166C7A-2093-D6C3-1015-7D2F6171636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  <p:pic>
        <p:nvPicPr>
          <p:cNvPr id="2" name="Imagem 1" descr="Uma imagem contendo Ícone&#10;&#10;Descrição gerada automaticamente">
            <a:extLst>
              <a:ext uri="{FF2B5EF4-FFF2-40B4-BE49-F238E27FC236}">
                <a16:creationId xmlns:a16="http://schemas.microsoft.com/office/drawing/2014/main" id="{460CD82B-7DAB-CC7C-19BA-5DA7E8DA819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815471" y="4843891"/>
            <a:ext cx="4002106" cy="1190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60791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m 8">
            <a:extLst>
              <a:ext uri="{FF2B5EF4-FFF2-40B4-BE49-F238E27FC236}">
                <a16:creationId xmlns:a16="http://schemas.microsoft.com/office/drawing/2014/main" id="{709CC232-D3EB-DEAC-D4F6-28145673399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710505"/>
            <a:ext cx="12192001" cy="145732"/>
          </a:xfrm>
          <a:prstGeom prst="rect">
            <a:avLst/>
          </a:prstGeom>
        </p:spPr>
      </p:pic>
      <p:pic>
        <p:nvPicPr>
          <p:cNvPr id="4" name="Imagem 3" descr="Uma imagem contendo Ícone&#10;&#10;Descrição gerada automaticamente">
            <a:extLst>
              <a:ext uri="{FF2B5EF4-FFF2-40B4-BE49-F238E27FC236}">
                <a16:creationId xmlns:a16="http://schemas.microsoft.com/office/drawing/2014/main" id="{C5F1FF34-0DFA-5AF1-B667-DB9B2C69505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255623" y="145115"/>
            <a:ext cx="1804893" cy="537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86794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m 8">
            <a:extLst>
              <a:ext uri="{FF2B5EF4-FFF2-40B4-BE49-F238E27FC236}">
                <a16:creationId xmlns:a16="http://schemas.microsoft.com/office/drawing/2014/main" id="{709CC232-D3EB-DEAC-D4F6-28145673399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710505"/>
            <a:ext cx="12192001" cy="145732"/>
          </a:xfrm>
          <a:prstGeom prst="rect">
            <a:avLst/>
          </a:prstGeom>
        </p:spPr>
      </p:pic>
      <p:pic>
        <p:nvPicPr>
          <p:cNvPr id="2" name="Imagem 1" descr="Uma imagem contendo Ícone&#10;&#10;Descrição gerada automaticamente">
            <a:extLst>
              <a:ext uri="{FF2B5EF4-FFF2-40B4-BE49-F238E27FC236}">
                <a16:creationId xmlns:a16="http://schemas.microsoft.com/office/drawing/2014/main" id="{44D9103F-A137-E5DA-C616-8FA705318DC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939556" y="2498381"/>
            <a:ext cx="4284766" cy="1274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48554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37104E-A06E-4429-BD71-231230932DAA}" type="datetime1">
              <a:rPr lang="pt-BR" smtClean="0"/>
              <a:t>25/08/2026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2C530-3BEC-43A9-918A-947E5168CBF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96917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420283"/>
            <a:ext cx="5181600" cy="98001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2590800"/>
            <a:ext cx="4267200" cy="11684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048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096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91444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2192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5240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8288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13370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43852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9416038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Em Branco">
    <p:bg>
      <p:bgPr>
        <a:gradFill>
          <a:gsLst>
            <a:gs pos="30000">
              <a:srgbClr val="261E4D"/>
            </a:gs>
            <a:gs pos="100000">
              <a:srgbClr val="2C27A4"/>
            </a:gs>
          </a:gsLst>
          <a:lin ang="189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Espaço Reservado para Imagem 7">
            <a:extLst>
              <a:ext uri="{FF2B5EF4-FFF2-40B4-BE49-F238E27FC236}">
                <a16:creationId xmlns:a16="http://schemas.microsoft.com/office/drawing/2014/main" id="{C16B68FF-97CF-37DD-FECD-0F4AE8F693F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6001" y="0"/>
            <a:ext cx="6096000" cy="6858000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6096000" y="0"/>
                </a:lnTo>
                <a:lnTo>
                  <a:pt x="6096000" y="6858000"/>
                </a:lnTo>
                <a:lnTo>
                  <a:pt x="0" y="6858000"/>
                </a:lnTo>
                <a:close/>
              </a:path>
            </a:pathLst>
          </a:custGeom>
          <a:effectLst>
            <a:outerShdw blurRad="508000" dist="3810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714182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  <p15:guide id="3" orient="horz" pos="1956">
          <p15:clr>
            <a:srgbClr val="FBAE40"/>
          </p15:clr>
        </p15:guide>
        <p15:guide id="4" orient="horz" pos="3407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31.xml"/><Relationship Id="rId21" Type="http://schemas.openxmlformats.org/officeDocument/2006/relationships/slideLayout" Target="../slideLayouts/slideLayout26.xml"/><Relationship Id="rId42" Type="http://schemas.openxmlformats.org/officeDocument/2006/relationships/slideLayout" Target="../slideLayouts/slideLayout47.xml"/><Relationship Id="rId47" Type="http://schemas.openxmlformats.org/officeDocument/2006/relationships/slideLayout" Target="../slideLayouts/slideLayout52.xml"/><Relationship Id="rId63" Type="http://schemas.openxmlformats.org/officeDocument/2006/relationships/slideLayout" Target="../slideLayouts/slideLayout68.xml"/><Relationship Id="rId68" Type="http://schemas.openxmlformats.org/officeDocument/2006/relationships/slideLayout" Target="../slideLayouts/slideLayout73.xml"/><Relationship Id="rId7" Type="http://schemas.openxmlformats.org/officeDocument/2006/relationships/slideLayout" Target="../slideLayouts/slideLayout12.xml"/><Relationship Id="rId2" Type="http://schemas.openxmlformats.org/officeDocument/2006/relationships/slideLayout" Target="../slideLayouts/slideLayout7.xml"/><Relationship Id="rId16" Type="http://schemas.openxmlformats.org/officeDocument/2006/relationships/slideLayout" Target="../slideLayouts/slideLayout21.xml"/><Relationship Id="rId29" Type="http://schemas.openxmlformats.org/officeDocument/2006/relationships/slideLayout" Target="../slideLayouts/slideLayout34.xml"/><Relationship Id="rId11" Type="http://schemas.openxmlformats.org/officeDocument/2006/relationships/slideLayout" Target="../slideLayouts/slideLayout16.xml"/><Relationship Id="rId24" Type="http://schemas.openxmlformats.org/officeDocument/2006/relationships/slideLayout" Target="../slideLayouts/slideLayout29.xml"/><Relationship Id="rId32" Type="http://schemas.openxmlformats.org/officeDocument/2006/relationships/slideLayout" Target="../slideLayouts/slideLayout37.xml"/><Relationship Id="rId37" Type="http://schemas.openxmlformats.org/officeDocument/2006/relationships/slideLayout" Target="../slideLayouts/slideLayout42.xml"/><Relationship Id="rId40" Type="http://schemas.openxmlformats.org/officeDocument/2006/relationships/slideLayout" Target="../slideLayouts/slideLayout45.xml"/><Relationship Id="rId45" Type="http://schemas.openxmlformats.org/officeDocument/2006/relationships/slideLayout" Target="../slideLayouts/slideLayout50.xml"/><Relationship Id="rId53" Type="http://schemas.openxmlformats.org/officeDocument/2006/relationships/slideLayout" Target="../slideLayouts/slideLayout58.xml"/><Relationship Id="rId58" Type="http://schemas.openxmlformats.org/officeDocument/2006/relationships/slideLayout" Target="../slideLayouts/slideLayout63.xml"/><Relationship Id="rId66" Type="http://schemas.openxmlformats.org/officeDocument/2006/relationships/slideLayout" Target="../slideLayouts/slideLayout71.xml"/><Relationship Id="rId5" Type="http://schemas.openxmlformats.org/officeDocument/2006/relationships/slideLayout" Target="../slideLayouts/slideLayout10.xml"/><Relationship Id="rId61" Type="http://schemas.openxmlformats.org/officeDocument/2006/relationships/slideLayout" Target="../slideLayouts/slideLayout66.xml"/><Relationship Id="rId19" Type="http://schemas.openxmlformats.org/officeDocument/2006/relationships/slideLayout" Target="../slideLayouts/slideLayout24.xml"/><Relationship Id="rId14" Type="http://schemas.openxmlformats.org/officeDocument/2006/relationships/slideLayout" Target="../slideLayouts/slideLayout19.xml"/><Relationship Id="rId22" Type="http://schemas.openxmlformats.org/officeDocument/2006/relationships/slideLayout" Target="../slideLayouts/slideLayout27.xml"/><Relationship Id="rId27" Type="http://schemas.openxmlformats.org/officeDocument/2006/relationships/slideLayout" Target="../slideLayouts/slideLayout32.xml"/><Relationship Id="rId30" Type="http://schemas.openxmlformats.org/officeDocument/2006/relationships/slideLayout" Target="../slideLayouts/slideLayout35.xml"/><Relationship Id="rId35" Type="http://schemas.openxmlformats.org/officeDocument/2006/relationships/slideLayout" Target="../slideLayouts/slideLayout40.xml"/><Relationship Id="rId43" Type="http://schemas.openxmlformats.org/officeDocument/2006/relationships/slideLayout" Target="../slideLayouts/slideLayout48.xml"/><Relationship Id="rId48" Type="http://schemas.openxmlformats.org/officeDocument/2006/relationships/slideLayout" Target="../slideLayouts/slideLayout53.xml"/><Relationship Id="rId56" Type="http://schemas.openxmlformats.org/officeDocument/2006/relationships/slideLayout" Target="../slideLayouts/slideLayout61.xml"/><Relationship Id="rId64" Type="http://schemas.openxmlformats.org/officeDocument/2006/relationships/slideLayout" Target="../slideLayouts/slideLayout69.xml"/><Relationship Id="rId69" Type="http://schemas.openxmlformats.org/officeDocument/2006/relationships/theme" Target="../theme/theme2.xml"/><Relationship Id="rId8" Type="http://schemas.openxmlformats.org/officeDocument/2006/relationships/slideLayout" Target="../slideLayouts/slideLayout13.xml"/><Relationship Id="rId51" Type="http://schemas.openxmlformats.org/officeDocument/2006/relationships/slideLayout" Target="../slideLayouts/slideLayout56.xml"/><Relationship Id="rId3" Type="http://schemas.openxmlformats.org/officeDocument/2006/relationships/slideLayout" Target="../slideLayouts/slideLayout8.xml"/><Relationship Id="rId12" Type="http://schemas.openxmlformats.org/officeDocument/2006/relationships/slideLayout" Target="../slideLayouts/slideLayout17.xml"/><Relationship Id="rId17" Type="http://schemas.openxmlformats.org/officeDocument/2006/relationships/slideLayout" Target="../slideLayouts/slideLayout22.xml"/><Relationship Id="rId25" Type="http://schemas.openxmlformats.org/officeDocument/2006/relationships/slideLayout" Target="../slideLayouts/slideLayout30.xml"/><Relationship Id="rId33" Type="http://schemas.openxmlformats.org/officeDocument/2006/relationships/slideLayout" Target="../slideLayouts/slideLayout38.xml"/><Relationship Id="rId38" Type="http://schemas.openxmlformats.org/officeDocument/2006/relationships/slideLayout" Target="../slideLayouts/slideLayout43.xml"/><Relationship Id="rId46" Type="http://schemas.openxmlformats.org/officeDocument/2006/relationships/slideLayout" Target="../slideLayouts/slideLayout51.xml"/><Relationship Id="rId59" Type="http://schemas.openxmlformats.org/officeDocument/2006/relationships/slideLayout" Target="../slideLayouts/slideLayout64.xml"/><Relationship Id="rId67" Type="http://schemas.openxmlformats.org/officeDocument/2006/relationships/slideLayout" Target="../slideLayouts/slideLayout72.xml"/><Relationship Id="rId20" Type="http://schemas.openxmlformats.org/officeDocument/2006/relationships/slideLayout" Target="../slideLayouts/slideLayout25.xml"/><Relationship Id="rId41" Type="http://schemas.openxmlformats.org/officeDocument/2006/relationships/slideLayout" Target="../slideLayouts/slideLayout46.xml"/><Relationship Id="rId54" Type="http://schemas.openxmlformats.org/officeDocument/2006/relationships/slideLayout" Target="../slideLayouts/slideLayout59.xml"/><Relationship Id="rId62" Type="http://schemas.openxmlformats.org/officeDocument/2006/relationships/slideLayout" Target="../slideLayouts/slideLayout67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15" Type="http://schemas.openxmlformats.org/officeDocument/2006/relationships/slideLayout" Target="../slideLayouts/slideLayout20.xml"/><Relationship Id="rId23" Type="http://schemas.openxmlformats.org/officeDocument/2006/relationships/slideLayout" Target="../slideLayouts/slideLayout28.xml"/><Relationship Id="rId28" Type="http://schemas.openxmlformats.org/officeDocument/2006/relationships/slideLayout" Target="../slideLayouts/slideLayout33.xml"/><Relationship Id="rId36" Type="http://schemas.openxmlformats.org/officeDocument/2006/relationships/slideLayout" Target="../slideLayouts/slideLayout41.xml"/><Relationship Id="rId49" Type="http://schemas.openxmlformats.org/officeDocument/2006/relationships/slideLayout" Target="../slideLayouts/slideLayout54.xml"/><Relationship Id="rId57" Type="http://schemas.openxmlformats.org/officeDocument/2006/relationships/slideLayout" Target="../slideLayouts/slideLayout62.xml"/><Relationship Id="rId10" Type="http://schemas.openxmlformats.org/officeDocument/2006/relationships/slideLayout" Target="../slideLayouts/slideLayout15.xml"/><Relationship Id="rId31" Type="http://schemas.openxmlformats.org/officeDocument/2006/relationships/slideLayout" Target="../slideLayouts/slideLayout36.xml"/><Relationship Id="rId44" Type="http://schemas.openxmlformats.org/officeDocument/2006/relationships/slideLayout" Target="../slideLayouts/slideLayout49.xml"/><Relationship Id="rId52" Type="http://schemas.openxmlformats.org/officeDocument/2006/relationships/slideLayout" Target="../slideLayouts/slideLayout57.xml"/><Relationship Id="rId60" Type="http://schemas.openxmlformats.org/officeDocument/2006/relationships/slideLayout" Target="../slideLayouts/slideLayout65.xml"/><Relationship Id="rId65" Type="http://schemas.openxmlformats.org/officeDocument/2006/relationships/slideLayout" Target="../slideLayouts/slideLayout70.xml"/><Relationship Id="rId4" Type="http://schemas.openxmlformats.org/officeDocument/2006/relationships/slideLayout" Target="../slideLayouts/slideLayout9.xml"/><Relationship Id="rId9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23.xml"/><Relationship Id="rId39" Type="http://schemas.openxmlformats.org/officeDocument/2006/relationships/slideLayout" Target="../slideLayouts/slideLayout44.xml"/><Relationship Id="rId34" Type="http://schemas.openxmlformats.org/officeDocument/2006/relationships/slideLayout" Target="../slideLayouts/slideLayout39.xml"/><Relationship Id="rId50" Type="http://schemas.openxmlformats.org/officeDocument/2006/relationships/slideLayout" Target="../slideLayouts/slideLayout55.xml"/><Relationship Id="rId55" Type="http://schemas.openxmlformats.org/officeDocument/2006/relationships/slideLayout" Target="../slideLayouts/slideLayout60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6.xml"/><Relationship Id="rId7" Type="http://schemas.openxmlformats.org/officeDocument/2006/relationships/theme" Target="../theme/theme3.xml"/><Relationship Id="rId2" Type="http://schemas.openxmlformats.org/officeDocument/2006/relationships/slideLayout" Target="../slideLayouts/slideLayout75.xml"/><Relationship Id="rId1" Type="http://schemas.openxmlformats.org/officeDocument/2006/relationships/slideLayout" Target="../slideLayouts/slideLayout74.xml"/><Relationship Id="rId6" Type="http://schemas.openxmlformats.org/officeDocument/2006/relationships/slideLayout" Target="../slideLayouts/slideLayout79.xml"/><Relationship Id="rId5" Type="http://schemas.openxmlformats.org/officeDocument/2006/relationships/slideLayout" Target="../slideLayouts/slideLayout78.xml"/><Relationship Id="rId4" Type="http://schemas.openxmlformats.org/officeDocument/2006/relationships/slideLayout" Target="../slideLayouts/slideLayout7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435C3692-6449-3F4D-A686-21E1013F97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1209357-53F2-CEC4-F82A-013B3E2985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3F14AE2-4157-E388-DFB2-00642DFE10B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D83107F-3F15-46C0-9268-BB7A82014F41}" type="datetimeFigureOut">
              <a:rPr lang="pt-BR" smtClean="0"/>
              <a:t>25/08/2026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BCFA3B5-BC1C-7398-4349-6E0BD154F2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CFBBE81-E362-420F-1450-335567E494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976CA5-A59F-47D6-B2C2-3514AD63984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466303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1" r:id="rId2"/>
    <p:sldLayoutId id="2147483662" r:id="rId3"/>
    <p:sldLayoutId id="2147483655" r:id="rId4"/>
    <p:sldLayoutId id="2147483660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887414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  <p:sldLayoutId id="2147483675" r:id="rId12"/>
    <p:sldLayoutId id="2147483676" r:id="rId13"/>
    <p:sldLayoutId id="2147483677" r:id="rId14"/>
    <p:sldLayoutId id="2147483678" r:id="rId15"/>
    <p:sldLayoutId id="2147483679" r:id="rId16"/>
    <p:sldLayoutId id="2147483680" r:id="rId17"/>
    <p:sldLayoutId id="2147483681" r:id="rId18"/>
    <p:sldLayoutId id="2147483682" r:id="rId19"/>
    <p:sldLayoutId id="2147483683" r:id="rId20"/>
    <p:sldLayoutId id="2147483684" r:id="rId21"/>
    <p:sldLayoutId id="2147483685" r:id="rId22"/>
    <p:sldLayoutId id="2147483686" r:id="rId23"/>
    <p:sldLayoutId id="2147483687" r:id="rId24"/>
    <p:sldLayoutId id="2147483688" r:id="rId25"/>
    <p:sldLayoutId id="2147483689" r:id="rId26"/>
    <p:sldLayoutId id="2147483690" r:id="rId27"/>
    <p:sldLayoutId id="2147483691" r:id="rId28"/>
    <p:sldLayoutId id="2147483692" r:id="rId29"/>
    <p:sldLayoutId id="2147483693" r:id="rId30"/>
    <p:sldLayoutId id="2147483694" r:id="rId31"/>
    <p:sldLayoutId id="2147483695" r:id="rId32"/>
    <p:sldLayoutId id="2147483696" r:id="rId33"/>
    <p:sldLayoutId id="2147483697" r:id="rId34"/>
    <p:sldLayoutId id="2147483698" r:id="rId35"/>
    <p:sldLayoutId id="2147483699" r:id="rId36"/>
    <p:sldLayoutId id="2147483700" r:id="rId37"/>
    <p:sldLayoutId id="2147483701" r:id="rId38"/>
    <p:sldLayoutId id="2147483702" r:id="rId39"/>
    <p:sldLayoutId id="2147483703" r:id="rId40"/>
    <p:sldLayoutId id="2147483704" r:id="rId41"/>
    <p:sldLayoutId id="2147483705" r:id="rId42"/>
    <p:sldLayoutId id="2147483706" r:id="rId43"/>
    <p:sldLayoutId id="2147483707" r:id="rId44"/>
    <p:sldLayoutId id="2147483708" r:id="rId45"/>
    <p:sldLayoutId id="2147483709" r:id="rId46"/>
    <p:sldLayoutId id="2147483710" r:id="rId47"/>
    <p:sldLayoutId id="2147483711" r:id="rId48"/>
    <p:sldLayoutId id="2147483712" r:id="rId49"/>
    <p:sldLayoutId id="2147483713" r:id="rId50"/>
    <p:sldLayoutId id="2147483714" r:id="rId51"/>
    <p:sldLayoutId id="2147483715" r:id="rId52"/>
    <p:sldLayoutId id="2147483716" r:id="rId53"/>
    <p:sldLayoutId id="2147483717" r:id="rId54"/>
    <p:sldLayoutId id="2147483718" r:id="rId55"/>
    <p:sldLayoutId id="2147483719" r:id="rId56"/>
    <p:sldLayoutId id="2147483720" r:id="rId57"/>
    <p:sldLayoutId id="2147483721" r:id="rId58"/>
    <p:sldLayoutId id="2147483722" r:id="rId59"/>
    <p:sldLayoutId id="2147483723" r:id="rId60"/>
    <p:sldLayoutId id="2147483724" r:id="rId61"/>
    <p:sldLayoutId id="2147483725" r:id="rId62"/>
    <p:sldLayoutId id="2147483726" r:id="rId63"/>
    <p:sldLayoutId id="2147483727" r:id="rId64"/>
    <p:sldLayoutId id="2147483728" r:id="rId65"/>
    <p:sldLayoutId id="2147483729" r:id="rId66"/>
    <p:sldLayoutId id="2147483730" r:id="rId67"/>
    <p:sldLayoutId id="2147483731" r:id="rId68"/>
  </p:sldLayoutIdLst>
  <p:txStyles>
    <p:titleStyle>
      <a:lvl1pPr algn="l" defTabSz="914355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89" indent="-228589" algn="l" defTabSz="914355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66" indent="-228589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43" indent="-228589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20" indent="-228589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297" indent="-228589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75" indent="-228589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7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5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3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7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602418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microsoft.com/office/2007/relationships/media" Target="../media/media1.mp3"/><Relationship Id="rId1" Type="http://schemas.openxmlformats.org/officeDocument/2006/relationships/audio" Target="NULL" TargetMode="External"/><Relationship Id="rId6" Type="http://schemas.openxmlformats.org/officeDocument/2006/relationships/image" Target="../media/image7.png"/><Relationship Id="rId5" Type="http://schemas.openxmlformats.org/officeDocument/2006/relationships/slide" Target="slide3.xml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slidebox.com.br/central-de-ajuda/" TargetMode="Externa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1.xml"/><Relationship Id="rId4" Type="http://schemas.openxmlformats.org/officeDocument/2006/relationships/image" Target="../media/image9.jp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microsoft.com/office/2007/relationships/media" Target="../media/media3.mp3"/><Relationship Id="rId7" Type="http://schemas.microsoft.com/office/2007/relationships/hdphoto" Target="../media/hdphoto1.wdp"/><Relationship Id="rId2" Type="http://schemas.microsoft.com/office/2007/relationships/media" Target="../media/media2.mp3"/><Relationship Id="rId1" Type="http://schemas.openxmlformats.org/officeDocument/2006/relationships/audio" Target="NULL" TargetMode="External"/><Relationship Id="rId6" Type="http://schemas.openxmlformats.org/officeDocument/2006/relationships/image" Target="../media/image10.png"/><Relationship Id="rId5" Type="http://schemas.openxmlformats.org/officeDocument/2006/relationships/slideLayout" Target="../slideLayouts/slideLayout2.xml"/><Relationship Id="rId4" Type="http://schemas.openxmlformats.org/officeDocument/2006/relationships/audio" Target="../media/media3.mp3"/><Relationship Id="rId9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.xml"/><Relationship Id="rId13" Type="http://schemas.openxmlformats.org/officeDocument/2006/relationships/image" Target="../media/image6.png"/><Relationship Id="rId3" Type="http://schemas.microsoft.com/office/2007/relationships/media" Target="../media/media5.m4a"/><Relationship Id="rId7" Type="http://schemas.openxmlformats.org/officeDocument/2006/relationships/slideLayout" Target="../slideLayouts/slideLayout5.xml"/><Relationship Id="rId12" Type="http://schemas.openxmlformats.org/officeDocument/2006/relationships/image" Target="../media/image11.png"/><Relationship Id="rId2" Type="http://schemas.openxmlformats.org/officeDocument/2006/relationships/audio" Target="../media/media4.mp3"/><Relationship Id="rId1" Type="http://schemas.microsoft.com/office/2007/relationships/media" Target="../media/media4.mp3"/><Relationship Id="rId6" Type="http://schemas.microsoft.com/office/2007/relationships/media" Target="../media/media2.mp3"/><Relationship Id="rId11" Type="http://schemas.openxmlformats.org/officeDocument/2006/relationships/slide" Target="slide26.xml"/><Relationship Id="rId5" Type="http://schemas.openxmlformats.org/officeDocument/2006/relationships/audio" Target="NULL" TargetMode="External"/><Relationship Id="rId10" Type="http://schemas.openxmlformats.org/officeDocument/2006/relationships/slide" Target="slide25.xml"/><Relationship Id="rId4" Type="http://schemas.openxmlformats.org/officeDocument/2006/relationships/audio" Target="../media/media5.m4a"/><Relationship Id="rId9" Type="http://schemas.openxmlformats.org/officeDocument/2006/relationships/slide" Target="slide24.xml"/><Relationship Id="rId1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5.xml"/><Relationship Id="rId5" Type="http://schemas.openxmlformats.org/officeDocument/2006/relationships/slide" Target="slide6.xml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.xml"/><Relationship Id="rId13" Type="http://schemas.openxmlformats.org/officeDocument/2006/relationships/image" Target="../media/image6.png"/><Relationship Id="rId3" Type="http://schemas.microsoft.com/office/2007/relationships/media" Target="../media/media5.m4a"/><Relationship Id="rId7" Type="http://schemas.openxmlformats.org/officeDocument/2006/relationships/slideLayout" Target="../slideLayouts/slideLayout5.xml"/><Relationship Id="rId12" Type="http://schemas.openxmlformats.org/officeDocument/2006/relationships/slide" Target="slide27.xml"/><Relationship Id="rId2" Type="http://schemas.openxmlformats.org/officeDocument/2006/relationships/audio" Target="../media/media4.mp3"/><Relationship Id="rId1" Type="http://schemas.microsoft.com/office/2007/relationships/media" Target="../media/media4.mp3"/><Relationship Id="rId6" Type="http://schemas.microsoft.com/office/2007/relationships/media" Target="../media/media2.mp3"/><Relationship Id="rId11" Type="http://schemas.openxmlformats.org/officeDocument/2006/relationships/slide" Target="slide28.xml"/><Relationship Id="rId5" Type="http://schemas.openxmlformats.org/officeDocument/2006/relationships/audio" Target="NULL" TargetMode="External"/><Relationship Id="rId15" Type="http://schemas.openxmlformats.org/officeDocument/2006/relationships/slide" Target="slide7.xml"/><Relationship Id="rId10" Type="http://schemas.openxmlformats.org/officeDocument/2006/relationships/slide" Target="slide29.xml"/><Relationship Id="rId4" Type="http://schemas.openxmlformats.org/officeDocument/2006/relationships/audio" Target="../media/media5.m4a"/><Relationship Id="rId9" Type="http://schemas.openxmlformats.org/officeDocument/2006/relationships/image" Target="../media/image14.png"/><Relationship Id="rId1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5.xml"/><Relationship Id="rId5" Type="http://schemas.openxmlformats.org/officeDocument/2006/relationships/slide" Target="slide8.xml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5.xml"/><Relationship Id="rId13" Type="http://schemas.openxmlformats.org/officeDocument/2006/relationships/image" Target="../media/image6.png"/><Relationship Id="rId3" Type="http://schemas.microsoft.com/office/2007/relationships/media" Target="../media/media5.m4a"/><Relationship Id="rId7" Type="http://schemas.openxmlformats.org/officeDocument/2006/relationships/slideLayout" Target="../slideLayouts/slideLayout5.xml"/><Relationship Id="rId12" Type="http://schemas.openxmlformats.org/officeDocument/2006/relationships/slide" Target="slide30.xml"/><Relationship Id="rId2" Type="http://schemas.openxmlformats.org/officeDocument/2006/relationships/audio" Target="../media/media4.mp3"/><Relationship Id="rId1" Type="http://schemas.microsoft.com/office/2007/relationships/media" Target="../media/media4.mp3"/><Relationship Id="rId6" Type="http://schemas.microsoft.com/office/2007/relationships/media" Target="../media/media2.mp3"/><Relationship Id="rId11" Type="http://schemas.openxmlformats.org/officeDocument/2006/relationships/slide" Target="slide31.xml"/><Relationship Id="rId5" Type="http://schemas.openxmlformats.org/officeDocument/2006/relationships/audio" Target="NULL" TargetMode="External"/><Relationship Id="rId15" Type="http://schemas.openxmlformats.org/officeDocument/2006/relationships/slide" Target="slide9.xml"/><Relationship Id="rId10" Type="http://schemas.openxmlformats.org/officeDocument/2006/relationships/slide" Target="slide32.xml"/><Relationship Id="rId4" Type="http://schemas.openxmlformats.org/officeDocument/2006/relationships/audio" Target="../media/media5.m4a"/><Relationship Id="rId9" Type="http://schemas.openxmlformats.org/officeDocument/2006/relationships/image" Target="../media/image17.png"/><Relationship Id="rId1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5.xml"/><Relationship Id="rId5" Type="http://schemas.openxmlformats.org/officeDocument/2006/relationships/slide" Target="slide10.xml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7.xml"/><Relationship Id="rId13" Type="http://schemas.openxmlformats.org/officeDocument/2006/relationships/image" Target="../media/image6.png"/><Relationship Id="rId3" Type="http://schemas.microsoft.com/office/2007/relationships/media" Target="../media/media5.m4a"/><Relationship Id="rId7" Type="http://schemas.openxmlformats.org/officeDocument/2006/relationships/slideLayout" Target="../slideLayouts/slideLayout5.xml"/><Relationship Id="rId12" Type="http://schemas.openxmlformats.org/officeDocument/2006/relationships/slide" Target="slide33.xml"/><Relationship Id="rId2" Type="http://schemas.openxmlformats.org/officeDocument/2006/relationships/audio" Target="../media/media4.mp3"/><Relationship Id="rId1" Type="http://schemas.microsoft.com/office/2007/relationships/media" Target="../media/media4.mp3"/><Relationship Id="rId6" Type="http://schemas.microsoft.com/office/2007/relationships/media" Target="../media/media2.mp3"/><Relationship Id="rId11" Type="http://schemas.openxmlformats.org/officeDocument/2006/relationships/slide" Target="slide34.xml"/><Relationship Id="rId5" Type="http://schemas.openxmlformats.org/officeDocument/2006/relationships/audio" Target="NULL" TargetMode="External"/><Relationship Id="rId15" Type="http://schemas.openxmlformats.org/officeDocument/2006/relationships/slide" Target="slide11.xml"/><Relationship Id="rId10" Type="http://schemas.openxmlformats.org/officeDocument/2006/relationships/slide" Target="slide35.xml"/><Relationship Id="rId4" Type="http://schemas.openxmlformats.org/officeDocument/2006/relationships/audio" Target="../media/media5.m4a"/><Relationship Id="rId9" Type="http://schemas.openxmlformats.org/officeDocument/2006/relationships/image" Target="../media/image20.png"/><Relationship Id="rId1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slide" Target="slide12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5.xml"/><Relationship Id="rId6" Type="http://schemas.openxmlformats.org/officeDocument/2006/relationships/image" Target="../media/image23.png"/><Relationship Id="rId5" Type="http://schemas.microsoft.com/office/2007/relationships/hdphoto" Target="../media/hdphoto2.wdp"/><Relationship Id="rId4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9.xml"/><Relationship Id="rId13" Type="http://schemas.openxmlformats.org/officeDocument/2006/relationships/image" Target="../media/image6.png"/><Relationship Id="rId3" Type="http://schemas.microsoft.com/office/2007/relationships/media" Target="../media/media5.m4a"/><Relationship Id="rId7" Type="http://schemas.openxmlformats.org/officeDocument/2006/relationships/slideLayout" Target="../slideLayouts/slideLayout5.xml"/><Relationship Id="rId12" Type="http://schemas.openxmlformats.org/officeDocument/2006/relationships/slide" Target="slide37.xml"/><Relationship Id="rId2" Type="http://schemas.openxmlformats.org/officeDocument/2006/relationships/audio" Target="../media/media4.mp3"/><Relationship Id="rId1" Type="http://schemas.microsoft.com/office/2007/relationships/media" Target="../media/media4.mp3"/><Relationship Id="rId6" Type="http://schemas.microsoft.com/office/2007/relationships/media" Target="../media/media2.mp3"/><Relationship Id="rId11" Type="http://schemas.openxmlformats.org/officeDocument/2006/relationships/slide" Target="slide36.xml"/><Relationship Id="rId5" Type="http://schemas.openxmlformats.org/officeDocument/2006/relationships/audio" Target="NULL" TargetMode="External"/><Relationship Id="rId15" Type="http://schemas.openxmlformats.org/officeDocument/2006/relationships/slide" Target="slide13.xml"/><Relationship Id="rId10" Type="http://schemas.openxmlformats.org/officeDocument/2006/relationships/slide" Target="slide38.xml"/><Relationship Id="rId4" Type="http://schemas.openxmlformats.org/officeDocument/2006/relationships/audio" Target="../media/media5.m4a"/><Relationship Id="rId9" Type="http://schemas.openxmlformats.org/officeDocument/2006/relationships/image" Target="../media/image24.png"/><Relationship Id="rId1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5.xml"/><Relationship Id="rId5" Type="http://schemas.openxmlformats.org/officeDocument/2006/relationships/slide" Target="slide14.xml"/><Relationship Id="rId4" Type="http://schemas.openxmlformats.org/officeDocument/2006/relationships/image" Target="../media/image25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1.xml"/><Relationship Id="rId13" Type="http://schemas.openxmlformats.org/officeDocument/2006/relationships/image" Target="../media/image6.png"/><Relationship Id="rId3" Type="http://schemas.microsoft.com/office/2007/relationships/media" Target="../media/media5.m4a"/><Relationship Id="rId7" Type="http://schemas.openxmlformats.org/officeDocument/2006/relationships/slideLayout" Target="../slideLayouts/slideLayout5.xml"/><Relationship Id="rId12" Type="http://schemas.openxmlformats.org/officeDocument/2006/relationships/slide" Target="slide39.xml"/><Relationship Id="rId2" Type="http://schemas.openxmlformats.org/officeDocument/2006/relationships/audio" Target="../media/media4.mp3"/><Relationship Id="rId1" Type="http://schemas.microsoft.com/office/2007/relationships/media" Target="../media/media4.mp3"/><Relationship Id="rId6" Type="http://schemas.microsoft.com/office/2007/relationships/media" Target="../media/media2.mp3"/><Relationship Id="rId11" Type="http://schemas.openxmlformats.org/officeDocument/2006/relationships/slide" Target="slide40.xml"/><Relationship Id="rId5" Type="http://schemas.openxmlformats.org/officeDocument/2006/relationships/audio" Target="NULL" TargetMode="External"/><Relationship Id="rId15" Type="http://schemas.openxmlformats.org/officeDocument/2006/relationships/slide" Target="slide15.xml"/><Relationship Id="rId10" Type="http://schemas.openxmlformats.org/officeDocument/2006/relationships/slide" Target="slide41.xml"/><Relationship Id="rId4" Type="http://schemas.openxmlformats.org/officeDocument/2006/relationships/audio" Target="../media/media5.m4a"/><Relationship Id="rId9" Type="http://schemas.openxmlformats.org/officeDocument/2006/relationships/image" Target="../media/image26.png"/><Relationship Id="rId14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5.xml"/><Relationship Id="rId5" Type="http://schemas.openxmlformats.org/officeDocument/2006/relationships/slide" Target="slide16.xml"/><Relationship Id="rId4" Type="http://schemas.openxmlformats.org/officeDocument/2006/relationships/image" Target="../media/image28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3.xml"/><Relationship Id="rId13" Type="http://schemas.openxmlformats.org/officeDocument/2006/relationships/image" Target="../media/image6.png"/><Relationship Id="rId3" Type="http://schemas.microsoft.com/office/2007/relationships/media" Target="../media/media5.m4a"/><Relationship Id="rId7" Type="http://schemas.openxmlformats.org/officeDocument/2006/relationships/slideLayout" Target="../slideLayouts/slideLayout5.xml"/><Relationship Id="rId12" Type="http://schemas.openxmlformats.org/officeDocument/2006/relationships/slide" Target="slide43.xml"/><Relationship Id="rId2" Type="http://schemas.openxmlformats.org/officeDocument/2006/relationships/audio" Target="../media/media4.mp3"/><Relationship Id="rId1" Type="http://schemas.microsoft.com/office/2007/relationships/media" Target="../media/media4.mp3"/><Relationship Id="rId6" Type="http://schemas.microsoft.com/office/2007/relationships/media" Target="../media/media2.mp3"/><Relationship Id="rId11" Type="http://schemas.openxmlformats.org/officeDocument/2006/relationships/slide" Target="slide42.xml"/><Relationship Id="rId5" Type="http://schemas.openxmlformats.org/officeDocument/2006/relationships/audio" Target="NULL" TargetMode="External"/><Relationship Id="rId15" Type="http://schemas.openxmlformats.org/officeDocument/2006/relationships/slide" Target="slide17.xml"/><Relationship Id="rId10" Type="http://schemas.openxmlformats.org/officeDocument/2006/relationships/slide" Target="slide44.xml"/><Relationship Id="rId4" Type="http://schemas.openxmlformats.org/officeDocument/2006/relationships/audio" Target="../media/media5.m4a"/><Relationship Id="rId9" Type="http://schemas.openxmlformats.org/officeDocument/2006/relationships/image" Target="../media/image29.png"/><Relationship Id="rId14" Type="http://schemas.openxmlformats.org/officeDocument/2006/relationships/image" Target="../media/image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5.xml"/><Relationship Id="rId5" Type="http://schemas.openxmlformats.org/officeDocument/2006/relationships/slide" Target="slide18.xml"/><Relationship Id="rId4" Type="http://schemas.openxmlformats.org/officeDocument/2006/relationships/image" Target="../media/image30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5.xml"/><Relationship Id="rId13" Type="http://schemas.openxmlformats.org/officeDocument/2006/relationships/image" Target="../media/image6.png"/><Relationship Id="rId3" Type="http://schemas.microsoft.com/office/2007/relationships/media" Target="../media/media5.m4a"/><Relationship Id="rId7" Type="http://schemas.openxmlformats.org/officeDocument/2006/relationships/slideLayout" Target="../slideLayouts/slideLayout5.xml"/><Relationship Id="rId12" Type="http://schemas.openxmlformats.org/officeDocument/2006/relationships/slide" Target="slide45.xml"/><Relationship Id="rId2" Type="http://schemas.openxmlformats.org/officeDocument/2006/relationships/audio" Target="../media/media4.mp3"/><Relationship Id="rId1" Type="http://schemas.microsoft.com/office/2007/relationships/media" Target="../media/media4.mp3"/><Relationship Id="rId6" Type="http://schemas.microsoft.com/office/2007/relationships/media" Target="../media/media2.mp3"/><Relationship Id="rId11" Type="http://schemas.openxmlformats.org/officeDocument/2006/relationships/slide" Target="slide46.xml"/><Relationship Id="rId5" Type="http://schemas.openxmlformats.org/officeDocument/2006/relationships/audio" Target="NULL" TargetMode="External"/><Relationship Id="rId15" Type="http://schemas.openxmlformats.org/officeDocument/2006/relationships/slide" Target="slide19.xml"/><Relationship Id="rId10" Type="http://schemas.openxmlformats.org/officeDocument/2006/relationships/slide" Target="slide47.xml"/><Relationship Id="rId4" Type="http://schemas.openxmlformats.org/officeDocument/2006/relationships/audio" Target="../media/media5.m4a"/><Relationship Id="rId9" Type="http://schemas.openxmlformats.org/officeDocument/2006/relationships/image" Target="../media/image31.png"/><Relationship Id="rId14" Type="http://schemas.openxmlformats.org/officeDocument/2006/relationships/image" Target="../media/image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5.xml"/><Relationship Id="rId5" Type="http://schemas.openxmlformats.org/officeDocument/2006/relationships/slide" Target="slide20.xml"/><Relationship Id="rId4" Type="http://schemas.openxmlformats.org/officeDocument/2006/relationships/image" Target="../media/image32.jpe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7.xml"/><Relationship Id="rId13" Type="http://schemas.openxmlformats.org/officeDocument/2006/relationships/image" Target="../media/image6.png"/><Relationship Id="rId3" Type="http://schemas.microsoft.com/office/2007/relationships/media" Target="../media/media5.m4a"/><Relationship Id="rId7" Type="http://schemas.openxmlformats.org/officeDocument/2006/relationships/slideLayout" Target="../slideLayouts/slideLayout5.xml"/><Relationship Id="rId12" Type="http://schemas.openxmlformats.org/officeDocument/2006/relationships/slide" Target="slide49.xml"/><Relationship Id="rId2" Type="http://schemas.openxmlformats.org/officeDocument/2006/relationships/audio" Target="../media/media4.mp3"/><Relationship Id="rId1" Type="http://schemas.microsoft.com/office/2007/relationships/media" Target="../media/media4.mp3"/><Relationship Id="rId6" Type="http://schemas.microsoft.com/office/2007/relationships/media" Target="../media/media2.mp3"/><Relationship Id="rId11" Type="http://schemas.openxmlformats.org/officeDocument/2006/relationships/slide" Target="slide48.xml"/><Relationship Id="rId5" Type="http://schemas.openxmlformats.org/officeDocument/2006/relationships/audio" Target="NULL" TargetMode="External"/><Relationship Id="rId15" Type="http://schemas.openxmlformats.org/officeDocument/2006/relationships/slide" Target="slide21.xml"/><Relationship Id="rId10" Type="http://schemas.openxmlformats.org/officeDocument/2006/relationships/slide" Target="slide50.xml"/><Relationship Id="rId4" Type="http://schemas.openxmlformats.org/officeDocument/2006/relationships/audio" Target="../media/media5.m4a"/><Relationship Id="rId9" Type="http://schemas.openxmlformats.org/officeDocument/2006/relationships/image" Target="../media/image33.png"/><Relationship Id="rId14" Type="http://schemas.openxmlformats.org/officeDocument/2006/relationships/image" Target="../media/image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5.xml"/><Relationship Id="rId4" Type="http://schemas.openxmlformats.org/officeDocument/2006/relationships/image" Target="../media/image34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9.xml"/><Relationship Id="rId13" Type="http://schemas.openxmlformats.org/officeDocument/2006/relationships/image" Target="../media/image6.png"/><Relationship Id="rId3" Type="http://schemas.microsoft.com/office/2007/relationships/media" Target="../media/media5.m4a"/><Relationship Id="rId7" Type="http://schemas.openxmlformats.org/officeDocument/2006/relationships/slideLayout" Target="../slideLayouts/slideLayout5.xml"/><Relationship Id="rId12" Type="http://schemas.openxmlformats.org/officeDocument/2006/relationships/slide" Target="slide53.xml"/><Relationship Id="rId2" Type="http://schemas.openxmlformats.org/officeDocument/2006/relationships/audio" Target="../media/media4.mp3"/><Relationship Id="rId1" Type="http://schemas.microsoft.com/office/2007/relationships/media" Target="../media/media4.mp3"/><Relationship Id="rId6" Type="http://schemas.microsoft.com/office/2007/relationships/media" Target="../media/media2.mp3"/><Relationship Id="rId11" Type="http://schemas.openxmlformats.org/officeDocument/2006/relationships/slide" Target="slide52.xml"/><Relationship Id="rId5" Type="http://schemas.openxmlformats.org/officeDocument/2006/relationships/audio" Target="NULL" TargetMode="External"/><Relationship Id="rId15" Type="http://schemas.openxmlformats.org/officeDocument/2006/relationships/slide" Target="slide23.xml"/><Relationship Id="rId10" Type="http://schemas.openxmlformats.org/officeDocument/2006/relationships/slide" Target="slide51.xml"/><Relationship Id="rId4" Type="http://schemas.openxmlformats.org/officeDocument/2006/relationships/audio" Target="../media/media5.m4a"/><Relationship Id="rId9" Type="http://schemas.openxmlformats.org/officeDocument/2006/relationships/image" Target="../media/image35.png"/><Relationship Id="rId14" Type="http://schemas.openxmlformats.org/officeDocument/2006/relationships/image" Target="../media/image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" Target="slide54.xm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5.xml"/><Relationship Id="rId5" Type="http://schemas.openxmlformats.org/officeDocument/2006/relationships/image" Target="../media/image36.jpg"/><Relationship Id="rId4" Type="http://schemas.openxmlformats.org/officeDocument/2006/relationships/image" Target="../media/image18.jpe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7" Type="http://schemas.openxmlformats.org/officeDocument/2006/relationships/slide" Target="slide4.xml"/><Relationship Id="rId2" Type="http://schemas.openxmlformats.org/officeDocument/2006/relationships/audio" Target="../media/media6.mp3"/><Relationship Id="rId1" Type="http://schemas.microsoft.com/office/2007/relationships/media" Target="../media/media6.mp3"/><Relationship Id="rId6" Type="http://schemas.openxmlformats.org/officeDocument/2006/relationships/image" Target="../media/image6.png"/><Relationship Id="rId5" Type="http://schemas.openxmlformats.org/officeDocument/2006/relationships/image" Target="../media/image37.svg"/><Relationship Id="rId4" Type="http://schemas.openxmlformats.org/officeDocument/2006/relationships/notesSlide" Target="../notesSlides/notesSlide2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7" Type="http://schemas.openxmlformats.org/officeDocument/2006/relationships/slide" Target="slide4.xml"/><Relationship Id="rId2" Type="http://schemas.openxmlformats.org/officeDocument/2006/relationships/audio" Target="../media/media6.mp3"/><Relationship Id="rId1" Type="http://schemas.microsoft.com/office/2007/relationships/media" Target="../media/media6.mp3"/><Relationship Id="rId6" Type="http://schemas.openxmlformats.org/officeDocument/2006/relationships/image" Target="../media/image6.png"/><Relationship Id="rId5" Type="http://schemas.openxmlformats.org/officeDocument/2006/relationships/image" Target="../media/image37.svg"/><Relationship Id="rId4" Type="http://schemas.openxmlformats.org/officeDocument/2006/relationships/notesSlide" Target="../notesSlides/notesSlide2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7" Type="http://schemas.openxmlformats.org/officeDocument/2006/relationships/slide" Target="slide4.xml"/><Relationship Id="rId2" Type="http://schemas.openxmlformats.org/officeDocument/2006/relationships/audio" Target="../media/media6.mp3"/><Relationship Id="rId1" Type="http://schemas.microsoft.com/office/2007/relationships/media" Target="../media/media6.mp3"/><Relationship Id="rId6" Type="http://schemas.openxmlformats.org/officeDocument/2006/relationships/image" Target="../media/image6.png"/><Relationship Id="rId5" Type="http://schemas.openxmlformats.org/officeDocument/2006/relationships/image" Target="../media/image37.svg"/><Relationship Id="rId4" Type="http://schemas.openxmlformats.org/officeDocument/2006/relationships/notesSlide" Target="../notesSlides/notesSlide2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7" Type="http://schemas.openxmlformats.org/officeDocument/2006/relationships/slide" Target="slide6.xml"/><Relationship Id="rId2" Type="http://schemas.openxmlformats.org/officeDocument/2006/relationships/audio" Target="../media/media6.mp3"/><Relationship Id="rId1" Type="http://schemas.microsoft.com/office/2007/relationships/media" Target="../media/media6.mp3"/><Relationship Id="rId6" Type="http://schemas.openxmlformats.org/officeDocument/2006/relationships/image" Target="../media/image6.png"/><Relationship Id="rId5" Type="http://schemas.openxmlformats.org/officeDocument/2006/relationships/image" Target="../media/image37.svg"/><Relationship Id="rId4" Type="http://schemas.openxmlformats.org/officeDocument/2006/relationships/notesSlide" Target="../notesSlides/notesSlide2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7" Type="http://schemas.openxmlformats.org/officeDocument/2006/relationships/slide" Target="slide6.xml"/><Relationship Id="rId2" Type="http://schemas.openxmlformats.org/officeDocument/2006/relationships/audio" Target="../media/media6.mp3"/><Relationship Id="rId1" Type="http://schemas.microsoft.com/office/2007/relationships/media" Target="../media/media6.mp3"/><Relationship Id="rId6" Type="http://schemas.openxmlformats.org/officeDocument/2006/relationships/image" Target="../media/image6.png"/><Relationship Id="rId5" Type="http://schemas.openxmlformats.org/officeDocument/2006/relationships/image" Target="../media/image37.svg"/><Relationship Id="rId4" Type="http://schemas.openxmlformats.org/officeDocument/2006/relationships/notesSlide" Target="../notesSlides/notesSlide25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7" Type="http://schemas.openxmlformats.org/officeDocument/2006/relationships/slide" Target="slide6.xml"/><Relationship Id="rId2" Type="http://schemas.openxmlformats.org/officeDocument/2006/relationships/audio" Target="../media/media6.mp3"/><Relationship Id="rId1" Type="http://schemas.microsoft.com/office/2007/relationships/media" Target="../media/media6.mp3"/><Relationship Id="rId6" Type="http://schemas.openxmlformats.org/officeDocument/2006/relationships/image" Target="../media/image6.png"/><Relationship Id="rId5" Type="http://schemas.openxmlformats.org/officeDocument/2006/relationships/image" Target="../media/image37.svg"/><Relationship Id="rId4" Type="http://schemas.openxmlformats.org/officeDocument/2006/relationships/notesSlide" Target="../notesSlides/notesSlide26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7" Type="http://schemas.openxmlformats.org/officeDocument/2006/relationships/slide" Target="slide8.xml"/><Relationship Id="rId2" Type="http://schemas.openxmlformats.org/officeDocument/2006/relationships/audio" Target="../media/media6.mp3"/><Relationship Id="rId1" Type="http://schemas.microsoft.com/office/2007/relationships/media" Target="../media/media6.mp3"/><Relationship Id="rId6" Type="http://schemas.openxmlformats.org/officeDocument/2006/relationships/image" Target="../media/image6.png"/><Relationship Id="rId5" Type="http://schemas.openxmlformats.org/officeDocument/2006/relationships/image" Target="../media/image37.svg"/><Relationship Id="rId4" Type="http://schemas.openxmlformats.org/officeDocument/2006/relationships/notesSlide" Target="../notesSlides/notesSlide2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7" Type="http://schemas.openxmlformats.org/officeDocument/2006/relationships/slide" Target="slide8.xml"/><Relationship Id="rId2" Type="http://schemas.openxmlformats.org/officeDocument/2006/relationships/audio" Target="../media/media6.mp3"/><Relationship Id="rId1" Type="http://schemas.microsoft.com/office/2007/relationships/media" Target="../media/media6.mp3"/><Relationship Id="rId6" Type="http://schemas.openxmlformats.org/officeDocument/2006/relationships/image" Target="../media/image6.png"/><Relationship Id="rId5" Type="http://schemas.openxmlformats.org/officeDocument/2006/relationships/image" Target="../media/image37.svg"/><Relationship Id="rId4" Type="http://schemas.openxmlformats.org/officeDocument/2006/relationships/notesSlide" Target="../notesSlides/notesSlide28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7" Type="http://schemas.openxmlformats.org/officeDocument/2006/relationships/slide" Target="slide8.xml"/><Relationship Id="rId2" Type="http://schemas.openxmlformats.org/officeDocument/2006/relationships/audio" Target="../media/media6.mp3"/><Relationship Id="rId1" Type="http://schemas.microsoft.com/office/2007/relationships/media" Target="../media/media6.mp3"/><Relationship Id="rId6" Type="http://schemas.openxmlformats.org/officeDocument/2006/relationships/image" Target="../media/image6.png"/><Relationship Id="rId5" Type="http://schemas.openxmlformats.org/officeDocument/2006/relationships/image" Target="../media/image37.svg"/><Relationship Id="rId4" Type="http://schemas.openxmlformats.org/officeDocument/2006/relationships/notesSlide" Target="../notesSlides/notesSlide29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7" Type="http://schemas.openxmlformats.org/officeDocument/2006/relationships/slide" Target="slide10.xml"/><Relationship Id="rId2" Type="http://schemas.openxmlformats.org/officeDocument/2006/relationships/audio" Target="../media/media6.mp3"/><Relationship Id="rId1" Type="http://schemas.microsoft.com/office/2007/relationships/media" Target="../media/media6.mp3"/><Relationship Id="rId6" Type="http://schemas.openxmlformats.org/officeDocument/2006/relationships/image" Target="../media/image6.png"/><Relationship Id="rId5" Type="http://schemas.openxmlformats.org/officeDocument/2006/relationships/image" Target="../media/image37.svg"/><Relationship Id="rId4" Type="http://schemas.openxmlformats.org/officeDocument/2006/relationships/notesSlide" Target="../notesSlides/notesSlide30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7" Type="http://schemas.openxmlformats.org/officeDocument/2006/relationships/slide" Target="slide10.xml"/><Relationship Id="rId2" Type="http://schemas.openxmlformats.org/officeDocument/2006/relationships/audio" Target="../media/media6.mp3"/><Relationship Id="rId1" Type="http://schemas.microsoft.com/office/2007/relationships/media" Target="../media/media6.mp3"/><Relationship Id="rId6" Type="http://schemas.openxmlformats.org/officeDocument/2006/relationships/image" Target="../media/image6.png"/><Relationship Id="rId5" Type="http://schemas.openxmlformats.org/officeDocument/2006/relationships/image" Target="../media/image37.svg"/><Relationship Id="rId4" Type="http://schemas.openxmlformats.org/officeDocument/2006/relationships/notesSlide" Target="../notesSlides/notesSlide3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7" Type="http://schemas.openxmlformats.org/officeDocument/2006/relationships/slide" Target="slide10.xml"/><Relationship Id="rId2" Type="http://schemas.openxmlformats.org/officeDocument/2006/relationships/audio" Target="../media/media6.mp3"/><Relationship Id="rId1" Type="http://schemas.microsoft.com/office/2007/relationships/media" Target="../media/media6.mp3"/><Relationship Id="rId6" Type="http://schemas.openxmlformats.org/officeDocument/2006/relationships/image" Target="../media/image6.png"/><Relationship Id="rId5" Type="http://schemas.openxmlformats.org/officeDocument/2006/relationships/image" Target="../media/image37.svg"/><Relationship Id="rId4" Type="http://schemas.openxmlformats.org/officeDocument/2006/relationships/notesSlide" Target="../notesSlides/notesSlide3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7" Type="http://schemas.openxmlformats.org/officeDocument/2006/relationships/slide" Target="slide12.xml"/><Relationship Id="rId2" Type="http://schemas.openxmlformats.org/officeDocument/2006/relationships/audio" Target="../media/media6.mp3"/><Relationship Id="rId1" Type="http://schemas.microsoft.com/office/2007/relationships/media" Target="../media/media6.mp3"/><Relationship Id="rId6" Type="http://schemas.openxmlformats.org/officeDocument/2006/relationships/image" Target="../media/image6.png"/><Relationship Id="rId5" Type="http://schemas.openxmlformats.org/officeDocument/2006/relationships/image" Target="../media/image37.svg"/><Relationship Id="rId4" Type="http://schemas.openxmlformats.org/officeDocument/2006/relationships/notesSlide" Target="../notesSlides/notesSlide33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7" Type="http://schemas.openxmlformats.org/officeDocument/2006/relationships/slide" Target="slide12.xml"/><Relationship Id="rId2" Type="http://schemas.openxmlformats.org/officeDocument/2006/relationships/audio" Target="../media/media6.mp3"/><Relationship Id="rId1" Type="http://schemas.microsoft.com/office/2007/relationships/media" Target="../media/media6.mp3"/><Relationship Id="rId6" Type="http://schemas.openxmlformats.org/officeDocument/2006/relationships/image" Target="../media/image6.png"/><Relationship Id="rId5" Type="http://schemas.openxmlformats.org/officeDocument/2006/relationships/image" Target="../media/image37.svg"/><Relationship Id="rId4" Type="http://schemas.openxmlformats.org/officeDocument/2006/relationships/notesSlide" Target="../notesSlides/notesSlide34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7" Type="http://schemas.openxmlformats.org/officeDocument/2006/relationships/slide" Target="slide12.xml"/><Relationship Id="rId2" Type="http://schemas.openxmlformats.org/officeDocument/2006/relationships/audio" Target="../media/media6.mp3"/><Relationship Id="rId1" Type="http://schemas.microsoft.com/office/2007/relationships/media" Target="../media/media6.mp3"/><Relationship Id="rId6" Type="http://schemas.openxmlformats.org/officeDocument/2006/relationships/image" Target="../media/image6.png"/><Relationship Id="rId5" Type="http://schemas.openxmlformats.org/officeDocument/2006/relationships/image" Target="../media/image37.svg"/><Relationship Id="rId4" Type="http://schemas.openxmlformats.org/officeDocument/2006/relationships/notesSlide" Target="../notesSlides/notesSlide35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7" Type="http://schemas.openxmlformats.org/officeDocument/2006/relationships/slide" Target="slide14.xml"/><Relationship Id="rId2" Type="http://schemas.openxmlformats.org/officeDocument/2006/relationships/audio" Target="../media/media6.mp3"/><Relationship Id="rId1" Type="http://schemas.microsoft.com/office/2007/relationships/media" Target="../media/media6.mp3"/><Relationship Id="rId6" Type="http://schemas.openxmlformats.org/officeDocument/2006/relationships/image" Target="../media/image6.png"/><Relationship Id="rId5" Type="http://schemas.openxmlformats.org/officeDocument/2006/relationships/image" Target="../media/image37.svg"/><Relationship Id="rId4" Type="http://schemas.openxmlformats.org/officeDocument/2006/relationships/notesSlide" Target="../notesSlides/notesSlide36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7" Type="http://schemas.openxmlformats.org/officeDocument/2006/relationships/slide" Target="slide14.xml"/><Relationship Id="rId2" Type="http://schemas.openxmlformats.org/officeDocument/2006/relationships/audio" Target="../media/media6.mp3"/><Relationship Id="rId1" Type="http://schemas.microsoft.com/office/2007/relationships/media" Target="../media/media6.mp3"/><Relationship Id="rId6" Type="http://schemas.openxmlformats.org/officeDocument/2006/relationships/image" Target="../media/image6.png"/><Relationship Id="rId5" Type="http://schemas.openxmlformats.org/officeDocument/2006/relationships/image" Target="../media/image37.svg"/><Relationship Id="rId4" Type="http://schemas.openxmlformats.org/officeDocument/2006/relationships/notesSlide" Target="../notesSlides/notesSlide3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7" Type="http://schemas.openxmlformats.org/officeDocument/2006/relationships/slide" Target="slide14.xml"/><Relationship Id="rId2" Type="http://schemas.openxmlformats.org/officeDocument/2006/relationships/audio" Target="../media/media6.mp3"/><Relationship Id="rId1" Type="http://schemas.microsoft.com/office/2007/relationships/media" Target="../media/media6.mp3"/><Relationship Id="rId6" Type="http://schemas.openxmlformats.org/officeDocument/2006/relationships/image" Target="../media/image6.png"/><Relationship Id="rId5" Type="http://schemas.openxmlformats.org/officeDocument/2006/relationships/image" Target="../media/image37.svg"/><Relationship Id="rId4" Type="http://schemas.openxmlformats.org/officeDocument/2006/relationships/notesSlide" Target="../notesSlides/notesSlide38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7" Type="http://schemas.openxmlformats.org/officeDocument/2006/relationships/slide" Target="slide16.xml"/><Relationship Id="rId2" Type="http://schemas.openxmlformats.org/officeDocument/2006/relationships/audio" Target="../media/media6.mp3"/><Relationship Id="rId1" Type="http://schemas.microsoft.com/office/2007/relationships/media" Target="../media/media6.mp3"/><Relationship Id="rId6" Type="http://schemas.openxmlformats.org/officeDocument/2006/relationships/image" Target="../media/image6.png"/><Relationship Id="rId5" Type="http://schemas.openxmlformats.org/officeDocument/2006/relationships/image" Target="../media/image37.svg"/><Relationship Id="rId4" Type="http://schemas.openxmlformats.org/officeDocument/2006/relationships/notesSlide" Target="../notesSlides/notesSlide39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7" Type="http://schemas.openxmlformats.org/officeDocument/2006/relationships/slide" Target="slide16.xml"/><Relationship Id="rId2" Type="http://schemas.openxmlformats.org/officeDocument/2006/relationships/audio" Target="../media/media6.mp3"/><Relationship Id="rId1" Type="http://schemas.microsoft.com/office/2007/relationships/media" Target="../media/media6.mp3"/><Relationship Id="rId6" Type="http://schemas.openxmlformats.org/officeDocument/2006/relationships/image" Target="../media/image6.png"/><Relationship Id="rId5" Type="http://schemas.openxmlformats.org/officeDocument/2006/relationships/image" Target="../media/image37.svg"/><Relationship Id="rId4" Type="http://schemas.openxmlformats.org/officeDocument/2006/relationships/notesSlide" Target="../notesSlides/notesSlide40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7" Type="http://schemas.openxmlformats.org/officeDocument/2006/relationships/slide" Target="slide16.xml"/><Relationship Id="rId2" Type="http://schemas.openxmlformats.org/officeDocument/2006/relationships/audio" Target="../media/media6.mp3"/><Relationship Id="rId1" Type="http://schemas.microsoft.com/office/2007/relationships/media" Target="../media/media6.mp3"/><Relationship Id="rId6" Type="http://schemas.openxmlformats.org/officeDocument/2006/relationships/image" Target="../media/image6.png"/><Relationship Id="rId5" Type="http://schemas.openxmlformats.org/officeDocument/2006/relationships/image" Target="../media/image37.svg"/><Relationship Id="rId4" Type="http://schemas.openxmlformats.org/officeDocument/2006/relationships/notesSlide" Target="../notesSlides/notesSlide41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7" Type="http://schemas.openxmlformats.org/officeDocument/2006/relationships/slide" Target="slide18.xml"/><Relationship Id="rId2" Type="http://schemas.openxmlformats.org/officeDocument/2006/relationships/audio" Target="../media/media6.mp3"/><Relationship Id="rId1" Type="http://schemas.microsoft.com/office/2007/relationships/media" Target="../media/media6.mp3"/><Relationship Id="rId6" Type="http://schemas.openxmlformats.org/officeDocument/2006/relationships/image" Target="../media/image6.png"/><Relationship Id="rId5" Type="http://schemas.openxmlformats.org/officeDocument/2006/relationships/image" Target="../media/image37.svg"/><Relationship Id="rId4" Type="http://schemas.openxmlformats.org/officeDocument/2006/relationships/notesSlide" Target="../notesSlides/notesSlide4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7" Type="http://schemas.openxmlformats.org/officeDocument/2006/relationships/slide" Target="slide18.xml"/><Relationship Id="rId2" Type="http://schemas.openxmlformats.org/officeDocument/2006/relationships/audio" Target="../media/media6.mp3"/><Relationship Id="rId1" Type="http://schemas.microsoft.com/office/2007/relationships/media" Target="../media/media6.mp3"/><Relationship Id="rId6" Type="http://schemas.openxmlformats.org/officeDocument/2006/relationships/image" Target="../media/image6.png"/><Relationship Id="rId5" Type="http://schemas.openxmlformats.org/officeDocument/2006/relationships/image" Target="../media/image37.svg"/><Relationship Id="rId4" Type="http://schemas.openxmlformats.org/officeDocument/2006/relationships/notesSlide" Target="../notesSlides/notesSlide43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7" Type="http://schemas.openxmlformats.org/officeDocument/2006/relationships/slide" Target="slide18.xml"/><Relationship Id="rId2" Type="http://schemas.openxmlformats.org/officeDocument/2006/relationships/audio" Target="../media/media6.mp3"/><Relationship Id="rId1" Type="http://schemas.microsoft.com/office/2007/relationships/media" Target="../media/media6.mp3"/><Relationship Id="rId6" Type="http://schemas.openxmlformats.org/officeDocument/2006/relationships/image" Target="../media/image6.png"/><Relationship Id="rId5" Type="http://schemas.openxmlformats.org/officeDocument/2006/relationships/image" Target="../media/image37.svg"/><Relationship Id="rId4" Type="http://schemas.openxmlformats.org/officeDocument/2006/relationships/notesSlide" Target="../notesSlides/notesSlide44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7" Type="http://schemas.openxmlformats.org/officeDocument/2006/relationships/slide" Target="slide20.xml"/><Relationship Id="rId2" Type="http://schemas.openxmlformats.org/officeDocument/2006/relationships/audio" Target="../media/media6.mp3"/><Relationship Id="rId1" Type="http://schemas.microsoft.com/office/2007/relationships/media" Target="../media/media6.mp3"/><Relationship Id="rId6" Type="http://schemas.openxmlformats.org/officeDocument/2006/relationships/image" Target="../media/image6.png"/><Relationship Id="rId5" Type="http://schemas.openxmlformats.org/officeDocument/2006/relationships/image" Target="../media/image37.svg"/><Relationship Id="rId4" Type="http://schemas.openxmlformats.org/officeDocument/2006/relationships/notesSlide" Target="../notesSlides/notesSlide45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7" Type="http://schemas.openxmlformats.org/officeDocument/2006/relationships/slide" Target="slide20.xml"/><Relationship Id="rId2" Type="http://schemas.openxmlformats.org/officeDocument/2006/relationships/audio" Target="../media/media6.mp3"/><Relationship Id="rId1" Type="http://schemas.microsoft.com/office/2007/relationships/media" Target="../media/media6.mp3"/><Relationship Id="rId6" Type="http://schemas.openxmlformats.org/officeDocument/2006/relationships/image" Target="../media/image6.png"/><Relationship Id="rId5" Type="http://schemas.openxmlformats.org/officeDocument/2006/relationships/image" Target="../media/image37.svg"/><Relationship Id="rId4" Type="http://schemas.openxmlformats.org/officeDocument/2006/relationships/notesSlide" Target="../notesSlides/notesSlide46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7" Type="http://schemas.openxmlformats.org/officeDocument/2006/relationships/slide" Target="slide20.xml"/><Relationship Id="rId2" Type="http://schemas.openxmlformats.org/officeDocument/2006/relationships/audio" Target="../media/media6.mp3"/><Relationship Id="rId1" Type="http://schemas.microsoft.com/office/2007/relationships/media" Target="../media/media6.mp3"/><Relationship Id="rId6" Type="http://schemas.openxmlformats.org/officeDocument/2006/relationships/image" Target="../media/image6.png"/><Relationship Id="rId5" Type="http://schemas.openxmlformats.org/officeDocument/2006/relationships/image" Target="../media/image37.svg"/><Relationship Id="rId4" Type="http://schemas.openxmlformats.org/officeDocument/2006/relationships/notesSlide" Target="../notesSlides/notesSlide47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7" Type="http://schemas.openxmlformats.org/officeDocument/2006/relationships/slide" Target="slide22.xml"/><Relationship Id="rId2" Type="http://schemas.openxmlformats.org/officeDocument/2006/relationships/audio" Target="../media/media6.mp3"/><Relationship Id="rId1" Type="http://schemas.microsoft.com/office/2007/relationships/media" Target="../media/media6.mp3"/><Relationship Id="rId6" Type="http://schemas.openxmlformats.org/officeDocument/2006/relationships/image" Target="../media/image6.png"/><Relationship Id="rId5" Type="http://schemas.openxmlformats.org/officeDocument/2006/relationships/image" Target="../media/image37.svg"/><Relationship Id="rId4" Type="http://schemas.openxmlformats.org/officeDocument/2006/relationships/notesSlide" Target="../notesSlides/notesSlide48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7" Type="http://schemas.openxmlformats.org/officeDocument/2006/relationships/slide" Target="slide22.xml"/><Relationship Id="rId2" Type="http://schemas.openxmlformats.org/officeDocument/2006/relationships/audio" Target="../media/media6.mp3"/><Relationship Id="rId1" Type="http://schemas.microsoft.com/office/2007/relationships/media" Target="../media/media6.mp3"/><Relationship Id="rId6" Type="http://schemas.openxmlformats.org/officeDocument/2006/relationships/image" Target="../media/image6.png"/><Relationship Id="rId5" Type="http://schemas.openxmlformats.org/officeDocument/2006/relationships/image" Target="../media/image37.svg"/><Relationship Id="rId4" Type="http://schemas.openxmlformats.org/officeDocument/2006/relationships/notesSlide" Target="../notesSlides/notesSlide49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7" Type="http://schemas.openxmlformats.org/officeDocument/2006/relationships/slide" Target="slide22.xml"/><Relationship Id="rId2" Type="http://schemas.openxmlformats.org/officeDocument/2006/relationships/audio" Target="../media/media6.mp3"/><Relationship Id="rId1" Type="http://schemas.microsoft.com/office/2007/relationships/media" Target="../media/media6.mp3"/><Relationship Id="rId6" Type="http://schemas.openxmlformats.org/officeDocument/2006/relationships/image" Target="../media/image6.png"/><Relationship Id="rId5" Type="http://schemas.openxmlformats.org/officeDocument/2006/relationships/image" Target="../media/image37.svg"/><Relationship Id="rId4" Type="http://schemas.openxmlformats.org/officeDocument/2006/relationships/notesSlide" Target="../notesSlides/notesSlide50.xml"/></Relationships>
</file>

<file path=ppt/slides/_rels/slide54.xml.rels><?xml version="1.0" encoding="UTF-8" standalone="yes"?>
<Relationships xmlns="http://schemas.openxmlformats.org/package/2006/relationships"><Relationship Id="rId3" Type="http://schemas.microsoft.com/office/2007/relationships/media" Target="../media/media1.mp3"/><Relationship Id="rId7" Type="http://schemas.openxmlformats.org/officeDocument/2006/relationships/image" Target="../media/image6.png"/><Relationship Id="rId2" Type="http://schemas.microsoft.com/office/2007/relationships/media" Target="../media/media7.mp3"/><Relationship Id="rId1" Type="http://schemas.openxmlformats.org/officeDocument/2006/relationships/audio" Target="NULL" TargetMode="External"/><Relationship Id="rId6" Type="http://schemas.openxmlformats.org/officeDocument/2006/relationships/image" Target="../media/image39.png"/><Relationship Id="rId5" Type="http://schemas.openxmlformats.org/officeDocument/2006/relationships/image" Target="../media/image38.svg"/><Relationship Id="rId4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" name="!!FUNDO">
            <a:extLst>
              <a:ext uri="{FF2B5EF4-FFF2-40B4-BE49-F238E27FC236}">
                <a16:creationId xmlns:a16="http://schemas.microsoft.com/office/drawing/2014/main" id="{50671B19-120E-47D2-0CBA-DAC260750C34}"/>
              </a:ext>
            </a:extLst>
          </p:cNvPr>
          <p:cNvSpPr/>
          <p:nvPr/>
        </p:nvSpPr>
        <p:spPr>
          <a:xfrm>
            <a:off x="5608320" y="3162300"/>
            <a:ext cx="975360" cy="533400"/>
          </a:xfrm>
          <a:prstGeom prst="roundRect">
            <a:avLst>
              <a:gd name="adj" fmla="val 4822"/>
            </a:avLst>
          </a:prstGeom>
          <a:ln>
            <a:noFill/>
          </a:ln>
          <a:effectLst>
            <a:innerShdw blurRad="127000" dist="25400" dir="13500000">
              <a:prstClr val="black">
                <a:alpha val="39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8" name="Show do Milhão   Tema de Abertura (Completo)">
            <a:hlinkClick r:id="" action="ppaction://media"/>
            <a:extLst>
              <a:ext uri="{FF2B5EF4-FFF2-40B4-BE49-F238E27FC236}">
                <a16:creationId xmlns:a16="http://schemas.microsoft.com/office/drawing/2014/main" id="{41C58D06-C56C-2DCE-E78B-C76EB1A84C52}"/>
              </a:ext>
            </a:extLst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2">
                  <p14:trim st="33686" end="106412"/>
                  <p14:fade out="500"/>
                </p14:media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2479752" y="0"/>
            <a:ext cx="509587" cy="509587"/>
          </a:xfrm>
          <a:prstGeom prst="rect">
            <a:avLst/>
          </a:prstGeom>
        </p:spPr>
      </p:pic>
      <p:sp>
        <p:nvSpPr>
          <p:cNvPr id="10" name="Começar o Jogo">
            <a:hlinkClick r:id="rId5" action="ppaction://hlinksldjump"/>
            <a:extLst>
              <a:ext uri="{FF2B5EF4-FFF2-40B4-BE49-F238E27FC236}">
                <a16:creationId xmlns:a16="http://schemas.microsoft.com/office/drawing/2014/main" id="{ADDC5AE2-88A5-C5D4-27F7-498CA338EC85}"/>
              </a:ext>
            </a:extLst>
          </p:cNvPr>
          <p:cNvSpPr/>
          <p:nvPr/>
        </p:nvSpPr>
        <p:spPr>
          <a:xfrm>
            <a:off x="4927579" y="5612771"/>
            <a:ext cx="2330219" cy="540000"/>
          </a:xfrm>
          <a:prstGeom prst="roundRect">
            <a:avLst/>
          </a:prstGeom>
          <a:gradFill flip="none" rotWithShape="1">
            <a:gsLst>
              <a:gs pos="52000">
                <a:srgbClr val="2F2CCD"/>
              </a:gs>
              <a:gs pos="0">
                <a:srgbClr val="3333FF"/>
              </a:gs>
              <a:gs pos="100000">
                <a:srgbClr val="2C27A4"/>
              </a:gs>
            </a:gsLst>
            <a:lin ang="13500000" scaled="1"/>
            <a:tileRect/>
          </a:gradFill>
          <a:ln w="19050">
            <a:solidFill>
              <a:schemeClr val="bg1"/>
            </a:solidFill>
          </a:ln>
          <a:effectLst>
            <a:outerShdw blurRad="381000" dist="1270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rIns="108000" rtlCol="0" anchor="ctr"/>
          <a:lstStyle/>
          <a:p>
            <a:pPr algn="ctr"/>
            <a:r>
              <a:rPr lang="pt-BR" sz="1400" b="1">
                <a:ln w="3175">
                  <a:noFill/>
                </a:ln>
                <a:effectLst>
                  <a:outerShdw blurRad="1270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Arial" panose="020B0604020202020204" pitchFamily="34" charset="0"/>
                <a:ea typeface="Open Sans Extrabold" panose="020B0906030804020204" pitchFamily="34" charset="0"/>
                <a:cs typeface="Arial" panose="020B0604020202020204" pitchFamily="34" charset="0"/>
              </a:rPr>
              <a:t>COMEÇAR O JOGO</a:t>
            </a:r>
          </a:p>
        </p:txBody>
      </p:sp>
      <p:pic>
        <p:nvPicPr>
          <p:cNvPr id="3" name="!!logodomilhao">
            <a:extLst>
              <a:ext uri="{FF2B5EF4-FFF2-40B4-BE49-F238E27FC236}">
                <a16:creationId xmlns:a16="http://schemas.microsoft.com/office/drawing/2014/main" id="{8D1B7FA8-041F-92CB-1CE4-6E9D89E6EB9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230" b="9458"/>
          <a:stretch/>
        </p:blipFill>
        <p:spPr>
          <a:xfrm>
            <a:off x="3536684" y="596766"/>
            <a:ext cx="5607316" cy="4716379"/>
          </a:xfrm>
          <a:prstGeom prst="rect">
            <a:avLst/>
          </a:prstGeom>
          <a:effectLst>
            <a:softEdge rad="25400"/>
          </a:effectLst>
        </p:spPr>
      </p:pic>
    </p:spTree>
    <p:extLst>
      <p:ext uri="{BB962C8B-B14F-4D97-AF65-F5344CB8AC3E}">
        <p14:creationId xmlns:p14="http://schemas.microsoft.com/office/powerpoint/2010/main" val="4076444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3982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53" presetClass="entr" presetSubtype="16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42" presetClass="path" presetSubtype="0" decel="50000" fill="hold" grpId="1" nodeType="withEffect">
                                  <p:stCondLst>
                                    <p:cond delay="2000"/>
                                  </p:stCondLst>
                                  <p:childTnLst>
                                    <p:animMotion origin="layout" path="M 0 0 L 0 0.25 E" pathEditMode="relative" ptsTypes="">
                                      <p:cBhvr>
                                        <p:cTn id="13" dur="1000" spd="-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6" presetClass="emph" presetSubtype="0" repeatCount="indefinite" autoRev="1" fill="remove" grpId="2" nodeType="withEffect">
                                  <p:stCondLst>
                                    <p:cond delay="3000"/>
                                  </p:stCondLst>
                                  <p:childTnLst>
                                    <p:animScale>
                                      <p:cBhvr>
                                        <p:cTn id="15" dur="500" fill="hold"/>
                                        <p:tgtEl>
                                          <p:spTgt spid="10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8" presetClass="emph" presetSubtype="0" repeatCount="indefinite" autoRev="1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600000">
                                      <p:cBhvr>
                                        <p:cTn id="24" dur="1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25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</p:childTnLst>
        </p:cTn>
      </p:par>
    </p:tnLst>
    <p:bldLst>
      <p:bldP spid="2" grpId="0" animBg="1"/>
      <p:bldP spid="10" grpId="0" animBg="1"/>
      <p:bldP spid="10" grpId="1" animBg="1"/>
      <p:bldP spid="10" grpId="2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tângulo 14">
            <a:extLst>
              <a:ext uri="{FF2B5EF4-FFF2-40B4-BE49-F238E27FC236}">
                <a16:creationId xmlns:a16="http://schemas.microsoft.com/office/drawing/2014/main" id="{F3AB46A0-592D-E14E-A496-9348397BD274}"/>
              </a:ext>
            </a:extLst>
          </p:cNvPr>
          <p:cNvSpPr/>
          <p:nvPr/>
        </p:nvSpPr>
        <p:spPr>
          <a:xfrm>
            <a:off x="397" y="224"/>
            <a:ext cx="12191207" cy="934659"/>
          </a:xfrm>
          <a:prstGeom prst="rect">
            <a:avLst/>
          </a:prstGeom>
          <a:ln>
            <a:noFill/>
          </a:ln>
          <a:effectLst>
            <a:outerShdw blurRad="254000" dist="63500" dir="5400000" algn="t" rotWithShape="0">
              <a:schemeClr val="tx1">
                <a:lumMod val="50000"/>
                <a:lumOff val="50000"/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55">
              <a:defRPr/>
            </a:pPr>
            <a:endParaRPr lang="pt-BR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0AC0C730-67E9-294D-AF91-53602B3EADE4}"/>
              </a:ext>
            </a:extLst>
          </p:cNvPr>
          <p:cNvSpPr txBox="1"/>
          <p:nvPr/>
        </p:nvSpPr>
        <p:spPr>
          <a:xfrm>
            <a:off x="279779" y="1224636"/>
            <a:ext cx="211538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355">
              <a:defRPr/>
            </a:pPr>
            <a:r>
              <a:rPr lang="pt-BR" sz="1600" b="1">
                <a:solidFill>
                  <a:prstClr val="white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1. Central de Ajuda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1612813B-B36E-0846-98EF-26A4BD0783EE}"/>
              </a:ext>
            </a:extLst>
          </p:cNvPr>
          <p:cNvSpPr txBox="1"/>
          <p:nvPr/>
        </p:nvSpPr>
        <p:spPr>
          <a:xfrm>
            <a:off x="4555132" y="180916"/>
            <a:ext cx="310892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914355">
              <a:defRPr/>
            </a:pPr>
            <a:r>
              <a:rPr lang="pt-BR" sz="3600" b="1">
                <a:solidFill>
                  <a:prstClr val="white"/>
                </a:solidFill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rPr>
              <a:t>INSTRUÇÕES</a:t>
            </a:r>
          </a:p>
        </p:txBody>
      </p:sp>
      <p:pic>
        <p:nvPicPr>
          <p:cNvPr id="14" name="Imagem 13">
            <a:extLst>
              <a:ext uri="{FF2B5EF4-FFF2-40B4-BE49-F238E27FC236}">
                <a16:creationId xmlns:a16="http://schemas.microsoft.com/office/drawing/2014/main" id="{9BE1B033-7EB5-2F44-940C-E0CA48D92F58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9779" y="202771"/>
            <a:ext cx="1701689" cy="525213"/>
          </a:xfrm>
          <a:prstGeom prst="rect">
            <a:avLst/>
          </a:prstGeom>
        </p:spPr>
      </p:pic>
      <p:cxnSp>
        <p:nvCxnSpPr>
          <p:cNvPr id="17" name="Conector Reto 16">
            <a:extLst>
              <a:ext uri="{FF2B5EF4-FFF2-40B4-BE49-F238E27FC236}">
                <a16:creationId xmlns:a16="http://schemas.microsoft.com/office/drawing/2014/main" id="{66B6660B-EAF2-784B-82BE-3E4A1AEB3065}"/>
              </a:ext>
            </a:extLst>
          </p:cNvPr>
          <p:cNvCxnSpPr>
            <a:stCxn id="15" idx="2"/>
          </p:cNvCxnSpPr>
          <p:nvPr/>
        </p:nvCxnSpPr>
        <p:spPr>
          <a:xfrm>
            <a:off x="6096000" y="934883"/>
            <a:ext cx="0" cy="5922895"/>
          </a:xfrm>
          <a:prstGeom prst="line">
            <a:avLst/>
          </a:prstGeom>
          <a:ln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C5884D5F-B79E-3C43-8EA3-4A76BAFE399E}"/>
              </a:ext>
            </a:extLst>
          </p:cNvPr>
          <p:cNvSpPr txBox="1"/>
          <p:nvPr/>
        </p:nvSpPr>
        <p:spPr>
          <a:xfrm>
            <a:off x="511260" y="1548113"/>
            <a:ext cx="5584741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355">
              <a:defRPr/>
            </a:pPr>
            <a:r>
              <a:rPr lang="pt-BR" sz="1400">
                <a:solidFill>
                  <a:prstClr val="white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As instruções descritas nesta página estão disponíveis em vídeos tutorias dentro da nossa Central de Ajuda [CA]. </a:t>
            </a:r>
            <a:r>
              <a:rPr lang="pt-BR" sz="1400" b="1">
                <a:solidFill>
                  <a:srgbClr val="FFC000"/>
                </a:solidFill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rPr>
              <a:t>Recomendamos visitar a CA para entender o funcionamento da plataforma, assim como as edições dos nossos slides.</a:t>
            </a:r>
          </a:p>
          <a:p>
            <a:pPr defTabSz="914355">
              <a:defRPr/>
            </a:pPr>
            <a:r>
              <a:rPr lang="pt-BR" sz="1400">
                <a:solidFill>
                  <a:prstClr val="white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Link CA: </a:t>
            </a:r>
            <a:r>
              <a:rPr lang="pt-BR" sz="1400" err="1">
                <a:solidFill>
                  <a:prstClr val="white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  <a:hlinkClick r:id="rId3"/>
              </a:rPr>
              <a:t>https</a:t>
            </a:r>
            <a:r>
              <a:rPr lang="pt-BR" sz="1400">
                <a:solidFill>
                  <a:prstClr val="white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  <a:hlinkClick r:id="rId3"/>
              </a:rPr>
              <a:t>://</a:t>
            </a:r>
            <a:r>
              <a:rPr lang="pt-BR" sz="1400" err="1">
                <a:solidFill>
                  <a:prstClr val="white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  <a:hlinkClick r:id="rId3"/>
              </a:rPr>
              <a:t>slidebox.com.br</a:t>
            </a:r>
            <a:r>
              <a:rPr lang="pt-BR" sz="1400">
                <a:solidFill>
                  <a:prstClr val="white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  <a:hlinkClick r:id="rId3"/>
              </a:rPr>
              <a:t>/central-de-ajuda/</a:t>
            </a:r>
            <a:endParaRPr lang="pt-BR" sz="1400">
              <a:solidFill>
                <a:prstClr val="white"/>
              </a:solidFill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BD6C413D-715D-1D41-9977-4DB10B466D51}"/>
              </a:ext>
            </a:extLst>
          </p:cNvPr>
          <p:cNvSpPr txBox="1"/>
          <p:nvPr/>
        </p:nvSpPr>
        <p:spPr>
          <a:xfrm>
            <a:off x="279780" y="2862034"/>
            <a:ext cx="110158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355">
              <a:defRPr/>
            </a:pPr>
            <a:r>
              <a:rPr lang="pt-BR" sz="1600" b="1">
                <a:solidFill>
                  <a:prstClr val="white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2. Fontes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8436043A-E7F1-B649-A911-4C753F2A6C8F}"/>
              </a:ext>
            </a:extLst>
          </p:cNvPr>
          <p:cNvSpPr txBox="1"/>
          <p:nvPr/>
        </p:nvSpPr>
        <p:spPr>
          <a:xfrm>
            <a:off x="511260" y="3188991"/>
            <a:ext cx="5584741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355">
              <a:defRPr/>
            </a:pPr>
            <a:r>
              <a:rPr lang="pt-BR" sz="1400">
                <a:solidFill>
                  <a:prstClr val="white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Este tema utiliza 1 família de fonte: ARIAL</a:t>
            </a:r>
          </a:p>
          <a:p>
            <a:pPr defTabSz="914355">
              <a:defRPr/>
            </a:pPr>
            <a:r>
              <a:rPr lang="pt-BR" sz="1400">
                <a:solidFill>
                  <a:prstClr val="white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Para garantir 100% de fidelidade no tema, é recomendado você baixar as fontes na plataforma e instalar no seu computador.</a:t>
            </a:r>
          </a:p>
          <a:p>
            <a:pPr defTabSz="914355">
              <a:defRPr/>
            </a:pPr>
            <a:r>
              <a:rPr lang="pt-BR" sz="1400">
                <a:solidFill>
                  <a:prstClr val="white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As fontes estão localizadas dentro da Central de Downloads no diretório Configurações&gt;Fontes.</a:t>
            </a: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FD477075-7EF6-0D4E-A7C7-BA2D597B6123}"/>
              </a:ext>
            </a:extLst>
          </p:cNvPr>
          <p:cNvSpPr txBox="1"/>
          <p:nvPr/>
        </p:nvSpPr>
        <p:spPr>
          <a:xfrm>
            <a:off x="279779" y="4419188"/>
            <a:ext cx="151958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355">
              <a:defRPr/>
            </a:pPr>
            <a:r>
              <a:rPr lang="pt-BR" sz="1600" b="1">
                <a:solidFill>
                  <a:prstClr val="white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3. Ícones SVG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8A02D44D-4B18-0445-AAD9-3EFABCBAFE7E}"/>
              </a:ext>
            </a:extLst>
          </p:cNvPr>
          <p:cNvSpPr txBox="1"/>
          <p:nvPr/>
        </p:nvSpPr>
        <p:spPr>
          <a:xfrm>
            <a:off x="511260" y="4746145"/>
            <a:ext cx="55847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355">
              <a:defRPr/>
            </a:pPr>
            <a:r>
              <a:rPr lang="pt-BR" sz="1400">
                <a:solidFill>
                  <a:prstClr val="white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Ícones de outras categorias poderão ser baixados dentro da Central de Downloads no diretório Configurações &gt; Ícones.</a:t>
            </a:r>
          </a:p>
        </p:txBody>
      </p: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8A76AC6F-207E-5944-BBBA-929BA7C5D968}"/>
              </a:ext>
            </a:extLst>
          </p:cNvPr>
          <p:cNvSpPr txBox="1"/>
          <p:nvPr/>
        </p:nvSpPr>
        <p:spPr>
          <a:xfrm>
            <a:off x="6212544" y="1224636"/>
            <a:ext cx="121482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355">
              <a:defRPr/>
            </a:pPr>
            <a:r>
              <a:rPr lang="pt-BR" sz="1600" b="1">
                <a:solidFill>
                  <a:prstClr val="white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5. Tutorial</a:t>
            </a:r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579C11A9-CAB0-344F-BDC2-058BCFC3B13E}"/>
              </a:ext>
            </a:extLst>
          </p:cNvPr>
          <p:cNvSpPr txBox="1"/>
          <p:nvPr/>
        </p:nvSpPr>
        <p:spPr>
          <a:xfrm>
            <a:off x="6444025" y="1548113"/>
            <a:ext cx="55847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355">
              <a:defRPr/>
            </a:pPr>
            <a:r>
              <a:rPr lang="pt-BR" sz="1400">
                <a:solidFill>
                  <a:prstClr val="white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Este jogo possui tutorial de edição completo e poderá ser assistido dentro da Central de Ajuda da plataforma.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ABC90CF8-90EC-102A-5AFF-59FF4BADA8DC}"/>
              </a:ext>
            </a:extLst>
          </p:cNvPr>
          <p:cNvSpPr txBox="1"/>
          <p:nvPr/>
        </p:nvSpPr>
        <p:spPr>
          <a:xfrm>
            <a:off x="279779" y="5468019"/>
            <a:ext cx="199195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355">
              <a:defRPr/>
            </a:pPr>
            <a:r>
              <a:rPr lang="pt-BR" sz="1600" b="1">
                <a:solidFill>
                  <a:prstClr val="white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4. Paleta de Cores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FF6558AF-B4D8-54EA-31DA-976E5313710C}"/>
              </a:ext>
            </a:extLst>
          </p:cNvPr>
          <p:cNvSpPr txBox="1"/>
          <p:nvPr/>
        </p:nvSpPr>
        <p:spPr>
          <a:xfrm>
            <a:off x="511260" y="5794976"/>
            <a:ext cx="558474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355">
              <a:defRPr/>
            </a:pPr>
            <a:r>
              <a:rPr lang="pt-BR" sz="1400">
                <a:solidFill>
                  <a:prstClr val="white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Por se tratar de um quis inspirado no Show do Milhão e para preservar a identidade visual, estes slides NÃO foram construídos usando “cores do tema” do powerpoint.</a:t>
            </a:r>
          </a:p>
        </p:txBody>
      </p:sp>
      <p:pic>
        <p:nvPicPr>
          <p:cNvPr id="6" name="Imagem 5" descr="Uma imagem contendo pessoa, segurando, mão, mesa&#10;&#10;O conteúdo gerado por IA pode estar incorreto.">
            <a:extLst>
              <a:ext uri="{FF2B5EF4-FFF2-40B4-BE49-F238E27FC236}">
                <a16:creationId xmlns:a16="http://schemas.microsoft.com/office/drawing/2014/main" id="{23F3B7C6-0C10-08B4-1FD0-C37920F3AF7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3998" y="2341566"/>
            <a:ext cx="5401719" cy="3038467"/>
          </a:xfrm>
          <a:prstGeom prst="roundRect">
            <a:avLst>
              <a:gd name="adj" fmla="val 4801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4220555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!!FUNDO">
            <a:extLst>
              <a:ext uri="{FF2B5EF4-FFF2-40B4-BE49-F238E27FC236}">
                <a16:creationId xmlns:a16="http://schemas.microsoft.com/office/drawing/2014/main" id="{992662E9-A366-B6C9-E918-1898710F4F05}"/>
              </a:ext>
            </a:extLst>
          </p:cNvPr>
          <p:cNvSpPr/>
          <p:nvPr/>
        </p:nvSpPr>
        <p:spPr>
          <a:xfrm>
            <a:off x="336000" y="279000"/>
            <a:ext cx="11520000" cy="6300000"/>
          </a:xfrm>
          <a:prstGeom prst="roundRect">
            <a:avLst>
              <a:gd name="adj" fmla="val 4822"/>
            </a:avLst>
          </a:prstGeom>
          <a:ln>
            <a:noFill/>
          </a:ln>
          <a:effectLst>
            <a:innerShdw blurRad="127000" dist="25400" dir="13500000">
              <a:prstClr val="black">
                <a:alpha val="39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7" name="Imagem 6" descr="Homem de terno e gravata&#10;&#10;O conteúdo gerado por IA pode estar incorreto.">
            <a:extLst>
              <a:ext uri="{FF2B5EF4-FFF2-40B4-BE49-F238E27FC236}">
                <a16:creationId xmlns:a16="http://schemas.microsoft.com/office/drawing/2014/main" id="{2177FEA8-AB1C-4B4C-DC9E-6131850355C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artisticPencilGrayscale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62144" y="161925"/>
            <a:ext cx="7362825" cy="6696075"/>
          </a:xfrm>
          <a:prstGeom prst="rect">
            <a:avLst/>
          </a:prstGeom>
          <a:effectLst>
            <a:outerShdw sx="104000" sy="104000" algn="ctr" rotWithShape="0">
              <a:prstClr val="black"/>
            </a:outerShdw>
          </a:effectLst>
        </p:spPr>
      </p:pic>
      <p:sp>
        <p:nvSpPr>
          <p:cNvPr id="10" name="Continuar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ADDC5AE2-88A5-C5D4-27F7-498CA338EC85}"/>
              </a:ext>
            </a:extLst>
          </p:cNvPr>
          <p:cNvSpPr/>
          <p:nvPr/>
        </p:nvSpPr>
        <p:spPr>
          <a:xfrm>
            <a:off x="1993185" y="5039193"/>
            <a:ext cx="2330219" cy="540000"/>
          </a:xfrm>
          <a:prstGeom prst="roundRect">
            <a:avLst/>
          </a:prstGeom>
          <a:gradFill flip="none" rotWithShape="1">
            <a:gsLst>
              <a:gs pos="52000">
                <a:srgbClr val="2F2CCD"/>
              </a:gs>
              <a:gs pos="0">
                <a:srgbClr val="3333FF"/>
              </a:gs>
              <a:gs pos="100000">
                <a:srgbClr val="2C27A4"/>
              </a:gs>
            </a:gsLst>
            <a:lin ang="13500000" scaled="1"/>
            <a:tileRect/>
          </a:gradFill>
          <a:ln w="19050">
            <a:solidFill>
              <a:schemeClr val="bg1"/>
            </a:solidFill>
          </a:ln>
          <a:effectLst>
            <a:outerShdw blurRad="381000" dist="1270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rIns="108000" rtlCol="0" anchor="ctr"/>
          <a:lstStyle/>
          <a:p>
            <a:pPr algn="ctr"/>
            <a:r>
              <a:rPr lang="pt-BR" sz="1400" b="1">
                <a:ln w="3175">
                  <a:noFill/>
                </a:ln>
                <a:effectLst>
                  <a:outerShdw blurRad="1270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Arial" panose="020B0604020202020204" pitchFamily="34" charset="0"/>
                <a:ea typeface="Open Sans Extrabold" panose="020B0906030804020204" pitchFamily="34" charset="0"/>
                <a:cs typeface="Arial" panose="020B0604020202020204" pitchFamily="34" charset="0"/>
              </a:rPr>
              <a:t>CONTINUAR</a:t>
            </a:r>
          </a:p>
        </p:txBody>
      </p:sp>
      <p:pic>
        <p:nvPicPr>
          <p:cNvPr id="11" name="PRÓXIMA PERGUNTA">
            <a:hlinkClick r:id="" action="ppaction://media"/>
            <a:extLst>
              <a:ext uri="{FF2B5EF4-FFF2-40B4-BE49-F238E27FC236}">
                <a16:creationId xmlns:a16="http://schemas.microsoft.com/office/drawing/2014/main" id="{C3A1E261-D3B1-12E7-E7B7-62A0A2F48EF4}"/>
              </a:ext>
            </a:extLst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2">
                  <p14:trim end="126"/>
                </p14:media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12479752" y="1103244"/>
            <a:ext cx="509587" cy="509587"/>
          </a:xfrm>
          <a:prstGeom prst="rect">
            <a:avLst/>
          </a:prstGeom>
        </p:spPr>
      </p:pic>
      <p:sp>
        <p:nvSpPr>
          <p:cNvPr id="12" name="CaixaDeTexto 11">
            <a:extLst>
              <a:ext uri="{FF2B5EF4-FFF2-40B4-BE49-F238E27FC236}">
                <a16:creationId xmlns:a16="http://schemas.microsoft.com/office/drawing/2014/main" id="{8F4F14B0-CBD5-F783-E455-C3EDC6D6CA9A}"/>
              </a:ext>
            </a:extLst>
          </p:cNvPr>
          <p:cNvSpPr txBox="1"/>
          <p:nvPr/>
        </p:nvSpPr>
        <p:spPr>
          <a:xfrm>
            <a:off x="641834" y="515389"/>
            <a:ext cx="21489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>
                <a:solidFill>
                  <a:schemeClr val="bg1"/>
                </a:solidFill>
                <a:effectLst>
                  <a:outerShdw blurRad="1270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Arial Black" panose="020B0A04020102020204" pitchFamily="34" charset="0"/>
              </a:rPr>
              <a:t>Regras do Jogo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B77E376C-601B-D86C-76CA-091A64A3CD0C}"/>
              </a:ext>
            </a:extLst>
          </p:cNvPr>
          <p:cNvSpPr txBox="1"/>
          <p:nvPr/>
        </p:nvSpPr>
        <p:spPr>
          <a:xfrm>
            <a:off x="641835" y="1165747"/>
            <a:ext cx="6120310" cy="24411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20000"/>
              </a:lnSpc>
              <a:spcBef>
                <a:spcPts val="600"/>
              </a:spcBef>
              <a:buAutoNum type="arabicPeriod"/>
            </a:pPr>
            <a:r>
              <a:rPr lang="pt-BR" sz="1600" dirty="0">
                <a:solidFill>
                  <a:schemeClr val="bg1"/>
                </a:solidFill>
                <a:effectLst>
                  <a:outerShdw blurRad="889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O jogo tem 10 perguntas</a:t>
            </a:r>
          </a:p>
          <a:p>
            <a:pPr marL="342900" indent="-342900">
              <a:lnSpc>
                <a:spcPct val="120000"/>
              </a:lnSpc>
              <a:spcBef>
                <a:spcPts val="600"/>
              </a:spcBef>
              <a:buAutoNum type="arabicPeriod"/>
            </a:pPr>
            <a:r>
              <a:rPr lang="pt-BR" sz="1600" dirty="0">
                <a:solidFill>
                  <a:schemeClr val="bg1"/>
                </a:solidFill>
                <a:effectLst>
                  <a:outerShdw blurRad="889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Cada pergunta tem 4 alternativas;</a:t>
            </a:r>
          </a:p>
          <a:p>
            <a:pPr marL="342900" indent="-342900">
              <a:lnSpc>
                <a:spcPct val="120000"/>
              </a:lnSpc>
              <a:spcBef>
                <a:spcPts val="600"/>
              </a:spcBef>
              <a:buAutoNum type="arabicPeriod"/>
            </a:pPr>
            <a:r>
              <a:rPr lang="pt-BR" sz="1600" dirty="0">
                <a:solidFill>
                  <a:schemeClr val="bg1"/>
                </a:solidFill>
                <a:effectLst>
                  <a:outerShdw blurRad="889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A medida que o participante avança no jogo, o grau de dificuldade das perguntas deve aumentar;</a:t>
            </a:r>
          </a:p>
          <a:p>
            <a:pPr marL="342900" indent="-342900">
              <a:lnSpc>
                <a:spcPct val="120000"/>
              </a:lnSpc>
              <a:spcBef>
                <a:spcPts val="600"/>
              </a:spcBef>
              <a:buAutoNum type="arabicPeriod"/>
            </a:pPr>
            <a:r>
              <a:rPr lang="pt-BR" sz="1600" dirty="0">
                <a:solidFill>
                  <a:schemeClr val="bg1"/>
                </a:solidFill>
                <a:effectLst>
                  <a:outerShdw blurRad="889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Não é possível pular perguntas. A premiação será exibida assim que o participante encerrar a participação;</a:t>
            </a:r>
          </a:p>
          <a:p>
            <a:pPr marL="342900" indent="-342900">
              <a:lnSpc>
                <a:spcPct val="120000"/>
              </a:lnSpc>
              <a:spcBef>
                <a:spcPts val="600"/>
              </a:spcBef>
              <a:buAutoNum type="arabicPeriod"/>
            </a:pPr>
            <a:r>
              <a:rPr lang="pt-BR" sz="1600" dirty="0">
                <a:solidFill>
                  <a:schemeClr val="bg1"/>
                </a:solidFill>
                <a:effectLst>
                  <a:outerShdw blurRad="889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O instrutor do jogo poderá alterar as regras como desejar;</a:t>
            </a:r>
          </a:p>
        </p:txBody>
      </p:sp>
      <p:pic>
        <p:nvPicPr>
          <p:cNvPr id="14" name="posso perguntar">
            <a:hlinkClick r:id="" action="ppaction://media"/>
            <a:extLst>
              <a:ext uri="{FF2B5EF4-FFF2-40B4-BE49-F238E27FC236}">
                <a16:creationId xmlns:a16="http://schemas.microsoft.com/office/drawing/2014/main" id="{80C0FF39-C539-4F98-45A9-60156BEE440B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12479752" y="100836"/>
            <a:ext cx="509587" cy="509587"/>
          </a:xfrm>
          <a:prstGeom prst="rect">
            <a:avLst/>
          </a:prstGeom>
        </p:spPr>
      </p:pic>
      <p:pic>
        <p:nvPicPr>
          <p:cNvPr id="3" name="!!logodomilhao">
            <a:extLst>
              <a:ext uri="{FF2B5EF4-FFF2-40B4-BE49-F238E27FC236}">
                <a16:creationId xmlns:a16="http://schemas.microsoft.com/office/drawing/2014/main" id="{9DC1C4B0-5816-BD25-1F75-DDE52BC65C8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044075" y="-203970"/>
            <a:ext cx="2272871" cy="2441182"/>
          </a:xfrm>
          <a:prstGeom prst="rect">
            <a:avLst/>
          </a:prstGeom>
          <a:effectLst>
            <a:softEdge rad="25400"/>
          </a:effectLst>
        </p:spPr>
      </p:pic>
    </p:spTree>
    <p:extLst>
      <p:ext uri="{BB962C8B-B14F-4D97-AF65-F5344CB8AC3E}">
        <p14:creationId xmlns:p14="http://schemas.microsoft.com/office/powerpoint/2010/main" val="5283192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" presetClass="mediacall" presetSubtype="0" fill="hold" nodeType="withEffect">
                                  <p:stCondLst>
                                    <p:cond delay="350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" fill="hold"/>
                                        <p:tgtEl>
                                          <p:spTgt spid="1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grpId="0" nodeType="withEffect">
                                  <p:stCondLst>
                                    <p:cond delay="4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42" presetClass="path" presetSubtype="0" decel="50000" fill="hold" grpId="1" nodeType="withEffect">
                                  <p:stCondLst>
                                    <p:cond delay="4500"/>
                                  </p:stCondLst>
                                  <p:childTnLst>
                                    <p:animMotion origin="layout" path="M -4.375E-6 -4.07407E-6 L -4.375E-6 0.25 " pathEditMode="relative" rAng="0" ptsTypes="AA">
                                      <p:cBhvr>
                                        <p:cTn id="19" dur="500" spd="-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500"/>
                                    </p:animMotion>
                                  </p:childTnLst>
                                </p:cTn>
                              </p:par>
                              <p:par>
                                <p:cTn id="20" presetID="6" presetClass="emph" presetSubtype="0" repeatCount="indefinite" autoRev="1" fill="remove" grpId="2" nodeType="withEffect">
                                  <p:stCondLst>
                                    <p:cond delay="5000"/>
                                  </p:stCondLst>
                                  <p:childTnLst>
                                    <p:animScale>
                                      <p:cBhvr>
                                        <p:cTn id="21" dur="500" fill="hold"/>
                                        <p:tgtEl>
                                          <p:spTgt spid="10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8" presetClass="emph" presetSubtype="0" repeatCount="indefinite" autoRev="1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600000">
                                      <p:cBhvr>
                                        <p:cTn id="28" dur="1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9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" fill="hold">
                      <p:stCondLst>
                        <p:cond delay="0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33" dur="1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audio>
              <p:cMediaNode vol="80000" numSld="999">
                <p:cTn id="34" fill="remove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4"/>
                </p:tgtEl>
              </p:cMediaNode>
            </p:audio>
            <p:audio>
              <p:cMediaNode vol="80000" numSld="999">
                <p:cTn id="35" fill="remove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1"/>
                </p:tgtEl>
              </p:cMediaNode>
            </p:audio>
          </p:childTnLst>
        </p:cTn>
      </p:par>
    </p:tnLst>
    <p:bldLst>
      <p:bldP spid="10" grpId="0" animBg="1"/>
      <p:bldP spid="10" grpId="1" animBg="1"/>
      <p:bldP spid="10" grpId="2" animBg="1"/>
      <p:bldP spid="12" grpId="0"/>
      <p:bldP spid="1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sposta1">
            <a:hlinkClick r:id="rId9" action="ppaction://hlinksldjump"/>
            <a:extLst>
              <a:ext uri="{FF2B5EF4-FFF2-40B4-BE49-F238E27FC236}">
                <a16:creationId xmlns:a16="http://schemas.microsoft.com/office/drawing/2014/main" id="{EF597833-8F93-94D6-572D-287CB24CA478}"/>
              </a:ext>
            </a:extLst>
          </p:cNvPr>
          <p:cNvSpPr/>
          <p:nvPr/>
        </p:nvSpPr>
        <p:spPr>
          <a:xfrm>
            <a:off x="417962" y="2845720"/>
            <a:ext cx="5220000" cy="540000"/>
          </a:xfrm>
          <a:prstGeom prst="roundRect">
            <a:avLst/>
          </a:prstGeom>
          <a:gradFill flip="none" rotWithShape="1">
            <a:gsLst>
              <a:gs pos="0">
                <a:srgbClr val="C40000"/>
              </a:gs>
              <a:gs pos="36000">
                <a:srgbClr val="9B0000"/>
              </a:gs>
              <a:gs pos="78000">
                <a:srgbClr val="640000"/>
              </a:gs>
            </a:gsLst>
            <a:lin ang="19200000" scaled="0"/>
            <a:tileRect/>
          </a:gradFill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76000" rIns="18000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800" b="0" i="0" u="none" strike="noStrike" kern="1200" cap="none" spc="0" normalizeH="0" baseline="0" noProof="0" dirty="0">
                <a:ln w="3175">
                  <a:noFill/>
                </a:ln>
                <a:solidFill>
                  <a:prstClr val="white"/>
                </a:solidFill>
                <a:effectLst>
                  <a:outerShdw blurRad="1270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Arial" panose="020B0604020202020204" pitchFamily="34" charset="0"/>
                <a:ea typeface="Open Sans Extrabold" panose="020B0906030804020204" pitchFamily="34" charset="0"/>
                <a:cs typeface="Arial" panose="020B0604020202020204" pitchFamily="34" charset="0"/>
              </a:rPr>
              <a:t>Secretaria de Mobilidade Urbana</a:t>
            </a:r>
          </a:p>
        </p:txBody>
      </p:sp>
      <p:sp>
        <p:nvSpPr>
          <p:cNvPr id="5" name="resposta3">
            <a:extLst>
              <a:ext uri="{FF2B5EF4-FFF2-40B4-BE49-F238E27FC236}">
                <a16:creationId xmlns:a16="http://schemas.microsoft.com/office/drawing/2014/main" id="{D8927D95-95B0-BA2F-1ECA-13CFCB685297}"/>
              </a:ext>
            </a:extLst>
          </p:cNvPr>
          <p:cNvSpPr/>
          <p:nvPr/>
        </p:nvSpPr>
        <p:spPr>
          <a:xfrm>
            <a:off x="417962" y="4380950"/>
            <a:ext cx="5220000" cy="540000"/>
          </a:xfrm>
          <a:prstGeom prst="roundRect">
            <a:avLst/>
          </a:prstGeom>
          <a:gradFill flip="none" rotWithShape="1">
            <a:gsLst>
              <a:gs pos="0">
                <a:srgbClr val="C40000"/>
              </a:gs>
              <a:gs pos="36000">
                <a:srgbClr val="9B0000"/>
              </a:gs>
              <a:gs pos="78000">
                <a:srgbClr val="640000"/>
              </a:gs>
            </a:gsLst>
            <a:lin ang="19200000" scaled="0"/>
            <a:tileRect/>
          </a:gradFill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76000" rIns="18000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800" b="0" i="0" u="none" strike="noStrike" kern="1200" cap="none" spc="0" normalizeH="0" baseline="0" noProof="0" dirty="0">
                <a:ln w="3175">
                  <a:noFill/>
                </a:ln>
                <a:solidFill>
                  <a:prstClr val="white"/>
                </a:solidFill>
                <a:effectLst>
                  <a:outerShdw blurRad="1270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Arial" panose="020B0604020202020204" pitchFamily="34" charset="0"/>
                <a:ea typeface="Open Sans Extrabold" panose="020B0906030804020204" pitchFamily="34" charset="0"/>
                <a:cs typeface="Arial" panose="020B0604020202020204" pitchFamily="34" charset="0"/>
              </a:rPr>
              <a:t>Secretaria de Transportes Metropolitanos</a:t>
            </a:r>
          </a:p>
        </p:txBody>
      </p:sp>
      <p:sp>
        <p:nvSpPr>
          <p:cNvPr id="8" name="resposta2">
            <a:hlinkClick r:id="rId10" action="ppaction://hlinksldjump"/>
            <a:extLst>
              <a:ext uri="{FF2B5EF4-FFF2-40B4-BE49-F238E27FC236}">
                <a16:creationId xmlns:a16="http://schemas.microsoft.com/office/drawing/2014/main" id="{FA877B18-1F02-B31D-C4AE-EF93206C77D0}"/>
              </a:ext>
            </a:extLst>
          </p:cNvPr>
          <p:cNvSpPr/>
          <p:nvPr/>
        </p:nvSpPr>
        <p:spPr>
          <a:xfrm>
            <a:off x="417962" y="3603383"/>
            <a:ext cx="5220000" cy="540000"/>
          </a:xfrm>
          <a:prstGeom prst="roundRect">
            <a:avLst/>
          </a:prstGeom>
          <a:gradFill flip="none" rotWithShape="1">
            <a:gsLst>
              <a:gs pos="0">
                <a:srgbClr val="C40000"/>
              </a:gs>
              <a:gs pos="36000">
                <a:srgbClr val="9B0000"/>
              </a:gs>
              <a:gs pos="78000">
                <a:srgbClr val="640000"/>
              </a:gs>
            </a:gsLst>
            <a:lin ang="19200000" scaled="0"/>
            <a:tileRect/>
          </a:gradFill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76000" rIns="18000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800" b="0" i="0" u="none" strike="noStrike" kern="1200" cap="none" spc="0" normalizeH="0" baseline="0" noProof="0" dirty="0">
                <a:ln w="3175">
                  <a:noFill/>
                </a:ln>
                <a:solidFill>
                  <a:prstClr val="white"/>
                </a:solidFill>
                <a:effectLst>
                  <a:outerShdw blurRad="1270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Arial" panose="020B0604020202020204" pitchFamily="34" charset="0"/>
                <a:ea typeface="Open Sans Extrabold" panose="020B0906030804020204" pitchFamily="34" charset="0"/>
                <a:cs typeface="Arial" panose="020B0604020202020204" pitchFamily="34" charset="0"/>
              </a:rPr>
              <a:t>Secretaria de Infraestrutura</a:t>
            </a:r>
          </a:p>
        </p:txBody>
      </p:sp>
      <p:sp>
        <p:nvSpPr>
          <p:cNvPr id="14" name="resposta4">
            <a:hlinkClick r:id="rId11" action="ppaction://hlinksldjump"/>
            <a:extLst>
              <a:ext uri="{FF2B5EF4-FFF2-40B4-BE49-F238E27FC236}">
                <a16:creationId xmlns:a16="http://schemas.microsoft.com/office/drawing/2014/main" id="{EC367AE1-89B0-0178-D030-42EC51253F8A}"/>
              </a:ext>
            </a:extLst>
          </p:cNvPr>
          <p:cNvSpPr/>
          <p:nvPr/>
        </p:nvSpPr>
        <p:spPr>
          <a:xfrm>
            <a:off x="417962" y="5138613"/>
            <a:ext cx="5220000" cy="540000"/>
          </a:xfrm>
          <a:prstGeom prst="roundRect">
            <a:avLst/>
          </a:prstGeom>
          <a:gradFill flip="none" rotWithShape="1">
            <a:gsLst>
              <a:gs pos="0">
                <a:srgbClr val="C40000"/>
              </a:gs>
              <a:gs pos="36000">
                <a:srgbClr val="9B0000"/>
              </a:gs>
              <a:gs pos="78000">
                <a:srgbClr val="640000"/>
              </a:gs>
            </a:gsLst>
            <a:lin ang="19200000" scaled="0"/>
            <a:tileRect/>
          </a:gradFill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76000" rIns="18000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800" b="0" i="0" u="none" strike="noStrike" kern="1200" cap="none" spc="0" normalizeH="0" baseline="0" noProof="0" dirty="0">
                <a:ln w="3175">
                  <a:noFill/>
                </a:ln>
                <a:solidFill>
                  <a:prstClr val="white"/>
                </a:solidFill>
                <a:effectLst>
                  <a:outerShdw blurRad="1270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Arial" panose="020B0604020202020204" pitchFamily="34" charset="0"/>
                <a:ea typeface="Open Sans Extrabold" panose="020B0906030804020204" pitchFamily="34" charset="0"/>
                <a:cs typeface="Arial" panose="020B0604020202020204" pitchFamily="34" charset="0"/>
              </a:rPr>
              <a:t>Secretaria de Logística</a:t>
            </a:r>
          </a:p>
        </p:txBody>
      </p:sp>
      <p:pic>
        <p:nvPicPr>
          <p:cNvPr id="23" name="Espaço Reservado para Imagem 22" descr="Pessoa posando para foto com a mão na boca&#10;&#10;O conteúdo gerado por IA pode estar incorreto.">
            <a:extLst>
              <a:ext uri="{FF2B5EF4-FFF2-40B4-BE49-F238E27FC236}">
                <a16:creationId xmlns:a16="http://schemas.microsoft.com/office/drawing/2014/main" id="{E014325D-33A1-F5E3-C8A3-3031991AA277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1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effectLst>
            <a:outerShdw blurRad="508000" dist="3810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6" name="tag1">
            <a:extLst>
              <a:ext uri="{FF2B5EF4-FFF2-40B4-BE49-F238E27FC236}">
                <a16:creationId xmlns:a16="http://schemas.microsoft.com/office/drawing/2014/main" id="{A3F6047F-9EEE-EF53-82CD-FFFE9EA2EFEF}"/>
              </a:ext>
            </a:extLst>
          </p:cNvPr>
          <p:cNvSpPr/>
          <p:nvPr/>
        </p:nvSpPr>
        <p:spPr>
          <a:xfrm>
            <a:off x="521986" y="2907768"/>
            <a:ext cx="396000" cy="396000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innerShdw blurRad="76200">
              <a:prstClr val="black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400" b="1" i="0" u="none" strike="noStrike" kern="1200" cap="none" spc="0" normalizeH="0" baseline="0" noProof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</a:t>
            </a:r>
          </a:p>
        </p:txBody>
      </p:sp>
      <p:sp>
        <p:nvSpPr>
          <p:cNvPr id="9" name="tag2">
            <a:extLst>
              <a:ext uri="{FF2B5EF4-FFF2-40B4-BE49-F238E27FC236}">
                <a16:creationId xmlns:a16="http://schemas.microsoft.com/office/drawing/2014/main" id="{35450299-ED4F-C379-D072-B45CD1371CEC}"/>
              </a:ext>
            </a:extLst>
          </p:cNvPr>
          <p:cNvSpPr/>
          <p:nvPr/>
        </p:nvSpPr>
        <p:spPr>
          <a:xfrm>
            <a:off x="521986" y="3684841"/>
            <a:ext cx="396000" cy="396000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innerShdw blurRad="76200">
              <a:prstClr val="black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400" b="1" i="0" u="none" strike="noStrike" kern="1200" cap="none" spc="0" normalizeH="0" baseline="0" noProof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</a:t>
            </a:r>
          </a:p>
        </p:txBody>
      </p:sp>
      <p:sp>
        <p:nvSpPr>
          <p:cNvPr id="12" name="tag3">
            <a:extLst>
              <a:ext uri="{FF2B5EF4-FFF2-40B4-BE49-F238E27FC236}">
                <a16:creationId xmlns:a16="http://schemas.microsoft.com/office/drawing/2014/main" id="{E2F00987-29C4-7085-9E54-4EB47B7D98A5}"/>
              </a:ext>
            </a:extLst>
          </p:cNvPr>
          <p:cNvSpPr/>
          <p:nvPr/>
        </p:nvSpPr>
        <p:spPr>
          <a:xfrm>
            <a:off x="521986" y="4451282"/>
            <a:ext cx="396000" cy="396000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innerShdw blurRad="76200">
              <a:prstClr val="black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400" b="1" i="0" u="none" strike="noStrike" kern="1200" cap="none" spc="0" normalizeH="0" baseline="0" noProof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3</a:t>
            </a:r>
          </a:p>
        </p:txBody>
      </p:sp>
      <p:sp>
        <p:nvSpPr>
          <p:cNvPr id="15" name="tag4">
            <a:extLst>
              <a:ext uri="{FF2B5EF4-FFF2-40B4-BE49-F238E27FC236}">
                <a16:creationId xmlns:a16="http://schemas.microsoft.com/office/drawing/2014/main" id="{5C1AFDDC-FE2D-1311-F315-A47975467FFA}"/>
              </a:ext>
            </a:extLst>
          </p:cNvPr>
          <p:cNvSpPr/>
          <p:nvPr/>
        </p:nvSpPr>
        <p:spPr>
          <a:xfrm>
            <a:off x="521986" y="5210613"/>
            <a:ext cx="396000" cy="396000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innerShdw blurRad="76200">
              <a:prstClr val="black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400" b="1" i="0" u="none" strike="noStrike" kern="1200" cap="none" spc="0" normalizeH="0" baseline="0" noProof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4</a:t>
            </a:r>
          </a:p>
        </p:txBody>
      </p:sp>
      <p:sp>
        <p:nvSpPr>
          <p:cNvPr id="16" name="pergunta">
            <a:extLst>
              <a:ext uri="{FF2B5EF4-FFF2-40B4-BE49-F238E27FC236}">
                <a16:creationId xmlns:a16="http://schemas.microsoft.com/office/drawing/2014/main" id="{5C85B2F6-BC68-3DD9-F93D-A8A8110BC8EC}"/>
              </a:ext>
            </a:extLst>
          </p:cNvPr>
          <p:cNvSpPr/>
          <p:nvPr/>
        </p:nvSpPr>
        <p:spPr>
          <a:xfrm>
            <a:off x="-410817" y="1442277"/>
            <a:ext cx="6785113" cy="1152000"/>
          </a:xfrm>
          <a:prstGeom prst="roundRect">
            <a:avLst/>
          </a:prstGeom>
          <a:gradFill flip="none" rotWithShape="1">
            <a:gsLst>
              <a:gs pos="0">
                <a:srgbClr val="C40000"/>
              </a:gs>
              <a:gs pos="59000">
                <a:srgbClr val="9B0000"/>
              </a:gs>
              <a:gs pos="100000">
                <a:srgbClr val="640000"/>
              </a:gs>
            </a:gsLst>
            <a:lin ang="19200000" scaled="0"/>
            <a:tileRect/>
          </a:gradFill>
          <a:ln w="31750">
            <a:solidFill>
              <a:schemeClr val="bg1"/>
            </a:solidFill>
          </a:ln>
          <a:effectLst>
            <a:outerShdw blurRad="381000" dist="1270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8000" rIns="18000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000" b="1" i="0" u="none" strike="noStrike" kern="1200" cap="none" spc="0" normalizeH="0" baseline="0" noProof="0" dirty="0">
                <a:ln w="3175">
                  <a:noFill/>
                </a:ln>
                <a:solidFill>
                  <a:prstClr val="white"/>
                </a:solidFill>
                <a:effectLst>
                  <a:outerShdw blurRad="1270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Arial" panose="020B0604020202020204"/>
                <a:ea typeface="Open Sans Extrabold" panose="020B0906030804020204" pitchFamily="34" charset="0"/>
                <a:cs typeface="Arial" panose="020B0604020202020204" pitchFamily="34" charset="0"/>
              </a:rPr>
              <a:t>A CPTM está ligada a qual secretaria?</a:t>
            </a:r>
          </a:p>
        </p:txBody>
      </p:sp>
      <p:sp>
        <p:nvSpPr>
          <p:cNvPr id="28" name="Botaão Próxima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E807D155-73C4-81DA-71B9-9DF43ECA968C}"/>
              </a:ext>
            </a:extLst>
          </p:cNvPr>
          <p:cNvSpPr/>
          <p:nvPr/>
        </p:nvSpPr>
        <p:spPr>
          <a:xfrm>
            <a:off x="7978891" y="5145723"/>
            <a:ext cx="2330219" cy="540000"/>
          </a:xfrm>
          <a:prstGeom prst="roundRect">
            <a:avLst/>
          </a:prstGeom>
          <a:gradFill flip="none" rotWithShape="1">
            <a:gsLst>
              <a:gs pos="0">
                <a:schemeClr val="accent6"/>
              </a:gs>
              <a:gs pos="59000">
                <a:schemeClr val="accent6">
                  <a:lumMod val="75000"/>
                </a:schemeClr>
              </a:gs>
              <a:gs pos="100000">
                <a:schemeClr val="accent6">
                  <a:lumMod val="50000"/>
                </a:schemeClr>
              </a:gs>
            </a:gsLst>
            <a:lin ang="19200000" scaled="0"/>
            <a:tileRect/>
          </a:gradFill>
          <a:ln w="19050">
            <a:solidFill>
              <a:schemeClr val="bg1"/>
            </a:solidFill>
          </a:ln>
          <a:effectLst>
            <a:outerShdw blurRad="381000" dist="1270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rIns="108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1" i="0" u="none" strike="noStrike" kern="1200" cap="none" spc="0" normalizeH="0" baseline="0" noProof="0" dirty="0">
                <a:ln w="3175">
                  <a:noFill/>
                </a:ln>
                <a:solidFill>
                  <a:prstClr val="white"/>
                </a:solidFill>
                <a:effectLst>
                  <a:outerShdw blurRad="1270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Arial" panose="020B0604020202020204" pitchFamily="34" charset="0"/>
                <a:ea typeface="Open Sans Extrabold" panose="020B0906030804020204" pitchFamily="34" charset="0"/>
                <a:cs typeface="Arial" panose="020B0604020202020204" pitchFamily="34" charset="0"/>
              </a:rPr>
              <a:t>Explicação</a:t>
            </a:r>
          </a:p>
        </p:txBody>
      </p:sp>
      <p:pic>
        <p:nvPicPr>
          <p:cNvPr id="35" name="CERTA A RESPOSTA">
            <a:hlinkClick r:id="" action="ppaction://media"/>
            <a:extLst>
              <a:ext uri="{FF2B5EF4-FFF2-40B4-BE49-F238E27FC236}">
                <a16:creationId xmlns:a16="http://schemas.microsoft.com/office/drawing/2014/main" id="{CF86B15D-1E94-24C3-2726-F3E1640A9E1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3"/>
          <a:stretch>
            <a:fillRect/>
          </a:stretch>
        </p:blipFill>
        <p:spPr>
          <a:xfrm>
            <a:off x="12451038" y="4365625"/>
            <a:ext cx="509587" cy="509588"/>
          </a:xfrm>
          <a:prstGeom prst="rect">
            <a:avLst/>
          </a:prstGeom>
        </p:spPr>
      </p:pic>
      <p:pic>
        <p:nvPicPr>
          <p:cNvPr id="37" name="QUAL É A RESPOSTA CERTA">
            <a:hlinkClick r:id="" action="ppaction://media"/>
            <a:extLst>
              <a:ext uri="{FF2B5EF4-FFF2-40B4-BE49-F238E27FC236}">
                <a16:creationId xmlns:a16="http://schemas.microsoft.com/office/drawing/2014/main" id="{ADF2E76B-AC30-C8C0-8F60-C23C62892178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3"/>
          <a:stretch>
            <a:fillRect/>
          </a:stretch>
        </p:blipFill>
        <p:spPr>
          <a:xfrm>
            <a:off x="12451038" y="1091406"/>
            <a:ext cx="509587" cy="509587"/>
          </a:xfrm>
          <a:prstGeom prst="rect">
            <a:avLst/>
          </a:prstGeom>
        </p:spPr>
      </p:pic>
      <p:pic>
        <p:nvPicPr>
          <p:cNvPr id="38" name="PRÓXIMA PERGUNTA">
            <a:hlinkClick r:id="" action="ppaction://media"/>
            <a:extLst>
              <a:ext uri="{FF2B5EF4-FFF2-40B4-BE49-F238E27FC236}">
                <a16:creationId xmlns:a16="http://schemas.microsoft.com/office/drawing/2014/main" id="{D03ECEAE-95FB-7C0C-79F8-755EFA8492AC}"/>
              </a:ext>
            </a:extLst>
          </p:cNvPr>
          <p:cNvPicPr>
            <a:picLocks noChangeAspect="1"/>
          </p:cNvPicPr>
          <p:nvPr>
            <a:audioFile r:link="rId5"/>
            <p:extLst>
              <p:ext uri="{DAA4B4D4-6D71-4841-9C94-3DE7FCFB9230}">
                <p14:media xmlns:p14="http://schemas.microsoft.com/office/powerpoint/2010/main" r:embed="rId6">
                  <p14:trim end="126"/>
                </p14:media>
              </p:ext>
            </p:extLst>
          </p:nvPr>
        </p:nvPicPr>
        <p:blipFill>
          <a:blip r:embed="rId13"/>
          <a:stretch>
            <a:fillRect/>
          </a:stretch>
        </p:blipFill>
        <p:spPr>
          <a:xfrm>
            <a:off x="12451037" y="5511800"/>
            <a:ext cx="509587" cy="509587"/>
          </a:xfrm>
          <a:prstGeom prst="rect">
            <a:avLst/>
          </a:prstGeom>
        </p:spPr>
      </p:pic>
      <p:pic>
        <p:nvPicPr>
          <p:cNvPr id="2" name="!!logodomilhao">
            <a:extLst>
              <a:ext uri="{FF2B5EF4-FFF2-40B4-BE49-F238E27FC236}">
                <a16:creationId xmlns:a16="http://schemas.microsoft.com/office/drawing/2014/main" id="{D775AD77-447D-E3C1-4B68-7895004F69D7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632282" y="0"/>
            <a:ext cx="1378078" cy="1480128"/>
          </a:xfrm>
          <a:prstGeom prst="rect">
            <a:avLst/>
          </a:prstGeom>
          <a:effectLst>
            <a:softEdge rad="25400"/>
          </a:effectLst>
        </p:spPr>
      </p:pic>
    </p:spTree>
    <p:extLst>
      <p:ext uri="{BB962C8B-B14F-4D97-AF65-F5344CB8AC3E}">
        <p14:creationId xmlns:p14="http://schemas.microsoft.com/office/powerpoint/2010/main" val="41123609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ac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accel="5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accel="5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accel="5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accel="5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2500"/>
                            </p:stCondLst>
                            <p:childTnLst>
                              <p:par>
                                <p:cTn id="38" presetID="1" presetClass="mediacall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cmd type="call" cmd="playFrom(0.0)">
                                      <p:cBhvr>
                                        <p:cTn id="39" dur="1" fill="hold"/>
                                        <p:tgtEl>
                                          <p:spTgt spid="3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8" presetClass="emph" presetSubtype="0" repeatCount="indefinite" autoRev="1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600000">
                                      <p:cBhvr>
                                        <p:cTn id="46" dur="1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7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8" fill="hold">
                      <p:stCondLst>
                        <p:cond delay="0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9" presetClass="emph" presetSubtype="0" repeatCount="2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1" dur="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FF00"/>
                                      </p:to>
                                    </p:animClr>
                                    <p:animClr clrSpc="rgb" dir="cw">
                                      <p:cBhvr>
                                        <p:cTn id="52" dur="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FF00"/>
                                      </p:to>
                                    </p:animClr>
                                    <p:set>
                                      <p:cBhvr>
                                        <p:cTn id="53" dur="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4" dur="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3" presetClass="emph" presetSubtype="2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00"/>
                            </p:stCondLst>
                            <p:childTnLst>
                              <p:par>
                                <p:cTn id="58" presetID="1" presetClass="mediacall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cmd type="call" cmd="playFrom(0.0)">
                                      <p:cBhvr>
                                        <p:cTn id="59" dur="1" fill="hold"/>
                                        <p:tgtEl>
                                          <p:spTgt spid="3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750"/>
                            </p:stCondLst>
                            <p:childTnLst>
                              <p:par>
                                <p:cTn id="6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11022E-16 -3.33333E-6 L 1.11022E-16 0.32061 " pathEditMode="relative" rAng="0" ptsTypes="AA">
                                      <p:cBhvr>
                                        <p:cTn id="67" dur="500" spd="-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601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1250"/>
                            </p:stCondLst>
                            <p:childTnLst>
                              <p:par>
                                <p:cTn id="69" presetID="6" presetClass="emph" presetSubtype="0" repeatCount="indefinite" autoRev="1" fill="hold" grpId="2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Scale>
                                      <p:cBhvr>
                                        <p:cTn id="70" dur="500" fill="hold"/>
                                        <p:tgtEl>
                                          <p:spTgt spid="28"/>
                                        </p:tgtEl>
                                      </p:cBhvr>
                                      <p:by x="90000" y="9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seq concurrent="1" nextAc="seek">
              <p:cTn id="71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2" fill="hold">
                      <p:stCondLst>
                        <p:cond delay="0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9" presetClass="emph" presetSubtype="0" repeatCount="2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5" dur="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  <p:animClr clrSpc="rgb" dir="cw">
                                      <p:cBhvr>
                                        <p:cTn id="76" dur="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  <p:set>
                                      <p:cBhvr>
                                        <p:cTn id="77" dur="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8" dur="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3" presetClass="emph" presetSubtype="2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  <p:seq concurrent="1" nextAc="seek">
              <p:cTn id="81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2" fill="hold">
                      <p:stCondLst>
                        <p:cond delay="0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9" presetClass="emph" presetSubtype="0" repeatCount="2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5" dur="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  <p:animClr clrSpc="rgb" dir="cw">
                                      <p:cBhvr>
                                        <p:cTn id="86" dur="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  <p:set>
                                      <p:cBhvr>
                                        <p:cTn id="87" dur="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8" dur="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3" presetClass="emph" presetSubtype="2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91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2" fill="hold">
                      <p:stCondLst>
                        <p:cond delay="0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9" presetClass="emph" presetSubtype="0" repeatCount="2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5" dur="2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  <p:animClr clrSpc="rgb" dir="cw">
                                      <p:cBhvr>
                                        <p:cTn id="96" dur="2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  <p:set>
                                      <p:cBhvr>
                                        <p:cTn id="97" dur="2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8" dur="2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3" presetClass="emph" presetSubtype="2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  <p:audio>
              <p:cMediaNode vol="80000" numSld="999">
                <p:cTn id="101" fill="remove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5"/>
                </p:tgtEl>
              </p:cMediaNode>
            </p:audio>
            <p:audio>
              <p:cMediaNode vol="80000" numSld="999">
                <p:cTn id="102" fill="remove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7"/>
                </p:tgtEl>
              </p:cMediaNode>
            </p:audio>
            <p:audio>
              <p:cMediaNode vol="80000" numSld="999">
                <p:cTn id="103" fill="remove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8"/>
                </p:tgtEl>
              </p:cMediaNode>
            </p:audio>
            <p:seq concurrent="1" nextAc="seek">
              <p:cTn id="104" restart="whenNotActive" fill="hold" evtFilter="cancelBubble" nodeType="interactiveSeq">
                <p:stCondLst>
                  <p:cond evt="onClick" delay="0">
                    <p:tgtEl>
                      <p:spTgt spid="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5" fill="hold">
                      <p:stCondLst>
                        <p:cond delay="0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8" dur="1" fill="hold"/>
                                        <p:tgtEl>
                                          <p:spTgt spid="3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8"/>
                  </p:tgtEl>
                </p:cond>
              </p:nextCondLst>
            </p:seq>
          </p:childTnLst>
        </p:cTn>
      </p:par>
    </p:tnLst>
    <p:bldLst>
      <p:bldP spid="11" grpId="0" animBg="1"/>
      <p:bldP spid="11" grpId="1" animBg="1"/>
      <p:bldP spid="11" grpId="2" animBg="1"/>
      <p:bldP spid="5" grpId="0" animBg="1"/>
      <p:bldP spid="5" grpId="1" animBg="1"/>
      <p:bldP spid="5" grpId="2" animBg="1"/>
      <p:bldP spid="8" grpId="0" animBg="1"/>
      <p:bldP spid="8" grpId="1" animBg="1"/>
      <p:bldP spid="8" grpId="2" animBg="1"/>
      <p:bldP spid="14" grpId="0" animBg="1"/>
      <p:bldP spid="14" grpId="1" animBg="1"/>
      <p:bldP spid="14" grpId="2" animBg="1"/>
      <p:bldP spid="6" grpId="0" animBg="1"/>
      <p:bldP spid="9" grpId="0" animBg="1"/>
      <p:bldP spid="12" grpId="0" animBg="1"/>
      <p:bldP spid="15" grpId="0" animBg="1"/>
      <p:bldP spid="16" grpId="0" animBg="1"/>
      <p:bldP spid="28" grpId="0" animBg="1"/>
      <p:bldP spid="28" grpId="1" animBg="1"/>
      <p:bldP spid="28" grpId="2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3820F9-3897-9AB4-4B6A-9505546AA2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 descr="Pessoas em estação de ônibus&#10;&#10;Descrição gerada automaticamente com confiança média">
            <a:extLst>
              <a:ext uri="{FF2B5EF4-FFF2-40B4-BE49-F238E27FC236}">
                <a16:creationId xmlns:a16="http://schemas.microsoft.com/office/drawing/2014/main" id="{1497C4F4-E66C-90F9-4B68-EB5FD6FA42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A8181937-AD51-DAFA-74C7-E134D996C9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41494" y="1789853"/>
            <a:ext cx="3622049" cy="2575679"/>
          </a:xfrm>
          <a:prstGeom prst="rect">
            <a:avLst/>
          </a:prstGeom>
        </p:spPr>
      </p:pic>
      <p:sp>
        <p:nvSpPr>
          <p:cNvPr id="2" name="Botaão Próxima">
            <a:hlinkClick r:id="rId5" action="ppaction://hlinksldjump"/>
            <a:extLst>
              <a:ext uri="{FF2B5EF4-FFF2-40B4-BE49-F238E27FC236}">
                <a16:creationId xmlns:a16="http://schemas.microsoft.com/office/drawing/2014/main" id="{E1775A10-24B6-7F05-0A4F-075C730DBA35}"/>
              </a:ext>
            </a:extLst>
          </p:cNvPr>
          <p:cNvSpPr/>
          <p:nvPr/>
        </p:nvSpPr>
        <p:spPr>
          <a:xfrm>
            <a:off x="9393804" y="5376730"/>
            <a:ext cx="2330219" cy="540000"/>
          </a:xfrm>
          <a:prstGeom prst="roundRect">
            <a:avLst/>
          </a:prstGeom>
          <a:gradFill flip="none" rotWithShape="1">
            <a:gsLst>
              <a:gs pos="0">
                <a:schemeClr val="accent6"/>
              </a:gs>
              <a:gs pos="59000">
                <a:schemeClr val="accent6">
                  <a:lumMod val="75000"/>
                </a:schemeClr>
              </a:gs>
              <a:gs pos="100000">
                <a:schemeClr val="accent6">
                  <a:lumMod val="50000"/>
                </a:schemeClr>
              </a:gs>
            </a:gsLst>
            <a:lin ang="19200000" scaled="0"/>
            <a:tileRect/>
          </a:gradFill>
          <a:ln w="19050">
            <a:solidFill>
              <a:schemeClr val="bg1"/>
            </a:solidFill>
          </a:ln>
          <a:effectLst>
            <a:outerShdw blurRad="381000" dist="1270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rIns="108000" rtlCol="0" anchor="ctr"/>
          <a:lstStyle/>
          <a:p>
            <a:pPr algn="ctr"/>
            <a:r>
              <a:rPr lang="pt-BR" sz="1400" b="1" dirty="0">
                <a:ln w="3175">
                  <a:noFill/>
                </a:ln>
                <a:effectLst>
                  <a:outerShdw blurRad="1270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Arial" panose="020B0604020202020204" pitchFamily="34" charset="0"/>
                <a:ea typeface="Open Sans Extrabold" panose="020B0906030804020204" pitchFamily="34" charset="0"/>
                <a:cs typeface="Arial" panose="020B0604020202020204" pitchFamily="34" charset="0"/>
              </a:rPr>
              <a:t>PRÓXIMA PERGUNTA</a:t>
            </a:r>
          </a:p>
        </p:txBody>
      </p:sp>
    </p:spTree>
    <p:extLst>
      <p:ext uri="{BB962C8B-B14F-4D97-AF65-F5344CB8AC3E}">
        <p14:creationId xmlns:p14="http://schemas.microsoft.com/office/powerpoint/2010/main" val="10929552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11022E-16 -3.33333E-6 L 1.11022E-16 0.32061 " pathEditMode="relative" rAng="0" ptsTypes="AA">
                                      <p:cBhvr>
                                        <p:cTn id="11" dur="500" spd="-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601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6" presetClass="emph" presetSubtype="0" repeatCount="indefinite" autoRev="1" fill="hold" grpId="2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Scale>
                                      <p:cBhvr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</p:cBhvr>
                                      <p:by x="90000" y="9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  <p:bldP spid="2" grpId="2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Espaço Reservado para Imagem 24" descr="Homem com roupa rosa&#10;&#10;O conteúdo gerado por IA pode estar incorreto.">
            <a:extLst>
              <a:ext uri="{FF2B5EF4-FFF2-40B4-BE49-F238E27FC236}">
                <a16:creationId xmlns:a16="http://schemas.microsoft.com/office/drawing/2014/main" id="{03B106CF-67A6-64AA-461F-BF34C785EE32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5409" t="-2053" r="-11372" b="14577"/>
          <a:stretch/>
        </p:blipFill>
        <p:spPr>
          <a:xfrm flipH="1">
            <a:off x="6096001" y="0"/>
            <a:ext cx="6096000" cy="6858000"/>
          </a:xfrm>
        </p:spPr>
      </p:pic>
      <p:sp>
        <p:nvSpPr>
          <p:cNvPr id="5" name="resposta4">
            <a:extLst>
              <a:ext uri="{FF2B5EF4-FFF2-40B4-BE49-F238E27FC236}">
                <a16:creationId xmlns:a16="http://schemas.microsoft.com/office/drawing/2014/main" id="{D8927D95-95B0-BA2F-1ECA-13CFCB685297}"/>
              </a:ext>
            </a:extLst>
          </p:cNvPr>
          <p:cNvSpPr/>
          <p:nvPr/>
        </p:nvSpPr>
        <p:spPr>
          <a:xfrm>
            <a:off x="417962" y="5139544"/>
            <a:ext cx="5220000" cy="540000"/>
          </a:xfrm>
          <a:prstGeom prst="roundRect">
            <a:avLst/>
          </a:prstGeom>
          <a:gradFill flip="none" rotWithShape="1">
            <a:gsLst>
              <a:gs pos="0">
                <a:srgbClr val="C40000"/>
              </a:gs>
              <a:gs pos="36000">
                <a:srgbClr val="9B0000"/>
              </a:gs>
              <a:gs pos="78000">
                <a:srgbClr val="640000"/>
              </a:gs>
            </a:gsLst>
            <a:lin ang="19200000" scaled="0"/>
            <a:tileRect/>
          </a:gradFill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76000" rIns="180000" rtlCol="0" anchor="ctr"/>
          <a:lstStyle/>
          <a:p>
            <a:r>
              <a:rPr lang="pt-BR" dirty="0">
                <a:ln w="3175">
                  <a:noFill/>
                </a:ln>
                <a:effectLst>
                  <a:outerShdw blurRad="1270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Arial" panose="020B0604020202020204" pitchFamily="34" charset="0"/>
                <a:ea typeface="Open Sans Extrabold" panose="020B0906030804020204" pitchFamily="34" charset="0"/>
                <a:cs typeface="Arial" panose="020B0604020202020204" pitchFamily="34" charset="0"/>
              </a:rPr>
              <a:t>Linha 10 - Turquesa</a:t>
            </a:r>
          </a:p>
        </p:txBody>
      </p:sp>
      <p:sp>
        <p:nvSpPr>
          <p:cNvPr id="8" name="resposta3">
            <a:hlinkClick r:id="rId10" action="ppaction://hlinksldjump"/>
            <a:extLst>
              <a:ext uri="{FF2B5EF4-FFF2-40B4-BE49-F238E27FC236}">
                <a16:creationId xmlns:a16="http://schemas.microsoft.com/office/drawing/2014/main" id="{FA877B18-1F02-B31D-C4AE-EF93206C77D0}"/>
              </a:ext>
            </a:extLst>
          </p:cNvPr>
          <p:cNvSpPr/>
          <p:nvPr/>
        </p:nvSpPr>
        <p:spPr>
          <a:xfrm>
            <a:off x="417962" y="4379282"/>
            <a:ext cx="5220000" cy="540000"/>
          </a:xfrm>
          <a:prstGeom prst="roundRect">
            <a:avLst/>
          </a:prstGeom>
          <a:gradFill flip="none" rotWithShape="1">
            <a:gsLst>
              <a:gs pos="0">
                <a:srgbClr val="C40000"/>
              </a:gs>
              <a:gs pos="36000">
                <a:srgbClr val="9B0000"/>
              </a:gs>
              <a:gs pos="78000">
                <a:srgbClr val="640000"/>
              </a:gs>
            </a:gsLst>
            <a:lin ang="19200000" scaled="0"/>
            <a:tileRect/>
          </a:gradFill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76000" rIns="180000" rtlCol="0" anchor="ctr"/>
          <a:lstStyle/>
          <a:p>
            <a:r>
              <a:rPr lang="pt-BR" dirty="0">
                <a:ln w="3175">
                  <a:noFill/>
                </a:ln>
                <a:effectLst>
                  <a:outerShdw blurRad="1270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Arial" panose="020B0604020202020204" pitchFamily="34" charset="0"/>
                <a:ea typeface="Open Sans Extrabold" panose="020B0906030804020204" pitchFamily="34" charset="0"/>
                <a:cs typeface="Arial" panose="020B0604020202020204" pitchFamily="34" charset="0"/>
              </a:rPr>
              <a:t>Linha 10 - Jade</a:t>
            </a:r>
          </a:p>
        </p:txBody>
      </p:sp>
      <p:sp>
        <p:nvSpPr>
          <p:cNvPr id="11" name="resposta2">
            <a:hlinkClick r:id="rId11" action="ppaction://hlinksldjump"/>
            <a:extLst>
              <a:ext uri="{FF2B5EF4-FFF2-40B4-BE49-F238E27FC236}">
                <a16:creationId xmlns:a16="http://schemas.microsoft.com/office/drawing/2014/main" id="{EF597833-8F93-94D6-572D-287CB24CA478}"/>
              </a:ext>
            </a:extLst>
          </p:cNvPr>
          <p:cNvSpPr/>
          <p:nvPr/>
        </p:nvSpPr>
        <p:spPr>
          <a:xfrm>
            <a:off x="417962" y="3594997"/>
            <a:ext cx="5220000" cy="540000"/>
          </a:xfrm>
          <a:prstGeom prst="roundRect">
            <a:avLst/>
          </a:prstGeom>
          <a:gradFill flip="none" rotWithShape="1">
            <a:gsLst>
              <a:gs pos="0">
                <a:srgbClr val="C40000"/>
              </a:gs>
              <a:gs pos="36000">
                <a:srgbClr val="9B0000"/>
              </a:gs>
              <a:gs pos="78000">
                <a:srgbClr val="640000"/>
              </a:gs>
            </a:gsLst>
            <a:lin ang="19200000" scaled="0"/>
            <a:tileRect/>
          </a:gradFill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76000" rIns="180000" rtlCol="0" anchor="ctr"/>
          <a:lstStyle/>
          <a:p>
            <a:r>
              <a:rPr lang="pt-BR" dirty="0">
                <a:ln w="3175">
                  <a:noFill/>
                </a:ln>
                <a:effectLst>
                  <a:outerShdw blurRad="1270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Arial" panose="020B0604020202020204" pitchFamily="34" charset="0"/>
                <a:ea typeface="Open Sans Extrabold" panose="020B0906030804020204" pitchFamily="34" charset="0"/>
                <a:cs typeface="Arial" panose="020B0604020202020204" pitchFamily="34" charset="0"/>
              </a:rPr>
              <a:t>Linha 10 - Coral</a:t>
            </a:r>
          </a:p>
        </p:txBody>
      </p:sp>
      <p:sp>
        <p:nvSpPr>
          <p:cNvPr id="14" name="resposta1">
            <a:hlinkClick r:id="rId12" action="ppaction://hlinksldjump"/>
            <a:extLst>
              <a:ext uri="{FF2B5EF4-FFF2-40B4-BE49-F238E27FC236}">
                <a16:creationId xmlns:a16="http://schemas.microsoft.com/office/drawing/2014/main" id="{EC367AE1-89B0-0178-D030-42EC51253F8A}"/>
              </a:ext>
            </a:extLst>
          </p:cNvPr>
          <p:cNvSpPr/>
          <p:nvPr/>
        </p:nvSpPr>
        <p:spPr>
          <a:xfrm>
            <a:off x="417962" y="2834735"/>
            <a:ext cx="5220000" cy="540000"/>
          </a:xfrm>
          <a:prstGeom prst="roundRect">
            <a:avLst/>
          </a:prstGeom>
          <a:gradFill flip="none" rotWithShape="1">
            <a:gsLst>
              <a:gs pos="0">
                <a:srgbClr val="C40000"/>
              </a:gs>
              <a:gs pos="36000">
                <a:srgbClr val="9B0000"/>
              </a:gs>
              <a:gs pos="78000">
                <a:srgbClr val="640000"/>
              </a:gs>
            </a:gsLst>
            <a:lin ang="19200000" scaled="0"/>
            <a:tileRect/>
          </a:gradFill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76000" rIns="180000" rtlCol="0" anchor="ctr"/>
          <a:lstStyle/>
          <a:p>
            <a:r>
              <a:rPr lang="pt-BR" dirty="0">
                <a:ln w="3175">
                  <a:noFill/>
                </a:ln>
                <a:effectLst>
                  <a:outerShdw blurRad="1270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Arial" panose="020B0604020202020204" pitchFamily="34" charset="0"/>
                <a:ea typeface="Open Sans Extrabold" panose="020B0906030804020204" pitchFamily="34" charset="0"/>
                <a:cs typeface="Arial" panose="020B0604020202020204" pitchFamily="34" charset="0"/>
              </a:rPr>
              <a:t>Linha 10 - Esmeralda</a:t>
            </a:r>
          </a:p>
        </p:txBody>
      </p:sp>
      <p:sp>
        <p:nvSpPr>
          <p:cNvPr id="9" name="tag2">
            <a:extLst>
              <a:ext uri="{FF2B5EF4-FFF2-40B4-BE49-F238E27FC236}">
                <a16:creationId xmlns:a16="http://schemas.microsoft.com/office/drawing/2014/main" id="{35450299-ED4F-C379-D072-B45CD1371CEC}"/>
              </a:ext>
            </a:extLst>
          </p:cNvPr>
          <p:cNvSpPr/>
          <p:nvPr/>
        </p:nvSpPr>
        <p:spPr>
          <a:xfrm>
            <a:off x="521986" y="3684841"/>
            <a:ext cx="396000" cy="396000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innerShdw blurRad="76200">
              <a:prstClr val="black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400" b="1">
                <a:solidFill>
                  <a:srgbClr val="3333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12" name="tag3">
            <a:extLst>
              <a:ext uri="{FF2B5EF4-FFF2-40B4-BE49-F238E27FC236}">
                <a16:creationId xmlns:a16="http://schemas.microsoft.com/office/drawing/2014/main" id="{E2F00987-29C4-7085-9E54-4EB47B7D98A5}"/>
              </a:ext>
            </a:extLst>
          </p:cNvPr>
          <p:cNvSpPr/>
          <p:nvPr/>
        </p:nvSpPr>
        <p:spPr>
          <a:xfrm>
            <a:off x="521986" y="4451282"/>
            <a:ext cx="396000" cy="396000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innerShdw blurRad="76200">
              <a:prstClr val="black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400" b="1">
                <a:solidFill>
                  <a:srgbClr val="3333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15" name="tag4">
            <a:extLst>
              <a:ext uri="{FF2B5EF4-FFF2-40B4-BE49-F238E27FC236}">
                <a16:creationId xmlns:a16="http://schemas.microsoft.com/office/drawing/2014/main" id="{5C1AFDDC-FE2D-1311-F315-A47975467FFA}"/>
              </a:ext>
            </a:extLst>
          </p:cNvPr>
          <p:cNvSpPr/>
          <p:nvPr/>
        </p:nvSpPr>
        <p:spPr>
          <a:xfrm>
            <a:off x="521986" y="5211544"/>
            <a:ext cx="396000" cy="396000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innerShdw blurRad="76200">
              <a:prstClr val="black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400" b="1">
                <a:solidFill>
                  <a:srgbClr val="3333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sp>
        <p:nvSpPr>
          <p:cNvPr id="16" name="pergunta">
            <a:extLst>
              <a:ext uri="{FF2B5EF4-FFF2-40B4-BE49-F238E27FC236}">
                <a16:creationId xmlns:a16="http://schemas.microsoft.com/office/drawing/2014/main" id="{5C85B2F6-BC68-3DD9-F93D-A8A8110BC8EC}"/>
              </a:ext>
            </a:extLst>
          </p:cNvPr>
          <p:cNvSpPr/>
          <p:nvPr/>
        </p:nvSpPr>
        <p:spPr>
          <a:xfrm>
            <a:off x="-410817" y="1442277"/>
            <a:ext cx="6785113" cy="1152000"/>
          </a:xfrm>
          <a:prstGeom prst="roundRect">
            <a:avLst/>
          </a:prstGeom>
          <a:gradFill flip="none" rotWithShape="1">
            <a:gsLst>
              <a:gs pos="0">
                <a:srgbClr val="C40000"/>
              </a:gs>
              <a:gs pos="59000">
                <a:srgbClr val="9B0000"/>
              </a:gs>
              <a:gs pos="100000">
                <a:srgbClr val="640000"/>
              </a:gs>
            </a:gsLst>
            <a:lin ang="19200000" scaled="0"/>
            <a:tileRect/>
          </a:gradFill>
          <a:ln w="31750">
            <a:solidFill>
              <a:schemeClr val="bg1"/>
            </a:solidFill>
          </a:ln>
          <a:effectLst>
            <a:outerShdw blurRad="381000" dist="1270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8000" rIns="180000" rtlCol="0" anchor="ctr"/>
          <a:lstStyle/>
          <a:p>
            <a:r>
              <a:rPr lang="pt-BR" sz="2000" b="1" dirty="0">
                <a:ln w="3175">
                  <a:noFill/>
                </a:ln>
                <a:effectLst>
                  <a:outerShdw blurRad="1270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Open Sans Extrabold" panose="020B0906030804020204" pitchFamily="34" charset="0"/>
                <a:cs typeface="Arial" panose="020B0604020202020204" pitchFamily="34" charset="0"/>
              </a:rPr>
              <a:t>Qual é o nome da Linha 10 da CPTM?</a:t>
            </a:r>
          </a:p>
        </p:txBody>
      </p:sp>
      <p:pic>
        <p:nvPicPr>
          <p:cNvPr id="35" name="CERTA A RESPOSTA">
            <a:hlinkClick r:id="" action="ppaction://media"/>
            <a:extLst>
              <a:ext uri="{FF2B5EF4-FFF2-40B4-BE49-F238E27FC236}">
                <a16:creationId xmlns:a16="http://schemas.microsoft.com/office/drawing/2014/main" id="{CF86B15D-1E94-24C3-2726-F3E1640A9E1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3"/>
          <a:stretch>
            <a:fillRect/>
          </a:stretch>
        </p:blipFill>
        <p:spPr>
          <a:xfrm>
            <a:off x="12451038" y="4365625"/>
            <a:ext cx="509587" cy="509588"/>
          </a:xfrm>
          <a:prstGeom prst="rect">
            <a:avLst/>
          </a:prstGeom>
        </p:spPr>
      </p:pic>
      <p:pic>
        <p:nvPicPr>
          <p:cNvPr id="37" name="QUAL É A RESPOSTA CERTA">
            <a:hlinkClick r:id="" action="ppaction://media"/>
            <a:extLst>
              <a:ext uri="{FF2B5EF4-FFF2-40B4-BE49-F238E27FC236}">
                <a16:creationId xmlns:a16="http://schemas.microsoft.com/office/drawing/2014/main" id="{ADF2E76B-AC30-C8C0-8F60-C23C62892178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3"/>
          <a:stretch>
            <a:fillRect/>
          </a:stretch>
        </p:blipFill>
        <p:spPr>
          <a:xfrm>
            <a:off x="12451037" y="1091406"/>
            <a:ext cx="509587" cy="509587"/>
          </a:xfrm>
          <a:prstGeom prst="rect">
            <a:avLst/>
          </a:prstGeom>
        </p:spPr>
      </p:pic>
      <p:pic>
        <p:nvPicPr>
          <p:cNvPr id="38" name="PRÓXIMA PERGUNTA">
            <a:hlinkClick r:id="" action="ppaction://media"/>
            <a:extLst>
              <a:ext uri="{FF2B5EF4-FFF2-40B4-BE49-F238E27FC236}">
                <a16:creationId xmlns:a16="http://schemas.microsoft.com/office/drawing/2014/main" id="{D03ECEAE-95FB-7C0C-79F8-755EFA8492AC}"/>
              </a:ext>
            </a:extLst>
          </p:cNvPr>
          <p:cNvPicPr>
            <a:picLocks noChangeAspect="1"/>
          </p:cNvPicPr>
          <p:nvPr>
            <a:audioFile r:link="rId5"/>
            <p:extLst>
              <p:ext uri="{DAA4B4D4-6D71-4841-9C94-3DE7FCFB9230}">
                <p14:media xmlns:p14="http://schemas.microsoft.com/office/powerpoint/2010/main" r:embed="rId6">
                  <p14:trim end="126"/>
                </p14:media>
              </p:ext>
            </p:extLst>
          </p:nvPr>
        </p:nvPicPr>
        <p:blipFill>
          <a:blip r:embed="rId13"/>
          <a:stretch>
            <a:fillRect/>
          </a:stretch>
        </p:blipFill>
        <p:spPr>
          <a:xfrm>
            <a:off x="12451037" y="5511800"/>
            <a:ext cx="509587" cy="509587"/>
          </a:xfrm>
          <a:prstGeom prst="rect">
            <a:avLst/>
          </a:prstGeom>
        </p:spPr>
      </p:pic>
      <p:sp>
        <p:nvSpPr>
          <p:cNvPr id="6" name="tag1">
            <a:extLst>
              <a:ext uri="{FF2B5EF4-FFF2-40B4-BE49-F238E27FC236}">
                <a16:creationId xmlns:a16="http://schemas.microsoft.com/office/drawing/2014/main" id="{A3F6047F-9EEE-EF53-82CD-FFFE9EA2EFEF}"/>
              </a:ext>
            </a:extLst>
          </p:cNvPr>
          <p:cNvSpPr/>
          <p:nvPr/>
        </p:nvSpPr>
        <p:spPr>
          <a:xfrm>
            <a:off x="521986" y="2906735"/>
            <a:ext cx="396000" cy="396000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innerShdw blurRad="76200">
              <a:prstClr val="black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400" b="1">
                <a:solidFill>
                  <a:srgbClr val="3333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pic>
        <p:nvPicPr>
          <p:cNvPr id="21" name="!!logodomilhao">
            <a:extLst>
              <a:ext uri="{FF2B5EF4-FFF2-40B4-BE49-F238E27FC236}">
                <a16:creationId xmlns:a16="http://schemas.microsoft.com/office/drawing/2014/main" id="{E337E230-EBE3-0929-6539-EA712C19BE1B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632282" y="0"/>
            <a:ext cx="1378078" cy="1480128"/>
          </a:xfrm>
          <a:prstGeom prst="rect">
            <a:avLst/>
          </a:prstGeom>
          <a:effectLst>
            <a:softEdge rad="25400"/>
          </a:effectLst>
        </p:spPr>
      </p:pic>
      <p:sp>
        <p:nvSpPr>
          <p:cNvPr id="22" name="Botaão Próxima">
            <a:hlinkClick r:id="rId15" action="ppaction://hlinksldjump"/>
            <a:extLst>
              <a:ext uri="{FF2B5EF4-FFF2-40B4-BE49-F238E27FC236}">
                <a16:creationId xmlns:a16="http://schemas.microsoft.com/office/drawing/2014/main" id="{55EB07C9-DD60-5C6F-8DC5-C47216BF84A9}"/>
              </a:ext>
            </a:extLst>
          </p:cNvPr>
          <p:cNvSpPr/>
          <p:nvPr/>
        </p:nvSpPr>
        <p:spPr>
          <a:xfrm>
            <a:off x="8286899" y="5337544"/>
            <a:ext cx="2330219" cy="540000"/>
          </a:xfrm>
          <a:prstGeom prst="roundRect">
            <a:avLst/>
          </a:prstGeom>
          <a:gradFill flip="none" rotWithShape="1">
            <a:gsLst>
              <a:gs pos="0">
                <a:schemeClr val="accent6"/>
              </a:gs>
              <a:gs pos="59000">
                <a:schemeClr val="accent6">
                  <a:lumMod val="75000"/>
                </a:schemeClr>
              </a:gs>
              <a:gs pos="100000">
                <a:schemeClr val="accent6">
                  <a:lumMod val="50000"/>
                </a:schemeClr>
              </a:gs>
            </a:gsLst>
            <a:lin ang="19200000" scaled="0"/>
            <a:tileRect/>
          </a:gradFill>
          <a:ln w="19050">
            <a:solidFill>
              <a:schemeClr val="bg1"/>
            </a:solidFill>
          </a:ln>
          <a:effectLst>
            <a:outerShdw blurRad="381000" dist="1270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rIns="108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1" i="0" u="none" strike="noStrike" kern="1200" cap="none" spc="0" normalizeH="0" baseline="0" noProof="0" dirty="0">
                <a:ln w="3175">
                  <a:noFill/>
                </a:ln>
                <a:solidFill>
                  <a:prstClr val="white"/>
                </a:solidFill>
                <a:effectLst>
                  <a:outerShdw blurRad="1270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Arial" panose="020B0604020202020204" pitchFamily="34" charset="0"/>
                <a:ea typeface="Open Sans Extrabold" panose="020B0906030804020204" pitchFamily="34" charset="0"/>
                <a:cs typeface="Arial" panose="020B0604020202020204" pitchFamily="34" charset="0"/>
              </a:rPr>
              <a:t>Explicação</a:t>
            </a:r>
          </a:p>
        </p:txBody>
      </p:sp>
    </p:spTree>
    <p:extLst>
      <p:ext uri="{BB962C8B-B14F-4D97-AF65-F5344CB8AC3E}">
        <p14:creationId xmlns:p14="http://schemas.microsoft.com/office/powerpoint/2010/main" val="14971774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ac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accel="5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accel="5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accel="5000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accel="50000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2500"/>
                            </p:stCondLst>
                            <p:childTnLst>
                              <p:par>
                                <p:cTn id="38" presetID="1" presetClass="mediacall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cmd type="call" cmd="playFrom(0.0)">
                                      <p:cBhvr>
                                        <p:cTn id="39" dur="1" fill="hold"/>
                                        <p:tgtEl>
                                          <p:spTgt spid="3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40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41" dur="1" fill="hold"/>
                                        <p:tgtEl>
                                          <p:spTgt spid="3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4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8" presetClass="emph" presetSubtype="0" repeatCount="indefinite" autoRev="1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600000">
                                      <p:cBhvr>
                                        <p:cTn id="48" dur="1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6000"/>
                            </p:stCondLst>
                            <p:childTnLst>
                              <p:par>
                                <p:cTn id="5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7 -2.59259E-6 L -4.16667E-7 0.3206 " pathEditMode="relative" rAng="0" ptsTypes="AA">
                                      <p:cBhvr>
                                        <p:cTn id="56" dur="500" spd="-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601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6500"/>
                            </p:stCondLst>
                            <p:childTnLst>
                              <p:par>
                                <p:cTn id="58" presetID="6" presetClass="emph" presetSubtype="0" repeatCount="indefinite" autoRev="1" fill="hold" grpId="2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Scale>
                                      <p:cBhvr>
                                        <p:cTn id="59" dur="500" fill="hold"/>
                                        <p:tgtEl>
                                          <p:spTgt spid="22"/>
                                        </p:tgtEl>
                                      </p:cBhvr>
                                      <p:by x="90000" y="9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60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1" fill="hold">
                      <p:stCondLst>
                        <p:cond delay="0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9" presetClass="emph" presetSubtype="0" repeatCount="2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4" dur="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FF00"/>
                                      </p:to>
                                    </p:animClr>
                                    <p:animClr clrSpc="rgb" dir="cw">
                                      <p:cBhvr>
                                        <p:cTn id="65" dur="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FF00"/>
                                      </p:to>
                                    </p:animClr>
                                    <p:set>
                                      <p:cBhvr>
                                        <p:cTn id="66" dur="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7" dur="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3" presetClass="emph" presetSubtype="2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500"/>
                            </p:stCondLst>
                            <p:childTnLst>
                              <p:par>
                                <p:cTn id="71" presetID="1" presetClass="mediacall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cmd type="call" cmd="playFrom(0.0)">
                                      <p:cBhvr>
                                        <p:cTn id="72" dur="1" fill="hold"/>
                                        <p:tgtEl>
                                          <p:spTgt spid="3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seq concurrent="1" nextAc="seek">
              <p:cTn id="73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4" fill="hold">
                      <p:stCondLst>
                        <p:cond delay="0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9" presetClass="emph" presetSubtype="0" repeatCount="2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7" dur="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  <p:animClr clrSpc="rgb" dir="cw">
                                      <p:cBhvr>
                                        <p:cTn id="78" dur="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  <p:set>
                                      <p:cBhvr>
                                        <p:cTn id="79" dur="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0" dur="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3" presetClass="emph" presetSubtype="2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  <p:seq concurrent="1" nextAc="seek">
              <p:cTn id="83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4" fill="hold">
                      <p:stCondLst>
                        <p:cond delay="0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9" presetClass="emph" presetSubtype="0" repeatCount="2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7" dur="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  <p:animClr clrSpc="rgb" dir="cw">
                                      <p:cBhvr>
                                        <p:cTn id="88" dur="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  <p:set>
                                      <p:cBhvr>
                                        <p:cTn id="89" dur="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0" dur="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3" presetClass="emph" presetSubtype="2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93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4" fill="hold">
                      <p:stCondLst>
                        <p:cond delay="0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9" presetClass="emph" presetSubtype="0" repeatCount="2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7" dur="2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  <p:animClr clrSpc="rgb" dir="cw">
                                      <p:cBhvr>
                                        <p:cTn id="98" dur="2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  <p:set>
                                      <p:cBhvr>
                                        <p:cTn id="99" dur="2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0" dur="2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3" presetClass="emph" presetSubtype="2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  <p:audio>
              <p:cMediaNode vol="80000" numSld="999">
                <p:cTn id="103" fill="remove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5"/>
                </p:tgtEl>
              </p:cMediaNode>
            </p:audio>
            <p:audio>
              <p:cMediaNode vol="80000" numSld="999">
                <p:cTn id="104" fill="remove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7"/>
                </p:tgtEl>
              </p:cMediaNode>
            </p:audio>
            <p:audio>
              <p:cMediaNode vol="80000" numSld="999">
                <p:cTn id="105" fill="remove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8"/>
                </p:tgtEl>
              </p:cMediaNode>
            </p:audio>
          </p:childTnLst>
        </p:cTn>
      </p:par>
    </p:tnLst>
    <p:bldLst>
      <p:bldP spid="5" grpId="0" animBg="1"/>
      <p:bldP spid="5" grpId="1" animBg="1"/>
      <p:bldP spid="5" grpId="2" animBg="1"/>
      <p:bldP spid="8" grpId="0" animBg="1"/>
      <p:bldP spid="8" grpId="1" animBg="1"/>
      <p:bldP spid="8" grpId="2" animBg="1"/>
      <p:bldP spid="11" grpId="0" animBg="1"/>
      <p:bldP spid="11" grpId="1" animBg="1"/>
      <p:bldP spid="11" grpId="2" animBg="1"/>
      <p:bldP spid="14" grpId="0" animBg="1"/>
      <p:bldP spid="14" grpId="1" animBg="1"/>
      <p:bldP spid="14" grpId="2" animBg="1"/>
      <p:bldP spid="9" grpId="0" animBg="1"/>
      <p:bldP spid="12" grpId="0" animBg="1"/>
      <p:bldP spid="15" grpId="0" animBg="1"/>
      <p:bldP spid="16" grpId="0" animBg="1"/>
      <p:bldP spid="6" grpId="0" animBg="1"/>
      <p:bldP spid="22" grpId="0" animBg="1"/>
      <p:bldP spid="22" grpId="1" animBg="1"/>
      <p:bldP spid="22" grpId="2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Uma imagem contendo edifício, frente, mesa, homem&#10;&#10;Descrição gerada automaticamente">
            <a:extLst>
              <a:ext uri="{FF2B5EF4-FFF2-40B4-BE49-F238E27FC236}">
                <a16:creationId xmlns:a16="http://schemas.microsoft.com/office/drawing/2014/main" id="{EEF44C3C-3362-D3E7-B860-82C690C98E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5D68857F-6763-D66D-AF8D-C25B7227DE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10542" y="936171"/>
            <a:ext cx="7587343" cy="3113315"/>
          </a:xfrm>
          <a:prstGeom prst="rect">
            <a:avLst/>
          </a:prstGeom>
        </p:spPr>
      </p:pic>
      <p:sp>
        <p:nvSpPr>
          <p:cNvPr id="28" name="Botaão Próxima">
            <a:hlinkClick r:id="rId5" action="ppaction://hlinksldjump"/>
            <a:extLst>
              <a:ext uri="{FF2B5EF4-FFF2-40B4-BE49-F238E27FC236}">
                <a16:creationId xmlns:a16="http://schemas.microsoft.com/office/drawing/2014/main" id="{E807D155-73C4-81DA-71B9-9DF43ECA968C}"/>
              </a:ext>
            </a:extLst>
          </p:cNvPr>
          <p:cNvSpPr/>
          <p:nvPr/>
        </p:nvSpPr>
        <p:spPr>
          <a:xfrm>
            <a:off x="9567060" y="5530733"/>
            <a:ext cx="2330219" cy="540000"/>
          </a:xfrm>
          <a:prstGeom prst="roundRect">
            <a:avLst/>
          </a:prstGeom>
          <a:gradFill flip="none" rotWithShape="1">
            <a:gsLst>
              <a:gs pos="0">
                <a:schemeClr val="accent6"/>
              </a:gs>
              <a:gs pos="59000">
                <a:schemeClr val="accent6">
                  <a:lumMod val="75000"/>
                </a:schemeClr>
              </a:gs>
              <a:gs pos="100000">
                <a:schemeClr val="accent6">
                  <a:lumMod val="50000"/>
                </a:schemeClr>
              </a:gs>
            </a:gsLst>
            <a:lin ang="19200000" scaled="0"/>
            <a:tileRect/>
          </a:gradFill>
          <a:ln w="19050">
            <a:solidFill>
              <a:schemeClr val="bg1"/>
            </a:solidFill>
          </a:ln>
          <a:effectLst>
            <a:outerShdw blurRad="381000" dist="1270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rIns="108000" rtlCol="0" anchor="ctr"/>
          <a:lstStyle/>
          <a:p>
            <a:pPr algn="ctr"/>
            <a:r>
              <a:rPr lang="pt-BR" sz="1400" b="1" dirty="0">
                <a:ln w="3175">
                  <a:noFill/>
                </a:ln>
                <a:effectLst>
                  <a:outerShdw blurRad="1270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Arial" panose="020B0604020202020204" pitchFamily="34" charset="0"/>
                <a:ea typeface="Open Sans Extrabold" panose="020B0906030804020204" pitchFamily="34" charset="0"/>
                <a:cs typeface="Arial" panose="020B0604020202020204" pitchFamily="34" charset="0"/>
              </a:rPr>
              <a:t>PRÓXIMA PERGUNTA</a:t>
            </a:r>
          </a:p>
        </p:txBody>
      </p:sp>
    </p:spTree>
    <p:extLst>
      <p:ext uri="{BB962C8B-B14F-4D97-AF65-F5344CB8AC3E}">
        <p14:creationId xmlns:p14="http://schemas.microsoft.com/office/powerpoint/2010/main" val="34430767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11022E-16 -3.33333E-6 L 1.11022E-16 0.32061 " pathEditMode="relative" rAng="0" ptsTypes="AA">
                                      <p:cBhvr>
                                        <p:cTn id="11" dur="500" spd="-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601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6" presetClass="emph" presetSubtype="0" repeatCount="indefinite" autoRev="1" fill="hold" grpId="2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Scale>
                                      <p:cBhvr>
                                        <p:cTn id="14" dur="500" fill="hold"/>
                                        <p:tgtEl>
                                          <p:spTgt spid="28"/>
                                        </p:tgtEl>
                                      </p:cBhvr>
                                      <p:by x="90000" y="9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28" grpId="1" animBg="1"/>
      <p:bldP spid="28" grpId="2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Espaço Reservado para Imagem 24" descr="Menino com a mão na cabeça&#10;&#10;O conteúdo gerado por IA pode estar incorreto.">
            <a:extLst>
              <a:ext uri="{FF2B5EF4-FFF2-40B4-BE49-F238E27FC236}">
                <a16:creationId xmlns:a16="http://schemas.microsoft.com/office/drawing/2014/main" id="{F022CEB6-A412-174E-3C3F-CC2853545070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2063" b="21850"/>
          <a:stretch/>
        </p:blipFill>
        <p:spPr>
          <a:xfrm>
            <a:off x="6096001" y="0"/>
            <a:ext cx="6096000" cy="6858000"/>
          </a:xfrm>
        </p:spPr>
      </p:pic>
      <p:sp>
        <p:nvSpPr>
          <p:cNvPr id="5" name="resposta2">
            <a:extLst>
              <a:ext uri="{FF2B5EF4-FFF2-40B4-BE49-F238E27FC236}">
                <a16:creationId xmlns:a16="http://schemas.microsoft.com/office/drawing/2014/main" id="{D8927D95-95B0-BA2F-1ECA-13CFCB685297}"/>
              </a:ext>
            </a:extLst>
          </p:cNvPr>
          <p:cNvSpPr/>
          <p:nvPr/>
        </p:nvSpPr>
        <p:spPr>
          <a:xfrm>
            <a:off x="417962" y="3603292"/>
            <a:ext cx="5220000" cy="540000"/>
          </a:xfrm>
          <a:prstGeom prst="roundRect">
            <a:avLst/>
          </a:prstGeom>
          <a:gradFill flip="none" rotWithShape="1">
            <a:gsLst>
              <a:gs pos="0">
                <a:srgbClr val="C40000"/>
              </a:gs>
              <a:gs pos="36000">
                <a:srgbClr val="9B0000"/>
              </a:gs>
              <a:gs pos="78000">
                <a:srgbClr val="640000"/>
              </a:gs>
            </a:gsLst>
            <a:lin ang="19200000" scaled="0"/>
            <a:tileRect/>
          </a:gradFill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76000" rIns="180000" rtlCol="0" anchor="ctr"/>
          <a:lstStyle/>
          <a:p>
            <a:r>
              <a:rPr lang="pt-BR" dirty="0">
                <a:ln w="3175">
                  <a:noFill/>
                </a:ln>
                <a:effectLst>
                  <a:outerShdw blurRad="1270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Arial" panose="020B0604020202020204" pitchFamily="34" charset="0"/>
                <a:ea typeface="Open Sans Extrabold" panose="020B0906030804020204" pitchFamily="34" charset="0"/>
                <a:cs typeface="Arial" panose="020B0604020202020204" pitchFamily="34" charset="0"/>
              </a:rPr>
              <a:t>6 min</a:t>
            </a:r>
          </a:p>
        </p:txBody>
      </p:sp>
      <p:sp>
        <p:nvSpPr>
          <p:cNvPr id="8" name="resposta4">
            <a:hlinkClick r:id="rId10" action="ppaction://hlinksldjump"/>
            <a:extLst>
              <a:ext uri="{FF2B5EF4-FFF2-40B4-BE49-F238E27FC236}">
                <a16:creationId xmlns:a16="http://schemas.microsoft.com/office/drawing/2014/main" id="{FA877B18-1F02-B31D-C4AE-EF93206C77D0}"/>
              </a:ext>
            </a:extLst>
          </p:cNvPr>
          <p:cNvSpPr/>
          <p:nvPr/>
        </p:nvSpPr>
        <p:spPr>
          <a:xfrm>
            <a:off x="417962" y="5140407"/>
            <a:ext cx="5220000" cy="540000"/>
          </a:xfrm>
          <a:prstGeom prst="roundRect">
            <a:avLst/>
          </a:prstGeom>
          <a:gradFill flip="none" rotWithShape="1">
            <a:gsLst>
              <a:gs pos="0">
                <a:srgbClr val="C40000"/>
              </a:gs>
              <a:gs pos="36000">
                <a:srgbClr val="9B0000"/>
              </a:gs>
              <a:gs pos="78000">
                <a:srgbClr val="640000"/>
              </a:gs>
            </a:gsLst>
            <a:lin ang="19200000" scaled="0"/>
            <a:tileRect/>
          </a:gradFill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76000" rIns="180000" rtlCol="0" anchor="ctr"/>
          <a:lstStyle/>
          <a:p>
            <a:r>
              <a:rPr lang="pt-BR" dirty="0">
                <a:ln w="3175">
                  <a:noFill/>
                </a:ln>
                <a:effectLst>
                  <a:outerShdw blurRad="1270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Arial" panose="020B0604020202020204" pitchFamily="34" charset="0"/>
                <a:ea typeface="Open Sans Extrabold" panose="020B0906030804020204" pitchFamily="34" charset="0"/>
                <a:cs typeface="Arial" panose="020B0604020202020204" pitchFamily="34" charset="0"/>
              </a:rPr>
              <a:t>15 min</a:t>
            </a:r>
          </a:p>
        </p:txBody>
      </p:sp>
      <p:sp>
        <p:nvSpPr>
          <p:cNvPr id="11" name="resposta3">
            <a:hlinkClick r:id="rId11" action="ppaction://hlinksldjump"/>
            <a:extLst>
              <a:ext uri="{FF2B5EF4-FFF2-40B4-BE49-F238E27FC236}">
                <a16:creationId xmlns:a16="http://schemas.microsoft.com/office/drawing/2014/main" id="{EF597833-8F93-94D6-572D-287CB24CA478}"/>
              </a:ext>
            </a:extLst>
          </p:cNvPr>
          <p:cNvSpPr/>
          <p:nvPr/>
        </p:nvSpPr>
        <p:spPr>
          <a:xfrm>
            <a:off x="417962" y="4371849"/>
            <a:ext cx="5220000" cy="540000"/>
          </a:xfrm>
          <a:prstGeom prst="roundRect">
            <a:avLst/>
          </a:prstGeom>
          <a:gradFill flip="none" rotWithShape="1">
            <a:gsLst>
              <a:gs pos="0">
                <a:srgbClr val="C40000"/>
              </a:gs>
              <a:gs pos="36000">
                <a:srgbClr val="9B0000"/>
              </a:gs>
              <a:gs pos="78000">
                <a:srgbClr val="640000"/>
              </a:gs>
            </a:gsLst>
            <a:lin ang="19200000" scaled="0"/>
            <a:tileRect/>
          </a:gradFill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76000" rIns="180000" rtlCol="0" anchor="ctr"/>
          <a:lstStyle/>
          <a:p>
            <a:r>
              <a:rPr lang="pt-BR" dirty="0">
                <a:ln w="3175">
                  <a:noFill/>
                </a:ln>
                <a:effectLst>
                  <a:outerShdw blurRad="1270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Arial" panose="020B0604020202020204" pitchFamily="34" charset="0"/>
                <a:ea typeface="Open Sans Extrabold" panose="020B0906030804020204" pitchFamily="34" charset="0"/>
                <a:cs typeface="Arial" panose="020B0604020202020204" pitchFamily="34" charset="0"/>
              </a:rPr>
              <a:t>10 min</a:t>
            </a:r>
          </a:p>
        </p:txBody>
      </p:sp>
      <p:sp>
        <p:nvSpPr>
          <p:cNvPr id="14" name="resposta1">
            <a:hlinkClick r:id="rId12" action="ppaction://hlinksldjump"/>
            <a:extLst>
              <a:ext uri="{FF2B5EF4-FFF2-40B4-BE49-F238E27FC236}">
                <a16:creationId xmlns:a16="http://schemas.microsoft.com/office/drawing/2014/main" id="{EC367AE1-89B0-0178-D030-42EC51253F8A}"/>
              </a:ext>
            </a:extLst>
          </p:cNvPr>
          <p:cNvSpPr/>
          <p:nvPr/>
        </p:nvSpPr>
        <p:spPr>
          <a:xfrm>
            <a:off x="417962" y="2834735"/>
            <a:ext cx="5220000" cy="540000"/>
          </a:xfrm>
          <a:prstGeom prst="roundRect">
            <a:avLst/>
          </a:prstGeom>
          <a:gradFill flip="none" rotWithShape="1">
            <a:gsLst>
              <a:gs pos="0">
                <a:srgbClr val="C40000"/>
              </a:gs>
              <a:gs pos="36000">
                <a:srgbClr val="9B0000"/>
              </a:gs>
              <a:gs pos="78000">
                <a:srgbClr val="640000"/>
              </a:gs>
            </a:gsLst>
            <a:lin ang="19200000" scaled="0"/>
            <a:tileRect/>
          </a:gradFill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76000" rIns="180000" rtlCol="0" anchor="ctr"/>
          <a:lstStyle/>
          <a:p>
            <a:r>
              <a:rPr lang="pt-BR" dirty="0">
                <a:ln w="3175">
                  <a:noFill/>
                </a:ln>
                <a:effectLst>
                  <a:outerShdw blurRad="1270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Arial" panose="020B0604020202020204" pitchFamily="34" charset="0"/>
                <a:ea typeface="Open Sans Extrabold" panose="020B0906030804020204" pitchFamily="34" charset="0"/>
                <a:cs typeface="Arial" panose="020B0604020202020204" pitchFamily="34" charset="0"/>
              </a:rPr>
              <a:t>3 min</a:t>
            </a:r>
          </a:p>
        </p:txBody>
      </p:sp>
      <p:sp>
        <p:nvSpPr>
          <p:cNvPr id="9" name="tag2">
            <a:extLst>
              <a:ext uri="{FF2B5EF4-FFF2-40B4-BE49-F238E27FC236}">
                <a16:creationId xmlns:a16="http://schemas.microsoft.com/office/drawing/2014/main" id="{35450299-ED4F-C379-D072-B45CD1371CEC}"/>
              </a:ext>
            </a:extLst>
          </p:cNvPr>
          <p:cNvSpPr/>
          <p:nvPr/>
        </p:nvSpPr>
        <p:spPr>
          <a:xfrm>
            <a:off x="521986" y="3679525"/>
            <a:ext cx="396000" cy="396000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innerShdw blurRad="76200">
              <a:prstClr val="black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400" b="1">
                <a:solidFill>
                  <a:srgbClr val="3333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12" name="tag3">
            <a:extLst>
              <a:ext uri="{FF2B5EF4-FFF2-40B4-BE49-F238E27FC236}">
                <a16:creationId xmlns:a16="http://schemas.microsoft.com/office/drawing/2014/main" id="{E2F00987-29C4-7085-9E54-4EB47B7D98A5}"/>
              </a:ext>
            </a:extLst>
          </p:cNvPr>
          <p:cNvSpPr/>
          <p:nvPr/>
        </p:nvSpPr>
        <p:spPr>
          <a:xfrm>
            <a:off x="521986" y="4451282"/>
            <a:ext cx="396000" cy="396000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innerShdw blurRad="76200">
              <a:prstClr val="black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400" b="1">
                <a:solidFill>
                  <a:srgbClr val="3333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15" name="tag4">
            <a:extLst>
              <a:ext uri="{FF2B5EF4-FFF2-40B4-BE49-F238E27FC236}">
                <a16:creationId xmlns:a16="http://schemas.microsoft.com/office/drawing/2014/main" id="{5C1AFDDC-FE2D-1311-F315-A47975467FFA}"/>
              </a:ext>
            </a:extLst>
          </p:cNvPr>
          <p:cNvSpPr/>
          <p:nvPr/>
        </p:nvSpPr>
        <p:spPr>
          <a:xfrm>
            <a:off x="521986" y="5212407"/>
            <a:ext cx="396000" cy="396000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innerShdw blurRad="76200">
              <a:prstClr val="black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400" b="1">
                <a:solidFill>
                  <a:srgbClr val="3333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sp>
        <p:nvSpPr>
          <p:cNvPr id="16" name="pergunta">
            <a:extLst>
              <a:ext uri="{FF2B5EF4-FFF2-40B4-BE49-F238E27FC236}">
                <a16:creationId xmlns:a16="http://schemas.microsoft.com/office/drawing/2014/main" id="{5C85B2F6-BC68-3DD9-F93D-A8A8110BC8EC}"/>
              </a:ext>
            </a:extLst>
          </p:cNvPr>
          <p:cNvSpPr/>
          <p:nvPr/>
        </p:nvSpPr>
        <p:spPr>
          <a:xfrm>
            <a:off x="-410817" y="1442277"/>
            <a:ext cx="6785113" cy="1152000"/>
          </a:xfrm>
          <a:prstGeom prst="roundRect">
            <a:avLst/>
          </a:prstGeom>
          <a:gradFill flip="none" rotWithShape="1">
            <a:gsLst>
              <a:gs pos="0">
                <a:srgbClr val="C40000"/>
              </a:gs>
              <a:gs pos="59000">
                <a:srgbClr val="9B0000"/>
              </a:gs>
              <a:gs pos="100000">
                <a:srgbClr val="640000"/>
              </a:gs>
            </a:gsLst>
            <a:lin ang="19200000" scaled="0"/>
            <a:tileRect/>
          </a:gradFill>
          <a:ln w="31750">
            <a:solidFill>
              <a:schemeClr val="bg1"/>
            </a:solidFill>
          </a:ln>
          <a:effectLst>
            <a:outerShdw blurRad="381000" dist="1270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8000" rIns="180000" rtlCol="0" anchor="ctr"/>
          <a:lstStyle/>
          <a:p>
            <a:r>
              <a:rPr lang="pt-BR" sz="2000" b="1" dirty="0">
                <a:ln w="3175">
                  <a:noFill/>
                </a:ln>
                <a:effectLst>
                  <a:outerShdw blurRad="1270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Open Sans Extrabold" panose="020B0906030804020204" pitchFamily="34" charset="0"/>
                <a:cs typeface="Arial" panose="020B0604020202020204" pitchFamily="34" charset="0"/>
              </a:rPr>
              <a:t>Qual é o menor intervalo entre trens na Linha 10 - Turquesa?</a:t>
            </a:r>
          </a:p>
        </p:txBody>
      </p:sp>
      <p:pic>
        <p:nvPicPr>
          <p:cNvPr id="35" name="CERTA A RESPOSTA">
            <a:hlinkClick r:id="" action="ppaction://media"/>
            <a:extLst>
              <a:ext uri="{FF2B5EF4-FFF2-40B4-BE49-F238E27FC236}">
                <a16:creationId xmlns:a16="http://schemas.microsoft.com/office/drawing/2014/main" id="{CF86B15D-1E94-24C3-2726-F3E1640A9E1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3"/>
          <a:stretch>
            <a:fillRect/>
          </a:stretch>
        </p:blipFill>
        <p:spPr>
          <a:xfrm>
            <a:off x="12451038" y="4365625"/>
            <a:ext cx="509587" cy="509588"/>
          </a:xfrm>
          <a:prstGeom prst="rect">
            <a:avLst/>
          </a:prstGeom>
        </p:spPr>
      </p:pic>
      <p:pic>
        <p:nvPicPr>
          <p:cNvPr id="37" name="QUAL É A RESPOSTA CERTA">
            <a:hlinkClick r:id="" action="ppaction://media"/>
            <a:extLst>
              <a:ext uri="{FF2B5EF4-FFF2-40B4-BE49-F238E27FC236}">
                <a16:creationId xmlns:a16="http://schemas.microsoft.com/office/drawing/2014/main" id="{ADF2E76B-AC30-C8C0-8F60-C23C62892178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3"/>
          <a:stretch>
            <a:fillRect/>
          </a:stretch>
        </p:blipFill>
        <p:spPr>
          <a:xfrm>
            <a:off x="12451038" y="1091406"/>
            <a:ext cx="509587" cy="509587"/>
          </a:xfrm>
          <a:prstGeom prst="rect">
            <a:avLst/>
          </a:prstGeom>
        </p:spPr>
      </p:pic>
      <p:pic>
        <p:nvPicPr>
          <p:cNvPr id="38" name="PRÓXIMA PERGUNTA">
            <a:hlinkClick r:id="" action="ppaction://media"/>
            <a:extLst>
              <a:ext uri="{FF2B5EF4-FFF2-40B4-BE49-F238E27FC236}">
                <a16:creationId xmlns:a16="http://schemas.microsoft.com/office/drawing/2014/main" id="{D03ECEAE-95FB-7C0C-79F8-755EFA8492AC}"/>
              </a:ext>
            </a:extLst>
          </p:cNvPr>
          <p:cNvPicPr>
            <a:picLocks noChangeAspect="1"/>
          </p:cNvPicPr>
          <p:nvPr>
            <a:audioFile r:link="rId5"/>
            <p:extLst>
              <p:ext uri="{DAA4B4D4-6D71-4841-9C94-3DE7FCFB9230}">
                <p14:media xmlns:p14="http://schemas.microsoft.com/office/powerpoint/2010/main" r:embed="rId6">
                  <p14:trim end="126"/>
                </p14:media>
              </p:ext>
            </p:extLst>
          </p:nvPr>
        </p:nvPicPr>
        <p:blipFill>
          <a:blip r:embed="rId13"/>
          <a:stretch>
            <a:fillRect/>
          </a:stretch>
        </p:blipFill>
        <p:spPr>
          <a:xfrm>
            <a:off x="12451037" y="5511800"/>
            <a:ext cx="509587" cy="509587"/>
          </a:xfrm>
          <a:prstGeom prst="rect">
            <a:avLst/>
          </a:prstGeom>
        </p:spPr>
      </p:pic>
      <p:sp>
        <p:nvSpPr>
          <p:cNvPr id="6" name="tag1">
            <a:extLst>
              <a:ext uri="{FF2B5EF4-FFF2-40B4-BE49-F238E27FC236}">
                <a16:creationId xmlns:a16="http://schemas.microsoft.com/office/drawing/2014/main" id="{A3F6047F-9EEE-EF53-82CD-FFFE9EA2EFEF}"/>
              </a:ext>
            </a:extLst>
          </p:cNvPr>
          <p:cNvSpPr/>
          <p:nvPr/>
        </p:nvSpPr>
        <p:spPr>
          <a:xfrm>
            <a:off x="521986" y="2906735"/>
            <a:ext cx="396000" cy="396000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innerShdw blurRad="76200">
              <a:prstClr val="black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400" b="1">
                <a:solidFill>
                  <a:srgbClr val="3333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pic>
        <p:nvPicPr>
          <p:cNvPr id="23" name="!!logodomilhao">
            <a:extLst>
              <a:ext uri="{FF2B5EF4-FFF2-40B4-BE49-F238E27FC236}">
                <a16:creationId xmlns:a16="http://schemas.microsoft.com/office/drawing/2014/main" id="{2908195E-5377-4B72-1057-EBBB90431992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632282" y="0"/>
            <a:ext cx="1378078" cy="1480128"/>
          </a:xfrm>
          <a:prstGeom prst="rect">
            <a:avLst/>
          </a:prstGeom>
          <a:effectLst>
            <a:softEdge rad="25400"/>
          </a:effectLst>
        </p:spPr>
      </p:pic>
      <p:sp>
        <p:nvSpPr>
          <p:cNvPr id="24" name="Botaão Próxima">
            <a:hlinkClick r:id="rId15" action="ppaction://hlinksldjump"/>
            <a:extLst>
              <a:ext uri="{FF2B5EF4-FFF2-40B4-BE49-F238E27FC236}">
                <a16:creationId xmlns:a16="http://schemas.microsoft.com/office/drawing/2014/main" id="{358C8396-CA83-DF9B-748B-EEA72BB62083}"/>
              </a:ext>
            </a:extLst>
          </p:cNvPr>
          <p:cNvSpPr/>
          <p:nvPr/>
        </p:nvSpPr>
        <p:spPr>
          <a:xfrm>
            <a:off x="7353249" y="5338407"/>
            <a:ext cx="2330219" cy="540000"/>
          </a:xfrm>
          <a:prstGeom prst="roundRect">
            <a:avLst/>
          </a:prstGeom>
          <a:gradFill flip="none" rotWithShape="1">
            <a:gsLst>
              <a:gs pos="0">
                <a:schemeClr val="accent6"/>
              </a:gs>
              <a:gs pos="59000">
                <a:schemeClr val="accent6">
                  <a:lumMod val="75000"/>
                </a:schemeClr>
              </a:gs>
              <a:gs pos="100000">
                <a:schemeClr val="accent6">
                  <a:lumMod val="50000"/>
                </a:schemeClr>
              </a:gs>
            </a:gsLst>
            <a:lin ang="19200000" scaled="0"/>
            <a:tileRect/>
          </a:gradFill>
          <a:ln w="19050">
            <a:solidFill>
              <a:schemeClr val="bg1"/>
            </a:solidFill>
          </a:ln>
          <a:effectLst>
            <a:outerShdw blurRad="381000" dist="1270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rIns="108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1" i="0" u="none" strike="noStrike" kern="1200" cap="none" spc="0" normalizeH="0" baseline="0" noProof="0" dirty="0">
                <a:ln w="3175">
                  <a:noFill/>
                </a:ln>
                <a:solidFill>
                  <a:prstClr val="white"/>
                </a:solidFill>
                <a:effectLst>
                  <a:outerShdw blurRad="1270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Arial" panose="020B0604020202020204" pitchFamily="34" charset="0"/>
                <a:ea typeface="Open Sans Extrabold" panose="020B0906030804020204" pitchFamily="34" charset="0"/>
                <a:cs typeface="Arial" panose="020B0604020202020204" pitchFamily="34" charset="0"/>
              </a:rPr>
              <a:t>Explicação</a:t>
            </a:r>
          </a:p>
        </p:txBody>
      </p:sp>
    </p:spTree>
    <p:extLst>
      <p:ext uri="{BB962C8B-B14F-4D97-AF65-F5344CB8AC3E}">
        <p14:creationId xmlns:p14="http://schemas.microsoft.com/office/powerpoint/2010/main" val="5826321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ac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accel="5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accel="5000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accel="5000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accel="50000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2500"/>
                            </p:stCondLst>
                            <p:childTnLst>
                              <p:par>
                                <p:cTn id="38" presetID="1" presetClass="mediacall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cmd type="call" cmd="playFrom(0.0)">
                                      <p:cBhvr>
                                        <p:cTn id="39" dur="1" fill="hold"/>
                                        <p:tgtEl>
                                          <p:spTgt spid="3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40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41" dur="1" fill="hold"/>
                                        <p:tgtEl>
                                          <p:spTgt spid="3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4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8" presetClass="emph" presetSubtype="0" repeatCount="indefinite" autoRev="1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600000">
                                      <p:cBhvr>
                                        <p:cTn id="48" dur="1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6000"/>
                            </p:stCondLst>
                            <p:childTnLst>
                              <p:par>
                                <p:cTn id="5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08333E-6 -4.07407E-6 L 2.08333E-6 0.32061 " pathEditMode="relative" rAng="0" ptsTypes="AA">
                                      <p:cBhvr>
                                        <p:cTn id="56" dur="500" spd="-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601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6500"/>
                            </p:stCondLst>
                            <p:childTnLst>
                              <p:par>
                                <p:cTn id="58" presetID="6" presetClass="emph" presetSubtype="0" repeatCount="indefinite" autoRev="1" fill="hold" grpId="2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Scale>
                                      <p:cBhvr>
                                        <p:cTn id="59" dur="500" fill="hold"/>
                                        <p:tgtEl>
                                          <p:spTgt spid="24"/>
                                        </p:tgtEl>
                                      </p:cBhvr>
                                      <p:by x="90000" y="9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60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1" fill="hold">
                      <p:stCondLst>
                        <p:cond delay="0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9" presetClass="emph" presetSubtype="0" repeatCount="2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4" dur="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FF00"/>
                                      </p:to>
                                    </p:animClr>
                                    <p:animClr clrSpc="rgb" dir="cw">
                                      <p:cBhvr>
                                        <p:cTn id="65" dur="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FF00"/>
                                      </p:to>
                                    </p:animClr>
                                    <p:set>
                                      <p:cBhvr>
                                        <p:cTn id="66" dur="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7" dur="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3" presetClass="emph" presetSubtype="2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500"/>
                            </p:stCondLst>
                            <p:childTnLst>
                              <p:par>
                                <p:cTn id="71" presetID="1" presetClass="mediacall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cmd type="call" cmd="playFrom(0.0)">
                                      <p:cBhvr>
                                        <p:cTn id="72" dur="1" fill="hold"/>
                                        <p:tgtEl>
                                          <p:spTgt spid="3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seq concurrent="1" nextAc="seek">
              <p:cTn id="73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4" fill="hold">
                      <p:stCondLst>
                        <p:cond delay="0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9" presetClass="emph" presetSubtype="0" repeatCount="2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7" dur="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  <p:animClr clrSpc="rgb" dir="cw">
                                      <p:cBhvr>
                                        <p:cTn id="78" dur="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  <p:set>
                                      <p:cBhvr>
                                        <p:cTn id="79" dur="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0" dur="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3" presetClass="emph" presetSubtype="2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  <p:seq concurrent="1" nextAc="seek">
              <p:cTn id="83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4" fill="hold">
                      <p:stCondLst>
                        <p:cond delay="0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9" presetClass="emph" presetSubtype="0" repeatCount="2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7" dur="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  <p:animClr clrSpc="rgb" dir="cw">
                                      <p:cBhvr>
                                        <p:cTn id="88" dur="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  <p:set>
                                      <p:cBhvr>
                                        <p:cTn id="89" dur="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0" dur="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3" presetClass="emph" presetSubtype="2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93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4" fill="hold">
                      <p:stCondLst>
                        <p:cond delay="0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9" presetClass="emph" presetSubtype="0" repeatCount="2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7" dur="2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  <p:animClr clrSpc="rgb" dir="cw">
                                      <p:cBhvr>
                                        <p:cTn id="98" dur="2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  <p:set>
                                      <p:cBhvr>
                                        <p:cTn id="99" dur="2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0" dur="2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3" presetClass="emph" presetSubtype="2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  <p:audio>
              <p:cMediaNode vol="80000" numSld="999">
                <p:cTn id="103" fill="remove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5"/>
                </p:tgtEl>
              </p:cMediaNode>
            </p:audio>
            <p:audio>
              <p:cMediaNode vol="80000" numSld="999">
                <p:cTn id="104" fill="remove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7"/>
                </p:tgtEl>
              </p:cMediaNode>
            </p:audio>
            <p:audio>
              <p:cMediaNode vol="80000" numSld="999">
                <p:cTn id="105" fill="remove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8"/>
                </p:tgtEl>
              </p:cMediaNode>
            </p:audio>
          </p:childTnLst>
        </p:cTn>
      </p:par>
    </p:tnLst>
    <p:bldLst>
      <p:bldP spid="5" grpId="0" animBg="1"/>
      <p:bldP spid="5" grpId="1" animBg="1"/>
      <p:bldP spid="5" grpId="2" animBg="1"/>
      <p:bldP spid="8" grpId="0" animBg="1"/>
      <p:bldP spid="8" grpId="1" animBg="1"/>
      <p:bldP spid="8" grpId="2" animBg="1"/>
      <p:bldP spid="11" grpId="0" animBg="1"/>
      <p:bldP spid="11" grpId="1" animBg="1"/>
      <p:bldP spid="11" grpId="2" animBg="1"/>
      <p:bldP spid="14" grpId="0" animBg="1"/>
      <p:bldP spid="14" grpId="1" animBg="1"/>
      <p:bldP spid="14" grpId="2" animBg="1"/>
      <p:bldP spid="9" grpId="0" animBg="1"/>
      <p:bldP spid="12" grpId="0" animBg="1"/>
      <p:bldP spid="15" grpId="0" animBg="1"/>
      <p:bldP spid="16" grpId="0" animBg="1"/>
      <p:bldP spid="6" grpId="0" animBg="1"/>
      <p:bldP spid="24" grpId="0" animBg="1"/>
      <p:bldP spid="24" grpId="1" animBg="1"/>
      <p:bldP spid="24" grpId="2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70132F-92B0-2649-0C3C-BDAB5C1365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Uma imagem contendo edifício, rampa, homem, fazendo&#10;&#10;Descrição gerada automaticamente">
            <a:extLst>
              <a:ext uri="{FF2B5EF4-FFF2-40B4-BE49-F238E27FC236}">
                <a16:creationId xmlns:a16="http://schemas.microsoft.com/office/drawing/2014/main" id="{E2288241-06DA-CB30-AEAE-F4C63A5328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6D5AAC0C-9EDA-585B-DD8F-D1BEF86C3F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46895" y="1626256"/>
            <a:ext cx="5671820" cy="3109188"/>
          </a:xfrm>
          <a:prstGeom prst="rect">
            <a:avLst/>
          </a:prstGeom>
        </p:spPr>
      </p:pic>
      <p:sp>
        <p:nvSpPr>
          <p:cNvPr id="22" name="Botaão Próxima">
            <a:hlinkClick r:id="rId5" action="ppaction://hlinksldjump"/>
            <a:extLst>
              <a:ext uri="{FF2B5EF4-FFF2-40B4-BE49-F238E27FC236}">
                <a16:creationId xmlns:a16="http://schemas.microsoft.com/office/drawing/2014/main" id="{E807D155-73C4-81DA-71B9-9DF43ECA968C}"/>
              </a:ext>
            </a:extLst>
          </p:cNvPr>
          <p:cNvSpPr/>
          <p:nvPr/>
        </p:nvSpPr>
        <p:spPr>
          <a:xfrm>
            <a:off x="9615186" y="5829116"/>
            <a:ext cx="2330219" cy="540000"/>
          </a:xfrm>
          <a:prstGeom prst="roundRect">
            <a:avLst/>
          </a:prstGeom>
          <a:gradFill flip="none" rotWithShape="1">
            <a:gsLst>
              <a:gs pos="0">
                <a:schemeClr val="accent6"/>
              </a:gs>
              <a:gs pos="59000">
                <a:schemeClr val="accent6">
                  <a:lumMod val="75000"/>
                </a:schemeClr>
              </a:gs>
              <a:gs pos="100000">
                <a:schemeClr val="accent6">
                  <a:lumMod val="50000"/>
                </a:schemeClr>
              </a:gs>
            </a:gsLst>
            <a:lin ang="19200000" scaled="0"/>
            <a:tileRect/>
          </a:gradFill>
          <a:ln w="19050">
            <a:solidFill>
              <a:schemeClr val="bg1"/>
            </a:solidFill>
          </a:ln>
          <a:effectLst>
            <a:outerShdw blurRad="381000" dist="1270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rIns="108000" rtlCol="0" anchor="ctr"/>
          <a:lstStyle/>
          <a:p>
            <a:pPr algn="ctr"/>
            <a:r>
              <a:rPr lang="pt-BR" sz="1400" b="1">
                <a:ln w="3175">
                  <a:noFill/>
                </a:ln>
                <a:effectLst>
                  <a:outerShdw blurRad="1270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Arial" panose="020B0604020202020204" pitchFamily="34" charset="0"/>
                <a:ea typeface="Open Sans Extrabold" panose="020B0906030804020204" pitchFamily="34" charset="0"/>
                <a:cs typeface="Arial" panose="020B0604020202020204" pitchFamily="34" charset="0"/>
              </a:rPr>
              <a:t>PRÓXIMA PERGUNTA</a:t>
            </a:r>
          </a:p>
        </p:txBody>
      </p:sp>
    </p:spTree>
    <p:extLst>
      <p:ext uri="{BB962C8B-B14F-4D97-AF65-F5344CB8AC3E}">
        <p14:creationId xmlns:p14="http://schemas.microsoft.com/office/powerpoint/2010/main" val="4343826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11022E-16 -3.33333E-6 L 1.11022E-16 0.32061 " pathEditMode="relative" rAng="0" ptsTypes="AA">
                                      <p:cBhvr>
                                        <p:cTn id="11" dur="500" spd="-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601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6" presetClass="emph" presetSubtype="0" repeatCount="indefinite" autoRev="1" fill="hold" grpId="2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Scale>
                                      <p:cBhvr>
                                        <p:cTn id="14" dur="500" fill="hold"/>
                                        <p:tgtEl>
                                          <p:spTgt spid="22"/>
                                        </p:tgtEl>
                                      </p:cBhvr>
                                      <p:by x="90000" y="9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2" grpId="1" animBg="1"/>
      <p:bldP spid="22" grpId="2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Espaço Reservado para Imagem 24">
            <a:extLst>
              <a:ext uri="{FF2B5EF4-FFF2-40B4-BE49-F238E27FC236}">
                <a16:creationId xmlns:a16="http://schemas.microsoft.com/office/drawing/2014/main" id="{4AE86DB0-A4BA-0D11-8EF9-433A136088FC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5371" b="19629"/>
          <a:stretch/>
        </p:blipFill>
        <p:spPr>
          <a:xfrm>
            <a:off x="6096001" y="0"/>
            <a:ext cx="6096000" cy="6858000"/>
          </a:xfrm>
        </p:spPr>
      </p:pic>
      <p:sp>
        <p:nvSpPr>
          <p:cNvPr id="8" name="resposta4">
            <a:hlinkClick r:id="rId10" action="ppaction://hlinksldjump"/>
            <a:extLst>
              <a:ext uri="{FF2B5EF4-FFF2-40B4-BE49-F238E27FC236}">
                <a16:creationId xmlns:a16="http://schemas.microsoft.com/office/drawing/2014/main" id="{FA877B18-1F02-B31D-C4AE-EF93206C77D0}"/>
              </a:ext>
            </a:extLst>
          </p:cNvPr>
          <p:cNvSpPr/>
          <p:nvPr/>
        </p:nvSpPr>
        <p:spPr>
          <a:xfrm>
            <a:off x="417962" y="5140407"/>
            <a:ext cx="5220000" cy="540000"/>
          </a:xfrm>
          <a:prstGeom prst="roundRect">
            <a:avLst/>
          </a:prstGeom>
          <a:gradFill flip="none" rotWithShape="1">
            <a:gsLst>
              <a:gs pos="0">
                <a:srgbClr val="C40000"/>
              </a:gs>
              <a:gs pos="36000">
                <a:srgbClr val="9B0000"/>
              </a:gs>
              <a:gs pos="78000">
                <a:srgbClr val="640000"/>
              </a:gs>
            </a:gsLst>
            <a:lin ang="19200000" scaled="0"/>
            <a:tileRect/>
          </a:gradFill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76000" rIns="180000" rtlCol="0" anchor="ctr"/>
          <a:lstStyle/>
          <a:p>
            <a:r>
              <a:rPr lang="pt-BR" dirty="0">
                <a:ln w="3175">
                  <a:noFill/>
                </a:ln>
                <a:effectLst>
                  <a:outerShdw blurRad="1270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Arial" panose="020B0604020202020204" pitchFamily="34" charset="0"/>
                <a:ea typeface="Open Sans Extrabold" panose="020B0906030804020204" pitchFamily="34" charset="0"/>
                <a:cs typeface="Arial" panose="020B0604020202020204" pitchFamily="34" charset="0"/>
              </a:rPr>
              <a:t>Um estado inteiro como Sergipe(~2,3 M)</a:t>
            </a:r>
          </a:p>
        </p:txBody>
      </p:sp>
      <p:sp>
        <p:nvSpPr>
          <p:cNvPr id="11" name="resposta3">
            <a:hlinkClick r:id="rId11" action="ppaction://hlinksldjump"/>
            <a:extLst>
              <a:ext uri="{FF2B5EF4-FFF2-40B4-BE49-F238E27FC236}">
                <a16:creationId xmlns:a16="http://schemas.microsoft.com/office/drawing/2014/main" id="{EF597833-8F93-94D6-572D-287CB24CA478}"/>
              </a:ext>
            </a:extLst>
          </p:cNvPr>
          <p:cNvSpPr/>
          <p:nvPr/>
        </p:nvSpPr>
        <p:spPr>
          <a:xfrm>
            <a:off x="417962" y="4372267"/>
            <a:ext cx="5220000" cy="540000"/>
          </a:xfrm>
          <a:prstGeom prst="roundRect">
            <a:avLst/>
          </a:prstGeom>
          <a:gradFill flip="none" rotWithShape="1">
            <a:gsLst>
              <a:gs pos="0">
                <a:srgbClr val="C40000"/>
              </a:gs>
              <a:gs pos="36000">
                <a:srgbClr val="9B0000"/>
              </a:gs>
              <a:gs pos="78000">
                <a:srgbClr val="640000"/>
              </a:gs>
            </a:gsLst>
            <a:lin ang="19200000" scaled="0"/>
            <a:tileRect/>
          </a:gradFill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76000" rIns="180000" rtlCol="0" anchor="ctr"/>
          <a:lstStyle/>
          <a:p>
            <a:r>
              <a:rPr lang="pt-BR" dirty="0">
                <a:ln w="3175">
                  <a:noFill/>
                </a:ln>
                <a:effectLst>
                  <a:outerShdw blurRad="1270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Arial" panose="020B0604020202020204" pitchFamily="34" charset="0"/>
                <a:ea typeface="Open Sans Extrabold" panose="020B0906030804020204" pitchFamily="34" charset="0"/>
                <a:cs typeface="Arial" panose="020B0604020202020204" pitchFamily="34" charset="0"/>
              </a:rPr>
              <a:t>Um país como a Noruega (~5 M)</a:t>
            </a:r>
          </a:p>
        </p:txBody>
      </p:sp>
      <p:sp>
        <p:nvSpPr>
          <p:cNvPr id="14" name="resposta2">
            <a:hlinkClick r:id="rId12" action="ppaction://hlinksldjump"/>
            <a:extLst>
              <a:ext uri="{FF2B5EF4-FFF2-40B4-BE49-F238E27FC236}">
                <a16:creationId xmlns:a16="http://schemas.microsoft.com/office/drawing/2014/main" id="{EC367AE1-89B0-0178-D030-42EC51253F8A}"/>
              </a:ext>
            </a:extLst>
          </p:cNvPr>
          <p:cNvSpPr/>
          <p:nvPr/>
        </p:nvSpPr>
        <p:spPr>
          <a:xfrm>
            <a:off x="417962" y="3604128"/>
            <a:ext cx="5220000" cy="540000"/>
          </a:xfrm>
          <a:prstGeom prst="roundRect">
            <a:avLst/>
          </a:prstGeom>
          <a:gradFill flip="none" rotWithShape="1">
            <a:gsLst>
              <a:gs pos="0">
                <a:srgbClr val="C40000"/>
              </a:gs>
              <a:gs pos="36000">
                <a:srgbClr val="9B0000"/>
              </a:gs>
              <a:gs pos="78000">
                <a:srgbClr val="640000"/>
              </a:gs>
            </a:gsLst>
            <a:lin ang="19200000" scaled="0"/>
            <a:tileRect/>
          </a:gradFill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76000" rIns="180000" rtlCol="0" anchor="ctr"/>
          <a:lstStyle/>
          <a:p>
            <a:r>
              <a:rPr lang="pt-BR" dirty="0">
                <a:ln w="3175">
                  <a:noFill/>
                </a:ln>
                <a:effectLst>
                  <a:outerShdw blurRad="1270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Arial" panose="020B0604020202020204" pitchFamily="34" charset="0"/>
                <a:ea typeface="Open Sans Extrabold" panose="020B0906030804020204" pitchFamily="34" charset="0"/>
                <a:cs typeface="Arial" panose="020B0604020202020204" pitchFamily="34" charset="0"/>
              </a:rPr>
              <a:t>Uma cidade pequena(~100 K)</a:t>
            </a:r>
          </a:p>
        </p:txBody>
      </p:sp>
      <p:sp>
        <p:nvSpPr>
          <p:cNvPr id="5" name="resposta1">
            <a:extLst>
              <a:ext uri="{FF2B5EF4-FFF2-40B4-BE49-F238E27FC236}">
                <a16:creationId xmlns:a16="http://schemas.microsoft.com/office/drawing/2014/main" id="{D8927D95-95B0-BA2F-1ECA-13CFCB685297}"/>
              </a:ext>
            </a:extLst>
          </p:cNvPr>
          <p:cNvSpPr/>
          <p:nvPr/>
        </p:nvSpPr>
        <p:spPr>
          <a:xfrm>
            <a:off x="417962" y="2835989"/>
            <a:ext cx="5220000" cy="540000"/>
          </a:xfrm>
          <a:prstGeom prst="roundRect">
            <a:avLst/>
          </a:prstGeom>
          <a:gradFill flip="none" rotWithShape="1">
            <a:gsLst>
              <a:gs pos="0">
                <a:srgbClr val="C40000"/>
              </a:gs>
              <a:gs pos="36000">
                <a:srgbClr val="9B0000"/>
              </a:gs>
              <a:gs pos="78000">
                <a:srgbClr val="640000"/>
              </a:gs>
            </a:gsLst>
            <a:lin ang="19200000" scaled="0"/>
            <a:tileRect/>
          </a:gradFill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76000" rIns="180000" rtlCol="0" anchor="ctr"/>
          <a:lstStyle/>
          <a:p>
            <a:r>
              <a:rPr lang="pt-BR" dirty="0">
                <a:ln w="3175">
                  <a:noFill/>
                </a:ln>
                <a:effectLst>
                  <a:outerShdw blurRad="1270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Arial" panose="020B0604020202020204" pitchFamily="34" charset="0"/>
                <a:ea typeface="Open Sans Extrabold" panose="020B0906030804020204" pitchFamily="34" charset="0"/>
                <a:cs typeface="Arial" panose="020B0604020202020204" pitchFamily="34" charset="0"/>
              </a:rPr>
              <a:t>Uma capital como Porto Alegre (~1,5 M)</a:t>
            </a:r>
          </a:p>
        </p:txBody>
      </p:sp>
      <p:sp>
        <p:nvSpPr>
          <p:cNvPr id="9" name="tag2">
            <a:extLst>
              <a:ext uri="{FF2B5EF4-FFF2-40B4-BE49-F238E27FC236}">
                <a16:creationId xmlns:a16="http://schemas.microsoft.com/office/drawing/2014/main" id="{35450299-ED4F-C379-D072-B45CD1371CEC}"/>
              </a:ext>
            </a:extLst>
          </p:cNvPr>
          <p:cNvSpPr/>
          <p:nvPr/>
        </p:nvSpPr>
        <p:spPr>
          <a:xfrm>
            <a:off x="521986" y="3684841"/>
            <a:ext cx="396000" cy="396000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innerShdw blurRad="76200">
              <a:prstClr val="black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400" b="1">
                <a:solidFill>
                  <a:srgbClr val="3333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12" name="tag3">
            <a:extLst>
              <a:ext uri="{FF2B5EF4-FFF2-40B4-BE49-F238E27FC236}">
                <a16:creationId xmlns:a16="http://schemas.microsoft.com/office/drawing/2014/main" id="{E2F00987-29C4-7085-9E54-4EB47B7D98A5}"/>
              </a:ext>
            </a:extLst>
          </p:cNvPr>
          <p:cNvSpPr/>
          <p:nvPr/>
        </p:nvSpPr>
        <p:spPr>
          <a:xfrm>
            <a:off x="521986" y="4451282"/>
            <a:ext cx="396000" cy="396000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innerShdw blurRad="76200">
              <a:prstClr val="black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400" b="1">
                <a:solidFill>
                  <a:srgbClr val="3333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15" name="tag4">
            <a:extLst>
              <a:ext uri="{FF2B5EF4-FFF2-40B4-BE49-F238E27FC236}">
                <a16:creationId xmlns:a16="http://schemas.microsoft.com/office/drawing/2014/main" id="{5C1AFDDC-FE2D-1311-F315-A47975467FFA}"/>
              </a:ext>
            </a:extLst>
          </p:cNvPr>
          <p:cNvSpPr/>
          <p:nvPr/>
        </p:nvSpPr>
        <p:spPr>
          <a:xfrm>
            <a:off x="521986" y="5212407"/>
            <a:ext cx="396000" cy="396000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innerShdw blurRad="76200">
              <a:prstClr val="black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400" b="1">
                <a:solidFill>
                  <a:srgbClr val="3333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sp>
        <p:nvSpPr>
          <p:cNvPr id="16" name="pergunta">
            <a:extLst>
              <a:ext uri="{FF2B5EF4-FFF2-40B4-BE49-F238E27FC236}">
                <a16:creationId xmlns:a16="http://schemas.microsoft.com/office/drawing/2014/main" id="{5C85B2F6-BC68-3DD9-F93D-A8A8110BC8EC}"/>
              </a:ext>
            </a:extLst>
          </p:cNvPr>
          <p:cNvSpPr/>
          <p:nvPr/>
        </p:nvSpPr>
        <p:spPr>
          <a:xfrm>
            <a:off x="-410817" y="1442277"/>
            <a:ext cx="6785113" cy="1152000"/>
          </a:xfrm>
          <a:prstGeom prst="roundRect">
            <a:avLst/>
          </a:prstGeom>
          <a:gradFill flip="none" rotWithShape="1">
            <a:gsLst>
              <a:gs pos="0">
                <a:srgbClr val="C40000"/>
              </a:gs>
              <a:gs pos="59000">
                <a:srgbClr val="9B0000"/>
              </a:gs>
              <a:gs pos="100000">
                <a:srgbClr val="640000"/>
              </a:gs>
            </a:gsLst>
            <a:lin ang="19200000" scaled="0"/>
            <a:tileRect/>
          </a:gradFill>
          <a:ln w="31750">
            <a:solidFill>
              <a:schemeClr val="bg1"/>
            </a:solidFill>
          </a:ln>
          <a:effectLst>
            <a:outerShdw blurRad="381000" dist="1270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8000" rIns="180000" rtlCol="0" anchor="ctr"/>
          <a:lstStyle/>
          <a:p>
            <a:r>
              <a:rPr lang="pt-BR" sz="2000" b="1" dirty="0">
                <a:ln w="3175">
                  <a:noFill/>
                </a:ln>
                <a:effectLst>
                  <a:outerShdw blurRad="1270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Open Sans Extrabold" panose="020B0906030804020204" pitchFamily="34" charset="0"/>
                <a:cs typeface="Arial" panose="020B0604020202020204" pitchFamily="34" charset="0"/>
              </a:rPr>
              <a:t>Quantas pessoas a CPTM transporta por dia útil?</a:t>
            </a:r>
          </a:p>
        </p:txBody>
      </p:sp>
      <p:pic>
        <p:nvPicPr>
          <p:cNvPr id="35" name="CERTA A RESPOSTA">
            <a:hlinkClick r:id="" action="ppaction://media"/>
            <a:extLst>
              <a:ext uri="{FF2B5EF4-FFF2-40B4-BE49-F238E27FC236}">
                <a16:creationId xmlns:a16="http://schemas.microsoft.com/office/drawing/2014/main" id="{CF86B15D-1E94-24C3-2726-F3E1640A9E1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3"/>
          <a:stretch>
            <a:fillRect/>
          </a:stretch>
        </p:blipFill>
        <p:spPr>
          <a:xfrm>
            <a:off x="12451038" y="4365625"/>
            <a:ext cx="509587" cy="509588"/>
          </a:xfrm>
          <a:prstGeom prst="rect">
            <a:avLst/>
          </a:prstGeom>
        </p:spPr>
      </p:pic>
      <p:pic>
        <p:nvPicPr>
          <p:cNvPr id="37" name="QUAL É A RESPOSTA CERTA">
            <a:hlinkClick r:id="" action="ppaction://media"/>
            <a:extLst>
              <a:ext uri="{FF2B5EF4-FFF2-40B4-BE49-F238E27FC236}">
                <a16:creationId xmlns:a16="http://schemas.microsoft.com/office/drawing/2014/main" id="{ADF2E76B-AC30-C8C0-8F60-C23C62892178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3"/>
          <a:stretch>
            <a:fillRect/>
          </a:stretch>
        </p:blipFill>
        <p:spPr>
          <a:xfrm>
            <a:off x="12451038" y="1091406"/>
            <a:ext cx="509587" cy="509587"/>
          </a:xfrm>
          <a:prstGeom prst="rect">
            <a:avLst/>
          </a:prstGeom>
        </p:spPr>
      </p:pic>
      <p:pic>
        <p:nvPicPr>
          <p:cNvPr id="38" name="PRÓXIMA PERGUNTA">
            <a:hlinkClick r:id="" action="ppaction://media"/>
            <a:extLst>
              <a:ext uri="{FF2B5EF4-FFF2-40B4-BE49-F238E27FC236}">
                <a16:creationId xmlns:a16="http://schemas.microsoft.com/office/drawing/2014/main" id="{D03ECEAE-95FB-7C0C-79F8-755EFA8492AC}"/>
              </a:ext>
            </a:extLst>
          </p:cNvPr>
          <p:cNvPicPr>
            <a:picLocks noChangeAspect="1"/>
          </p:cNvPicPr>
          <p:nvPr>
            <a:audioFile r:link="rId5"/>
            <p:extLst>
              <p:ext uri="{DAA4B4D4-6D71-4841-9C94-3DE7FCFB9230}">
                <p14:media xmlns:p14="http://schemas.microsoft.com/office/powerpoint/2010/main" r:embed="rId6">
                  <p14:trim end="126"/>
                </p14:media>
              </p:ext>
            </p:extLst>
          </p:nvPr>
        </p:nvPicPr>
        <p:blipFill>
          <a:blip r:embed="rId13"/>
          <a:stretch>
            <a:fillRect/>
          </a:stretch>
        </p:blipFill>
        <p:spPr>
          <a:xfrm>
            <a:off x="12451037" y="5511800"/>
            <a:ext cx="509587" cy="509587"/>
          </a:xfrm>
          <a:prstGeom prst="rect">
            <a:avLst/>
          </a:prstGeom>
        </p:spPr>
      </p:pic>
      <p:sp>
        <p:nvSpPr>
          <p:cNvPr id="6" name="tag1">
            <a:extLst>
              <a:ext uri="{FF2B5EF4-FFF2-40B4-BE49-F238E27FC236}">
                <a16:creationId xmlns:a16="http://schemas.microsoft.com/office/drawing/2014/main" id="{A3F6047F-9EEE-EF53-82CD-FFFE9EA2EFEF}"/>
              </a:ext>
            </a:extLst>
          </p:cNvPr>
          <p:cNvSpPr/>
          <p:nvPr/>
        </p:nvSpPr>
        <p:spPr>
          <a:xfrm>
            <a:off x="521986" y="2907989"/>
            <a:ext cx="396000" cy="396000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innerShdw blurRad="76200">
              <a:prstClr val="black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400" b="1">
                <a:solidFill>
                  <a:srgbClr val="3333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pic>
        <p:nvPicPr>
          <p:cNvPr id="22" name="!!logodomilhao">
            <a:extLst>
              <a:ext uri="{FF2B5EF4-FFF2-40B4-BE49-F238E27FC236}">
                <a16:creationId xmlns:a16="http://schemas.microsoft.com/office/drawing/2014/main" id="{9CBFB539-3C18-E29D-7D90-A635B50F8706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632282" y="0"/>
            <a:ext cx="1378078" cy="1480128"/>
          </a:xfrm>
          <a:prstGeom prst="rect">
            <a:avLst/>
          </a:prstGeom>
          <a:effectLst>
            <a:softEdge rad="25400"/>
          </a:effectLst>
        </p:spPr>
      </p:pic>
      <p:sp>
        <p:nvSpPr>
          <p:cNvPr id="23" name="Botaão Próxima">
            <a:hlinkClick r:id="rId15" action="ppaction://hlinksldjump"/>
            <a:extLst>
              <a:ext uri="{FF2B5EF4-FFF2-40B4-BE49-F238E27FC236}">
                <a16:creationId xmlns:a16="http://schemas.microsoft.com/office/drawing/2014/main" id="{DCA05F12-35AF-9395-D1E6-8B4039A0FA70}"/>
              </a:ext>
            </a:extLst>
          </p:cNvPr>
          <p:cNvSpPr/>
          <p:nvPr/>
        </p:nvSpPr>
        <p:spPr>
          <a:xfrm>
            <a:off x="8161771" y="5410407"/>
            <a:ext cx="2330219" cy="540000"/>
          </a:xfrm>
          <a:prstGeom prst="roundRect">
            <a:avLst/>
          </a:prstGeom>
          <a:gradFill flip="none" rotWithShape="1">
            <a:gsLst>
              <a:gs pos="0">
                <a:schemeClr val="accent6"/>
              </a:gs>
              <a:gs pos="59000">
                <a:schemeClr val="accent6">
                  <a:lumMod val="75000"/>
                </a:schemeClr>
              </a:gs>
              <a:gs pos="100000">
                <a:schemeClr val="accent6">
                  <a:lumMod val="50000"/>
                </a:schemeClr>
              </a:gs>
            </a:gsLst>
            <a:lin ang="19200000" scaled="0"/>
            <a:tileRect/>
          </a:gradFill>
          <a:ln w="19050">
            <a:solidFill>
              <a:schemeClr val="bg1"/>
            </a:solidFill>
          </a:ln>
          <a:effectLst>
            <a:outerShdw blurRad="381000" dist="1270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rIns="108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1" i="0" u="none" strike="noStrike" kern="1200" cap="none" spc="0" normalizeH="0" baseline="0" noProof="0" dirty="0">
                <a:ln w="3175">
                  <a:noFill/>
                </a:ln>
                <a:solidFill>
                  <a:prstClr val="white"/>
                </a:solidFill>
                <a:effectLst>
                  <a:outerShdw blurRad="1270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Arial" panose="020B0604020202020204" pitchFamily="34" charset="0"/>
                <a:ea typeface="Open Sans Extrabold" panose="020B0906030804020204" pitchFamily="34" charset="0"/>
                <a:cs typeface="Arial" panose="020B0604020202020204" pitchFamily="34" charset="0"/>
              </a:rPr>
              <a:t>Explicação</a:t>
            </a:r>
          </a:p>
        </p:txBody>
      </p:sp>
    </p:spTree>
    <p:extLst>
      <p:ext uri="{BB962C8B-B14F-4D97-AF65-F5344CB8AC3E}">
        <p14:creationId xmlns:p14="http://schemas.microsoft.com/office/powerpoint/2010/main" val="20440953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ac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accel="5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accel="5000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accel="5000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accel="50000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2500"/>
                            </p:stCondLst>
                            <p:childTnLst>
                              <p:par>
                                <p:cTn id="38" presetID="1" presetClass="mediacall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cmd type="call" cmd="playFrom(0.0)">
                                      <p:cBhvr>
                                        <p:cTn id="39" dur="1" fill="hold"/>
                                        <p:tgtEl>
                                          <p:spTgt spid="3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40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41" dur="1" fill="hold"/>
                                        <p:tgtEl>
                                          <p:spTgt spid="3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4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8" presetClass="emph" presetSubtype="0" repeatCount="indefinite" autoRev="1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600000">
                                      <p:cBhvr>
                                        <p:cTn id="48" dur="1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6000"/>
                            </p:stCondLst>
                            <p:childTnLst>
                              <p:par>
                                <p:cTn id="5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95833E-6 -7.40741E-7 L -3.95833E-6 0.3206 " pathEditMode="relative" rAng="0" ptsTypes="AA">
                                      <p:cBhvr>
                                        <p:cTn id="56" dur="500" spd="-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601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6500"/>
                            </p:stCondLst>
                            <p:childTnLst>
                              <p:par>
                                <p:cTn id="58" presetID="6" presetClass="emph" presetSubtype="0" repeatCount="indefinite" autoRev="1" fill="hold" grpId="2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Scale>
                                      <p:cBhvr>
                                        <p:cTn id="59" dur="500" fill="hold"/>
                                        <p:tgtEl>
                                          <p:spTgt spid="23"/>
                                        </p:tgtEl>
                                      </p:cBhvr>
                                      <p:by x="90000" y="9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60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1" fill="hold">
                      <p:stCondLst>
                        <p:cond delay="0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9" presetClass="emph" presetSubtype="0" repeatCount="2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4" dur="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FF00"/>
                                      </p:to>
                                    </p:animClr>
                                    <p:animClr clrSpc="rgb" dir="cw">
                                      <p:cBhvr>
                                        <p:cTn id="65" dur="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FF00"/>
                                      </p:to>
                                    </p:animClr>
                                    <p:set>
                                      <p:cBhvr>
                                        <p:cTn id="66" dur="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7" dur="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3" presetClass="emph" presetSubtype="2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500"/>
                            </p:stCondLst>
                            <p:childTnLst>
                              <p:par>
                                <p:cTn id="71" presetID="1" presetClass="mediacall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cmd type="call" cmd="playFrom(0.0)">
                                      <p:cBhvr>
                                        <p:cTn id="72" dur="1" fill="hold"/>
                                        <p:tgtEl>
                                          <p:spTgt spid="3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seq concurrent="1" nextAc="seek">
              <p:cTn id="73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4" fill="hold">
                      <p:stCondLst>
                        <p:cond delay="0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9" presetClass="emph" presetSubtype="0" repeatCount="2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7" dur="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  <p:animClr clrSpc="rgb" dir="cw">
                                      <p:cBhvr>
                                        <p:cTn id="78" dur="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  <p:set>
                                      <p:cBhvr>
                                        <p:cTn id="79" dur="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0" dur="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3" presetClass="emph" presetSubtype="2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  <p:seq concurrent="1" nextAc="seek">
              <p:cTn id="83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4" fill="hold">
                      <p:stCondLst>
                        <p:cond delay="0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9" presetClass="emph" presetSubtype="0" repeatCount="2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7" dur="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  <p:animClr clrSpc="rgb" dir="cw">
                                      <p:cBhvr>
                                        <p:cTn id="88" dur="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  <p:set>
                                      <p:cBhvr>
                                        <p:cTn id="89" dur="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0" dur="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3" presetClass="emph" presetSubtype="2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93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4" fill="hold">
                      <p:stCondLst>
                        <p:cond delay="0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9" presetClass="emph" presetSubtype="0" repeatCount="2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7" dur="2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  <p:animClr clrSpc="rgb" dir="cw">
                                      <p:cBhvr>
                                        <p:cTn id="98" dur="2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  <p:set>
                                      <p:cBhvr>
                                        <p:cTn id="99" dur="2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0" dur="2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3" presetClass="emph" presetSubtype="2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  <p:audio>
              <p:cMediaNode vol="80000" numSld="999">
                <p:cTn id="103" fill="remove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5"/>
                </p:tgtEl>
              </p:cMediaNode>
            </p:audio>
            <p:audio>
              <p:cMediaNode vol="80000" numSld="999">
                <p:cTn id="104" fill="remove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7"/>
                </p:tgtEl>
              </p:cMediaNode>
            </p:audio>
            <p:audio>
              <p:cMediaNode vol="80000" numSld="999">
                <p:cTn id="105" fill="remove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8"/>
                </p:tgtEl>
              </p:cMediaNode>
            </p:audio>
          </p:childTnLst>
        </p:cTn>
      </p:par>
    </p:tnLst>
    <p:bldLst>
      <p:bldP spid="8" grpId="0" animBg="1"/>
      <p:bldP spid="8" grpId="1" animBg="1"/>
      <p:bldP spid="8" grpId="2" animBg="1"/>
      <p:bldP spid="11" grpId="0" animBg="1"/>
      <p:bldP spid="11" grpId="1" animBg="1"/>
      <p:bldP spid="11" grpId="2" animBg="1"/>
      <p:bldP spid="14" grpId="0" animBg="1"/>
      <p:bldP spid="14" grpId="1" animBg="1"/>
      <p:bldP spid="14" grpId="2" animBg="1"/>
      <p:bldP spid="5" grpId="0" animBg="1"/>
      <p:bldP spid="5" grpId="1" animBg="1"/>
      <p:bldP spid="5" grpId="2" animBg="1"/>
      <p:bldP spid="9" grpId="0" animBg="1"/>
      <p:bldP spid="12" grpId="0" animBg="1"/>
      <p:bldP spid="15" grpId="0" animBg="1"/>
      <p:bldP spid="16" grpId="0" animBg="1"/>
      <p:bldP spid="6" grpId="0" animBg="1"/>
      <p:bldP spid="23" grpId="0" animBg="1"/>
      <p:bldP spid="23" grpId="1" animBg="1"/>
      <p:bldP spid="23" grpId="2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A6F55BFC-284B-A271-7397-E5524C8B2560}"/>
              </a:ext>
            </a:extLst>
          </p:cNvPr>
          <p:cNvSpPr txBox="1"/>
          <p:nvPr/>
        </p:nvSpPr>
        <p:spPr>
          <a:xfrm>
            <a:off x="300596" y="230485"/>
            <a:ext cx="83862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algn="ctr">
              <a:defRPr sz="2400" b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</a:rPr>
              <a:t>FROTA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392AE545-E82F-D862-B150-CB8BBCBB9B6A}"/>
              </a:ext>
            </a:extLst>
          </p:cNvPr>
          <p:cNvSpPr txBox="1"/>
          <p:nvPr/>
        </p:nvSpPr>
        <p:spPr>
          <a:xfrm>
            <a:off x="8684386" y="4153520"/>
            <a:ext cx="1039743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2008</a:t>
            </a:r>
          </a:p>
        </p:txBody>
      </p:sp>
      <p:pic>
        <p:nvPicPr>
          <p:cNvPr id="109" name="Imagem 108" descr="Uma imagem contendo edifício, no interior, homem, mesa&#10;&#10;Descrição gerada automaticamente">
            <a:extLst>
              <a:ext uri="{FF2B5EF4-FFF2-40B4-BE49-F238E27FC236}">
                <a16:creationId xmlns:a16="http://schemas.microsoft.com/office/drawing/2014/main" id="{2F051D00-5EB0-9673-FDDB-E340CA9D388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2047" b="2047"/>
          <a:stretch/>
        </p:blipFill>
        <p:spPr>
          <a:xfrm>
            <a:off x="-1" y="-1"/>
            <a:ext cx="12192001" cy="6858001"/>
          </a:xfrm>
          <a:prstGeom prst="rect">
            <a:avLst/>
          </a:prstGeom>
        </p:spPr>
      </p:pic>
      <p:pic>
        <p:nvPicPr>
          <p:cNvPr id="6" name="Imagem 5" descr="Diagrama&#10;&#10;Descrição gerada automaticamente">
            <a:extLst>
              <a:ext uri="{FF2B5EF4-FFF2-40B4-BE49-F238E27FC236}">
                <a16:creationId xmlns:a16="http://schemas.microsoft.com/office/drawing/2014/main" id="{5D6F5054-4739-4C85-6047-C89FFD553E48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duotone>
              <a:prstClr val="black"/>
              <a:schemeClr val="accent3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20000" contrast="-40000"/>
                    </a14:imgEffect>
                  </a14:imgLayer>
                </a14:imgProps>
              </a:ext>
            </a:extLst>
          </a:blip>
          <a:srcRect l="24217" t="13013" r="965" b="42288"/>
          <a:stretch/>
        </p:blipFill>
        <p:spPr>
          <a:xfrm>
            <a:off x="6347600" y="338487"/>
            <a:ext cx="1985750" cy="1676779"/>
          </a:xfrm>
          <a:prstGeom prst="rect">
            <a:avLst/>
          </a:prstGeom>
        </p:spPr>
      </p:pic>
      <p:sp>
        <p:nvSpPr>
          <p:cNvPr id="7" name="Retângulo 6">
            <a:extLst>
              <a:ext uri="{FF2B5EF4-FFF2-40B4-BE49-F238E27FC236}">
                <a16:creationId xmlns:a16="http://schemas.microsoft.com/office/drawing/2014/main" id="{07DCF59F-1D2D-C694-DBAA-FA53D3B59728}"/>
              </a:ext>
            </a:extLst>
          </p:cNvPr>
          <p:cNvSpPr/>
          <p:nvPr/>
        </p:nvSpPr>
        <p:spPr>
          <a:xfrm>
            <a:off x="4816484" y="2680542"/>
            <a:ext cx="3509750" cy="22276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B73A6C94-9751-A3D0-D9B1-BC4E4B6BCD8B}"/>
              </a:ext>
            </a:extLst>
          </p:cNvPr>
          <p:cNvSpPr/>
          <p:nvPr/>
        </p:nvSpPr>
        <p:spPr>
          <a:xfrm>
            <a:off x="4838396" y="4484606"/>
            <a:ext cx="3509750" cy="22276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5B1BE7A3-E552-DD4C-6AF2-7E1A56F505A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76086" y="2123268"/>
            <a:ext cx="3434370" cy="3905795"/>
          </a:xfrm>
          <a:prstGeom prst="rect">
            <a:avLst/>
          </a:prstGeom>
        </p:spPr>
      </p:pic>
      <p:sp>
        <p:nvSpPr>
          <p:cNvPr id="28" name="Botaão Próxima">
            <a:hlinkClick r:id="rId7" action="ppaction://hlinksldjump"/>
            <a:extLst>
              <a:ext uri="{FF2B5EF4-FFF2-40B4-BE49-F238E27FC236}">
                <a16:creationId xmlns:a16="http://schemas.microsoft.com/office/drawing/2014/main" id="{E807D155-73C4-81DA-71B9-9DF43ECA968C}"/>
              </a:ext>
            </a:extLst>
          </p:cNvPr>
          <p:cNvSpPr/>
          <p:nvPr/>
        </p:nvSpPr>
        <p:spPr>
          <a:xfrm>
            <a:off x="9615186" y="5618845"/>
            <a:ext cx="2330219" cy="540000"/>
          </a:xfrm>
          <a:prstGeom prst="roundRect">
            <a:avLst/>
          </a:prstGeom>
          <a:gradFill flip="none" rotWithShape="1">
            <a:gsLst>
              <a:gs pos="0">
                <a:schemeClr val="accent6"/>
              </a:gs>
              <a:gs pos="59000">
                <a:schemeClr val="accent6">
                  <a:lumMod val="75000"/>
                </a:schemeClr>
              </a:gs>
              <a:gs pos="100000">
                <a:schemeClr val="accent6">
                  <a:lumMod val="50000"/>
                </a:schemeClr>
              </a:gs>
            </a:gsLst>
            <a:lin ang="19200000" scaled="0"/>
            <a:tileRect/>
          </a:gradFill>
          <a:ln w="19050">
            <a:solidFill>
              <a:schemeClr val="bg1"/>
            </a:solidFill>
          </a:ln>
          <a:effectLst>
            <a:outerShdw blurRad="381000" dist="1270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rIns="108000" rtlCol="0" anchor="ctr"/>
          <a:lstStyle/>
          <a:p>
            <a:pPr algn="ctr"/>
            <a:r>
              <a:rPr lang="pt-BR" sz="1400" b="1">
                <a:ln w="3175">
                  <a:noFill/>
                </a:ln>
                <a:effectLst>
                  <a:outerShdw blurRad="1270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Arial" panose="020B0604020202020204" pitchFamily="34" charset="0"/>
                <a:ea typeface="Open Sans Extrabold" panose="020B0906030804020204" pitchFamily="34" charset="0"/>
                <a:cs typeface="Arial" panose="020B0604020202020204" pitchFamily="34" charset="0"/>
              </a:rPr>
              <a:t>PRÓXIMA PERGUNTA</a:t>
            </a:r>
          </a:p>
        </p:txBody>
      </p:sp>
    </p:spTree>
    <p:extLst>
      <p:ext uri="{BB962C8B-B14F-4D97-AF65-F5344CB8AC3E}">
        <p14:creationId xmlns:p14="http://schemas.microsoft.com/office/powerpoint/2010/main" val="3283983892"/>
      </p:ext>
    </p:extLst>
  </p:cSld>
  <p:clrMapOvr>
    <a:masterClrMapping/>
  </p:clrMapOvr>
  <p:transition spd="slow">
    <p:push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11022E-16 -3.33333E-6 L 1.11022E-16 0.32061 " pathEditMode="relative" rAng="0" ptsTypes="AA">
                                      <p:cBhvr>
                                        <p:cTn id="11" dur="500" spd="-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601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6" presetClass="emph" presetSubtype="0" repeatCount="indefinite" autoRev="1" fill="hold" grpId="2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Scale>
                                      <p:cBhvr>
                                        <p:cTn id="14" dur="500" fill="hold"/>
                                        <p:tgtEl>
                                          <p:spTgt spid="28"/>
                                        </p:tgtEl>
                                      </p:cBhvr>
                                      <p:by x="90000" y="9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28" grpId="1" animBg="1"/>
      <p:bldP spid="28" grpId="2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Espaço Reservado para Imagem 24">
            <a:extLst>
              <a:ext uri="{FF2B5EF4-FFF2-40B4-BE49-F238E27FC236}">
                <a16:creationId xmlns:a16="http://schemas.microsoft.com/office/drawing/2014/main" id="{C90BE14E-360B-FD89-7952-DE8C03C5369F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7279" t="-3854" r="12612" b="29526"/>
          <a:stretch/>
        </p:blipFill>
        <p:spPr>
          <a:xfrm>
            <a:off x="6096001" y="0"/>
            <a:ext cx="6096000" cy="6858000"/>
          </a:xfrm>
        </p:spPr>
      </p:pic>
      <p:sp>
        <p:nvSpPr>
          <p:cNvPr id="8" name="resposta4">
            <a:hlinkClick r:id="rId10" action="ppaction://hlinksldjump"/>
            <a:extLst>
              <a:ext uri="{FF2B5EF4-FFF2-40B4-BE49-F238E27FC236}">
                <a16:creationId xmlns:a16="http://schemas.microsoft.com/office/drawing/2014/main" id="{FA877B18-1F02-B31D-C4AE-EF93206C77D0}"/>
              </a:ext>
            </a:extLst>
          </p:cNvPr>
          <p:cNvSpPr/>
          <p:nvPr/>
        </p:nvSpPr>
        <p:spPr>
          <a:xfrm>
            <a:off x="417962" y="5140407"/>
            <a:ext cx="5220000" cy="540000"/>
          </a:xfrm>
          <a:prstGeom prst="roundRect">
            <a:avLst/>
          </a:prstGeom>
          <a:gradFill flip="none" rotWithShape="1">
            <a:gsLst>
              <a:gs pos="0">
                <a:srgbClr val="C40000"/>
              </a:gs>
              <a:gs pos="36000">
                <a:srgbClr val="9B0000"/>
              </a:gs>
              <a:gs pos="78000">
                <a:srgbClr val="640000"/>
              </a:gs>
            </a:gsLst>
            <a:lin ang="19200000" scaled="0"/>
            <a:tileRect/>
          </a:gradFill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76000" rIns="180000" rtlCol="0" anchor="ctr"/>
          <a:lstStyle/>
          <a:p>
            <a:r>
              <a:rPr lang="pt-BR" dirty="0">
                <a:ln w="3175">
                  <a:noFill/>
                </a:ln>
                <a:effectLst>
                  <a:outerShdw blurRad="1270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Arial" panose="020B0604020202020204" pitchFamily="34" charset="0"/>
                <a:ea typeface="Open Sans Extrabold" panose="020B0906030804020204" pitchFamily="34" charset="0"/>
                <a:cs typeface="Arial" panose="020B0604020202020204" pitchFamily="34" charset="0"/>
              </a:rPr>
              <a:t>1 bilhão</a:t>
            </a:r>
          </a:p>
        </p:txBody>
      </p:sp>
      <p:sp>
        <p:nvSpPr>
          <p:cNvPr id="11" name="resposta1">
            <a:hlinkClick r:id="rId11" action="ppaction://hlinksldjump"/>
            <a:extLst>
              <a:ext uri="{FF2B5EF4-FFF2-40B4-BE49-F238E27FC236}">
                <a16:creationId xmlns:a16="http://schemas.microsoft.com/office/drawing/2014/main" id="{EF597833-8F93-94D6-572D-287CB24CA478}"/>
              </a:ext>
            </a:extLst>
          </p:cNvPr>
          <p:cNvSpPr/>
          <p:nvPr/>
        </p:nvSpPr>
        <p:spPr>
          <a:xfrm>
            <a:off x="417962" y="2835989"/>
            <a:ext cx="5220000" cy="540000"/>
          </a:xfrm>
          <a:prstGeom prst="roundRect">
            <a:avLst/>
          </a:prstGeom>
          <a:gradFill flip="none" rotWithShape="1">
            <a:gsLst>
              <a:gs pos="0">
                <a:srgbClr val="C40000"/>
              </a:gs>
              <a:gs pos="36000">
                <a:srgbClr val="9B0000"/>
              </a:gs>
              <a:gs pos="78000">
                <a:srgbClr val="640000"/>
              </a:gs>
            </a:gsLst>
            <a:lin ang="19200000" scaled="0"/>
            <a:tileRect/>
          </a:gradFill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76000" rIns="180000" rtlCol="0" anchor="ctr"/>
          <a:lstStyle/>
          <a:p>
            <a:r>
              <a:rPr lang="pt-BR" dirty="0">
                <a:ln w="3175">
                  <a:noFill/>
                </a:ln>
                <a:effectLst>
                  <a:outerShdw blurRad="1270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Arial" panose="020B0604020202020204" pitchFamily="34" charset="0"/>
                <a:ea typeface="Open Sans Extrabold" panose="020B0906030804020204" pitchFamily="34" charset="0"/>
                <a:cs typeface="Arial" panose="020B0604020202020204" pitchFamily="34" charset="0"/>
              </a:rPr>
              <a:t>100 milhões</a:t>
            </a:r>
          </a:p>
        </p:txBody>
      </p:sp>
      <p:sp>
        <p:nvSpPr>
          <p:cNvPr id="14" name="resposta2">
            <a:hlinkClick r:id="rId12" action="ppaction://hlinksldjump"/>
            <a:extLst>
              <a:ext uri="{FF2B5EF4-FFF2-40B4-BE49-F238E27FC236}">
                <a16:creationId xmlns:a16="http://schemas.microsoft.com/office/drawing/2014/main" id="{EC367AE1-89B0-0178-D030-42EC51253F8A}"/>
              </a:ext>
            </a:extLst>
          </p:cNvPr>
          <p:cNvSpPr/>
          <p:nvPr/>
        </p:nvSpPr>
        <p:spPr>
          <a:xfrm>
            <a:off x="371739" y="3635303"/>
            <a:ext cx="5220000" cy="540000"/>
          </a:xfrm>
          <a:prstGeom prst="roundRect">
            <a:avLst/>
          </a:prstGeom>
          <a:gradFill flip="none" rotWithShape="1">
            <a:gsLst>
              <a:gs pos="0">
                <a:srgbClr val="C40000"/>
              </a:gs>
              <a:gs pos="36000">
                <a:srgbClr val="9B0000"/>
              </a:gs>
              <a:gs pos="78000">
                <a:srgbClr val="640000"/>
              </a:gs>
            </a:gsLst>
            <a:lin ang="19200000" scaled="0"/>
            <a:tileRect/>
          </a:gradFill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76000" rIns="180000" rtlCol="0" anchor="ctr"/>
          <a:lstStyle/>
          <a:p>
            <a:r>
              <a:rPr lang="pt-BR" dirty="0">
                <a:ln w="3175">
                  <a:noFill/>
                </a:ln>
                <a:effectLst>
                  <a:outerShdw blurRad="1270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Arial" panose="020B0604020202020204" pitchFamily="34" charset="0"/>
                <a:ea typeface="Open Sans Extrabold" panose="020B0906030804020204" pitchFamily="34" charset="0"/>
                <a:cs typeface="Arial" panose="020B0604020202020204" pitchFamily="34" charset="0"/>
              </a:rPr>
              <a:t>300 milhões</a:t>
            </a:r>
          </a:p>
        </p:txBody>
      </p:sp>
      <p:sp>
        <p:nvSpPr>
          <p:cNvPr id="5" name="resposta3">
            <a:extLst>
              <a:ext uri="{FF2B5EF4-FFF2-40B4-BE49-F238E27FC236}">
                <a16:creationId xmlns:a16="http://schemas.microsoft.com/office/drawing/2014/main" id="{D8927D95-95B0-BA2F-1ECA-13CFCB685297}"/>
              </a:ext>
            </a:extLst>
          </p:cNvPr>
          <p:cNvSpPr/>
          <p:nvPr/>
        </p:nvSpPr>
        <p:spPr>
          <a:xfrm>
            <a:off x="417962" y="4398064"/>
            <a:ext cx="5220000" cy="540000"/>
          </a:xfrm>
          <a:prstGeom prst="roundRect">
            <a:avLst/>
          </a:prstGeom>
          <a:gradFill flip="none" rotWithShape="1">
            <a:gsLst>
              <a:gs pos="0">
                <a:srgbClr val="C40000"/>
              </a:gs>
              <a:gs pos="36000">
                <a:srgbClr val="9B0000"/>
              </a:gs>
              <a:gs pos="78000">
                <a:srgbClr val="640000"/>
              </a:gs>
            </a:gsLst>
            <a:lin ang="19200000" scaled="0"/>
            <a:tileRect/>
          </a:gradFill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76000" rIns="180000" rtlCol="0" anchor="ctr"/>
          <a:lstStyle/>
          <a:p>
            <a:r>
              <a:rPr lang="pt-BR" dirty="0">
                <a:ln w="3175">
                  <a:noFill/>
                </a:ln>
                <a:effectLst>
                  <a:outerShdw blurRad="1270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Arial" panose="020B0604020202020204" pitchFamily="34" charset="0"/>
                <a:ea typeface="Open Sans Extrabold" panose="020B0906030804020204" pitchFamily="34" charset="0"/>
                <a:cs typeface="Arial" panose="020B0604020202020204" pitchFamily="34" charset="0"/>
              </a:rPr>
              <a:t>480 milhões</a:t>
            </a:r>
          </a:p>
        </p:txBody>
      </p:sp>
      <p:sp>
        <p:nvSpPr>
          <p:cNvPr id="9" name="tag2">
            <a:extLst>
              <a:ext uri="{FF2B5EF4-FFF2-40B4-BE49-F238E27FC236}">
                <a16:creationId xmlns:a16="http://schemas.microsoft.com/office/drawing/2014/main" id="{35450299-ED4F-C379-D072-B45CD1371CEC}"/>
              </a:ext>
            </a:extLst>
          </p:cNvPr>
          <p:cNvSpPr/>
          <p:nvPr/>
        </p:nvSpPr>
        <p:spPr>
          <a:xfrm>
            <a:off x="521986" y="3694308"/>
            <a:ext cx="396000" cy="396000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innerShdw blurRad="76200">
              <a:prstClr val="black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400" b="1">
                <a:solidFill>
                  <a:srgbClr val="3333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12" name="tag3">
            <a:extLst>
              <a:ext uri="{FF2B5EF4-FFF2-40B4-BE49-F238E27FC236}">
                <a16:creationId xmlns:a16="http://schemas.microsoft.com/office/drawing/2014/main" id="{E2F00987-29C4-7085-9E54-4EB47B7D98A5}"/>
              </a:ext>
            </a:extLst>
          </p:cNvPr>
          <p:cNvSpPr/>
          <p:nvPr/>
        </p:nvSpPr>
        <p:spPr>
          <a:xfrm>
            <a:off x="521986" y="4451282"/>
            <a:ext cx="396000" cy="396000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innerShdw blurRad="76200">
              <a:prstClr val="black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400" b="1">
                <a:solidFill>
                  <a:srgbClr val="3333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15" name="tag4">
            <a:extLst>
              <a:ext uri="{FF2B5EF4-FFF2-40B4-BE49-F238E27FC236}">
                <a16:creationId xmlns:a16="http://schemas.microsoft.com/office/drawing/2014/main" id="{5C1AFDDC-FE2D-1311-F315-A47975467FFA}"/>
              </a:ext>
            </a:extLst>
          </p:cNvPr>
          <p:cNvSpPr/>
          <p:nvPr/>
        </p:nvSpPr>
        <p:spPr>
          <a:xfrm>
            <a:off x="521986" y="5212407"/>
            <a:ext cx="396000" cy="396000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innerShdw blurRad="76200">
              <a:prstClr val="black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400" b="1">
                <a:solidFill>
                  <a:srgbClr val="3333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sp>
        <p:nvSpPr>
          <p:cNvPr id="16" name="pergunta">
            <a:extLst>
              <a:ext uri="{FF2B5EF4-FFF2-40B4-BE49-F238E27FC236}">
                <a16:creationId xmlns:a16="http://schemas.microsoft.com/office/drawing/2014/main" id="{5C85B2F6-BC68-3DD9-F93D-A8A8110BC8EC}"/>
              </a:ext>
            </a:extLst>
          </p:cNvPr>
          <p:cNvSpPr/>
          <p:nvPr/>
        </p:nvSpPr>
        <p:spPr>
          <a:xfrm>
            <a:off x="-410817" y="1442277"/>
            <a:ext cx="6785113" cy="1152000"/>
          </a:xfrm>
          <a:prstGeom prst="roundRect">
            <a:avLst/>
          </a:prstGeom>
          <a:gradFill flip="none" rotWithShape="1">
            <a:gsLst>
              <a:gs pos="0">
                <a:srgbClr val="C40000"/>
              </a:gs>
              <a:gs pos="59000">
                <a:srgbClr val="9B0000"/>
              </a:gs>
              <a:gs pos="100000">
                <a:srgbClr val="640000"/>
              </a:gs>
            </a:gsLst>
            <a:lin ang="19200000" scaled="0"/>
            <a:tileRect/>
          </a:gradFill>
          <a:ln w="31750">
            <a:solidFill>
              <a:schemeClr val="bg1"/>
            </a:solidFill>
          </a:ln>
          <a:effectLst>
            <a:outerShdw blurRad="381000" dist="1270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8000" rIns="180000" rtlCol="0" anchor="ctr"/>
          <a:lstStyle/>
          <a:p>
            <a:r>
              <a:rPr lang="pt-BR" sz="2000" b="1" dirty="0">
                <a:ln w="3175">
                  <a:noFill/>
                </a:ln>
                <a:effectLst>
                  <a:outerShdw blurRad="1270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Open Sans Extrabold" panose="020B0906030804020204" pitchFamily="34" charset="0"/>
                <a:cs typeface="Arial" panose="020B0604020202020204" pitchFamily="34" charset="0"/>
              </a:rPr>
              <a:t>Quantos passageiros por ano a CPTM transporta?</a:t>
            </a:r>
          </a:p>
        </p:txBody>
      </p:sp>
      <p:pic>
        <p:nvPicPr>
          <p:cNvPr id="35" name="CERTA A RESPOSTA">
            <a:hlinkClick r:id="" action="ppaction://media"/>
            <a:extLst>
              <a:ext uri="{FF2B5EF4-FFF2-40B4-BE49-F238E27FC236}">
                <a16:creationId xmlns:a16="http://schemas.microsoft.com/office/drawing/2014/main" id="{CF86B15D-1E94-24C3-2726-F3E1640A9E1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3"/>
          <a:stretch>
            <a:fillRect/>
          </a:stretch>
        </p:blipFill>
        <p:spPr>
          <a:xfrm>
            <a:off x="12451038" y="4365625"/>
            <a:ext cx="509587" cy="509588"/>
          </a:xfrm>
          <a:prstGeom prst="rect">
            <a:avLst/>
          </a:prstGeom>
        </p:spPr>
      </p:pic>
      <p:pic>
        <p:nvPicPr>
          <p:cNvPr id="37" name="QUAL É A RESPOSTA CERTA">
            <a:hlinkClick r:id="" action="ppaction://media"/>
            <a:extLst>
              <a:ext uri="{FF2B5EF4-FFF2-40B4-BE49-F238E27FC236}">
                <a16:creationId xmlns:a16="http://schemas.microsoft.com/office/drawing/2014/main" id="{ADF2E76B-AC30-C8C0-8F60-C23C62892178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3"/>
          <a:stretch>
            <a:fillRect/>
          </a:stretch>
        </p:blipFill>
        <p:spPr>
          <a:xfrm>
            <a:off x="12451038" y="1091406"/>
            <a:ext cx="509587" cy="509587"/>
          </a:xfrm>
          <a:prstGeom prst="rect">
            <a:avLst/>
          </a:prstGeom>
        </p:spPr>
      </p:pic>
      <p:pic>
        <p:nvPicPr>
          <p:cNvPr id="38" name="PRÓXIMA PERGUNTA">
            <a:hlinkClick r:id="" action="ppaction://media"/>
            <a:extLst>
              <a:ext uri="{FF2B5EF4-FFF2-40B4-BE49-F238E27FC236}">
                <a16:creationId xmlns:a16="http://schemas.microsoft.com/office/drawing/2014/main" id="{D03ECEAE-95FB-7C0C-79F8-755EFA8492AC}"/>
              </a:ext>
            </a:extLst>
          </p:cNvPr>
          <p:cNvPicPr>
            <a:picLocks noChangeAspect="1"/>
          </p:cNvPicPr>
          <p:nvPr>
            <a:audioFile r:link="rId5"/>
            <p:extLst>
              <p:ext uri="{DAA4B4D4-6D71-4841-9C94-3DE7FCFB9230}">
                <p14:media xmlns:p14="http://schemas.microsoft.com/office/powerpoint/2010/main" r:embed="rId6">
                  <p14:trim end="126"/>
                </p14:media>
              </p:ext>
            </p:extLst>
          </p:nvPr>
        </p:nvPicPr>
        <p:blipFill>
          <a:blip r:embed="rId13"/>
          <a:stretch>
            <a:fillRect/>
          </a:stretch>
        </p:blipFill>
        <p:spPr>
          <a:xfrm>
            <a:off x="12451037" y="5511800"/>
            <a:ext cx="509587" cy="509587"/>
          </a:xfrm>
          <a:prstGeom prst="rect">
            <a:avLst/>
          </a:prstGeom>
        </p:spPr>
      </p:pic>
      <p:sp>
        <p:nvSpPr>
          <p:cNvPr id="6" name="tag1">
            <a:extLst>
              <a:ext uri="{FF2B5EF4-FFF2-40B4-BE49-F238E27FC236}">
                <a16:creationId xmlns:a16="http://schemas.microsoft.com/office/drawing/2014/main" id="{A3F6047F-9EEE-EF53-82CD-FFFE9EA2EFEF}"/>
              </a:ext>
            </a:extLst>
          </p:cNvPr>
          <p:cNvSpPr/>
          <p:nvPr/>
        </p:nvSpPr>
        <p:spPr>
          <a:xfrm>
            <a:off x="521986" y="2907989"/>
            <a:ext cx="396000" cy="396000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innerShdw blurRad="76200">
              <a:prstClr val="black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400" b="1">
                <a:solidFill>
                  <a:srgbClr val="3333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pic>
        <p:nvPicPr>
          <p:cNvPr id="22" name="!!logodomilhao">
            <a:extLst>
              <a:ext uri="{FF2B5EF4-FFF2-40B4-BE49-F238E27FC236}">
                <a16:creationId xmlns:a16="http://schemas.microsoft.com/office/drawing/2014/main" id="{F0E28ADA-F01D-2591-1C6C-AE2F1B5DE6AA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632282" y="0"/>
            <a:ext cx="1378078" cy="1480128"/>
          </a:xfrm>
          <a:prstGeom prst="rect">
            <a:avLst/>
          </a:prstGeom>
          <a:effectLst>
            <a:softEdge rad="25400"/>
          </a:effectLst>
        </p:spPr>
      </p:pic>
      <p:sp>
        <p:nvSpPr>
          <p:cNvPr id="23" name="Botaão Próxima">
            <a:hlinkClick r:id="rId15" action="ppaction://hlinksldjump"/>
            <a:extLst>
              <a:ext uri="{FF2B5EF4-FFF2-40B4-BE49-F238E27FC236}">
                <a16:creationId xmlns:a16="http://schemas.microsoft.com/office/drawing/2014/main" id="{4912348E-5EFF-5E02-89CE-46AD115687AA}"/>
              </a:ext>
            </a:extLst>
          </p:cNvPr>
          <p:cNvSpPr/>
          <p:nvPr/>
        </p:nvSpPr>
        <p:spPr>
          <a:xfrm>
            <a:off x="8248399" y="5751387"/>
            <a:ext cx="2330219" cy="540000"/>
          </a:xfrm>
          <a:prstGeom prst="roundRect">
            <a:avLst/>
          </a:prstGeom>
          <a:gradFill flip="none" rotWithShape="1">
            <a:gsLst>
              <a:gs pos="0">
                <a:schemeClr val="accent6"/>
              </a:gs>
              <a:gs pos="59000">
                <a:schemeClr val="accent6">
                  <a:lumMod val="75000"/>
                </a:schemeClr>
              </a:gs>
              <a:gs pos="100000">
                <a:schemeClr val="accent6">
                  <a:lumMod val="50000"/>
                </a:schemeClr>
              </a:gs>
            </a:gsLst>
            <a:lin ang="19200000" scaled="0"/>
            <a:tileRect/>
          </a:gradFill>
          <a:ln w="19050">
            <a:solidFill>
              <a:schemeClr val="bg1"/>
            </a:solidFill>
          </a:ln>
          <a:effectLst>
            <a:outerShdw blurRad="381000" dist="1270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rIns="108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1" i="0" u="none" strike="noStrike" kern="1200" cap="none" spc="0" normalizeH="0" baseline="0" noProof="0" dirty="0">
                <a:ln w="3175">
                  <a:noFill/>
                </a:ln>
                <a:solidFill>
                  <a:prstClr val="white"/>
                </a:solidFill>
                <a:effectLst>
                  <a:outerShdw blurRad="1270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Arial" panose="020B0604020202020204" pitchFamily="34" charset="0"/>
                <a:ea typeface="Open Sans Extrabold" panose="020B0906030804020204" pitchFamily="34" charset="0"/>
                <a:cs typeface="Arial" panose="020B0604020202020204" pitchFamily="34" charset="0"/>
              </a:rPr>
              <a:t>Explicação</a:t>
            </a:r>
          </a:p>
        </p:txBody>
      </p:sp>
    </p:spTree>
    <p:extLst>
      <p:ext uri="{BB962C8B-B14F-4D97-AF65-F5344CB8AC3E}">
        <p14:creationId xmlns:p14="http://schemas.microsoft.com/office/powerpoint/2010/main" val="11951411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ac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accel="5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accel="5000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accel="5000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accel="50000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2500"/>
                            </p:stCondLst>
                            <p:childTnLst>
                              <p:par>
                                <p:cTn id="38" presetID="1" presetClass="mediacall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cmd type="call" cmd="playFrom(0.0)">
                                      <p:cBhvr>
                                        <p:cTn id="39" dur="1" fill="hold"/>
                                        <p:tgtEl>
                                          <p:spTgt spid="3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40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41" dur="1" fill="hold"/>
                                        <p:tgtEl>
                                          <p:spTgt spid="3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4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8" presetClass="emph" presetSubtype="0" repeatCount="indefinite" autoRev="1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600000">
                                      <p:cBhvr>
                                        <p:cTn id="48" dur="1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6000"/>
                            </p:stCondLst>
                            <p:childTnLst>
                              <p:par>
                                <p:cTn id="5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58333E-6 7.40741E-7 L 4.58333E-6 0.3206 " pathEditMode="relative" rAng="0" ptsTypes="AA">
                                      <p:cBhvr>
                                        <p:cTn id="56" dur="500" spd="-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601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6500"/>
                            </p:stCondLst>
                            <p:childTnLst>
                              <p:par>
                                <p:cTn id="58" presetID="6" presetClass="emph" presetSubtype="0" repeatCount="indefinite" autoRev="1" fill="hold" grpId="2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Scale>
                                      <p:cBhvr>
                                        <p:cTn id="59" dur="500" fill="hold"/>
                                        <p:tgtEl>
                                          <p:spTgt spid="23"/>
                                        </p:tgtEl>
                                      </p:cBhvr>
                                      <p:by x="90000" y="9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60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1" fill="hold">
                      <p:stCondLst>
                        <p:cond delay="0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9" presetClass="emph" presetSubtype="0" repeatCount="2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4" dur="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FF00"/>
                                      </p:to>
                                    </p:animClr>
                                    <p:animClr clrSpc="rgb" dir="cw">
                                      <p:cBhvr>
                                        <p:cTn id="65" dur="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FF00"/>
                                      </p:to>
                                    </p:animClr>
                                    <p:set>
                                      <p:cBhvr>
                                        <p:cTn id="66" dur="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7" dur="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3" presetClass="emph" presetSubtype="2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500"/>
                            </p:stCondLst>
                            <p:childTnLst>
                              <p:par>
                                <p:cTn id="71" presetID="1" presetClass="mediacall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cmd type="call" cmd="playFrom(0.0)">
                                      <p:cBhvr>
                                        <p:cTn id="72" dur="1" fill="hold"/>
                                        <p:tgtEl>
                                          <p:spTgt spid="3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seq concurrent="1" nextAc="seek">
              <p:cTn id="73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4" fill="hold">
                      <p:stCondLst>
                        <p:cond delay="0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9" presetClass="emph" presetSubtype="0" repeatCount="2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7" dur="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  <p:animClr clrSpc="rgb" dir="cw">
                                      <p:cBhvr>
                                        <p:cTn id="78" dur="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  <p:set>
                                      <p:cBhvr>
                                        <p:cTn id="79" dur="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0" dur="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3" presetClass="emph" presetSubtype="2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  <p:seq concurrent="1" nextAc="seek">
              <p:cTn id="83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4" fill="hold">
                      <p:stCondLst>
                        <p:cond delay="0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9" presetClass="emph" presetSubtype="0" repeatCount="2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7" dur="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  <p:animClr clrSpc="rgb" dir="cw">
                                      <p:cBhvr>
                                        <p:cTn id="88" dur="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  <p:set>
                                      <p:cBhvr>
                                        <p:cTn id="89" dur="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0" dur="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3" presetClass="emph" presetSubtype="2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93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4" fill="hold">
                      <p:stCondLst>
                        <p:cond delay="0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9" presetClass="emph" presetSubtype="0" repeatCount="2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7" dur="2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  <p:animClr clrSpc="rgb" dir="cw">
                                      <p:cBhvr>
                                        <p:cTn id="98" dur="2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  <p:set>
                                      <p:cBhvr>
                                        <p:cTn id="99" dur="2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0" dur="2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3" presetClass="emph" presetSubtype="2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  <p:audio>
              <p:cMediaNode vol="80000" numSld="999">
                <p:cTn id="103" fill="remove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5"/>
                </p:tgtEl>
              </p:cMediaNode>
            </p:audio>
            <p:audio>
              <p:cMediaNode vol="80000" numSld="999">
                <p:cTn id="104" fill="remove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7"/>
                </p:tgtEl>
              </p:cMediaNode>
            </p:audio>
            <p:audio>
              <p:cMediaNode vol="80000" numSld="999">
                <p:cTn id="105" fill="remove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8"/>
                </p:tgtEl>
              </p:cMediaNode>
            </p:audio>
          </p:childTnLst>
        </p:cTn>
      </p:par>
    </p:tnLst>
    <p:bldLst>
      <p:bldP spid="8" grpId="0" animBg="1"/>
      <p:bldP spid="8" grpId="1" animBg="1"/>
      <p:bldP spid="8" grpId="2" animBg="1"/>
      <p:bldP spid="11" grpId="0" animBg="1"/>
      <p:bldP spid="11" grpId="1" animBg="1"/>
      <p:bldP spid="11" grpId="2" animBg="1"/>
      <p:bldP spid="14" grpId="0" animBg="1"/>
      <p:bldP spid="14" grpId="1" animBg="1"/>
      <p:bldP spid="14" grpId="2" animBg="1"/>
      <p:bldP spid="5" grpId="0" animBg="1"/>
      <p:bldP spid="5" grpId="1" animBg="1"/>
      <p:bldP spid="5" grpId="2" animBg="1"/>
      <p:bldP spid="9" grpId="0" animBg="1"/>
      <p:bldP spid="12" grpId="0" animBg="1"/>
      <p:bldP spid="15" grpId="0" animBg="1"/>
      <p:bldP spid="16" grpId="0" animBg="1"/>
      <p:bldP spid="6" grpId="0" animBg="1"/>
      <p:bldP spid="23" grpId="0" animBg="1"/>
      <p:bldP spid="23" grpId="1" animBg="1"/>
      <p:bldP spid="23" grpId="2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Uma imagem contendo edifício, frente, mesa, homem&#10;&#10;Descrição gerada automaticamente">
            <a:extLst>
              <a:ext uri="{FF2B5EF4-FFF2-40B4-BE49-F238E27FC236}">
                <a16:creationId xmlns:a16="http://schemas.microsoft.com/office/drawing/2014/main" id="{EEF44C3C-3362-D3E7-B860-82C690C98E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0AF25271-73E0-38C6-2D56-A3CF814D66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5287" y="1055914"/>
            <a:ext cx="3581400" cy="2887911"/>
          </a:xfrm>
          <a:prstGeom prst="rect">
            <a:avLst/>
          </a:prstGeom>
        </p:spPr>
      </p:pic>
      <p:sp>
        <p:nvSpPr>
          <p:cNvPr id="28" name="Botaão Próxima">
            <a:hlinkClick r:id="rId5" action="ppaction://hlinksldjump"/>
            <a:extLst>
              <a:ext uri="{FF2B5EF4-FFF2-40B4-BE49-F238E27FC236}">
                <a16:creationId xmlns:a16="http://schemas.microsoft.com/office/drawing/2014/main" id="{E807D155-73C4-81DA-71B9-9DF43ECA968C}"/>
              </a:ext>
            </a:extLst>
          </p:cNvPr>
          <p:cNvSpPr/>
          <p:nvPr/>
        </p:nvSpPr>
        <p:spPr>
          <a:xfrm>
            <a:off x="9663312" y="5530734"/>
            <a:ext cx="2330219" cy="540000"/>
          </a:xfrm>
          <a:prstGeom prst="roundRect">
            <a:avLst/>
          </a:prstGeom>
          <a:gradFill flip="none" rotWithShape="1">
            <a:gsLst>
              <a:gs pos="0">
                <a:schemeClr val="accent6"/>
              </a:gs>
              <a:gs pos="59000">
                <a:schemeClr val="accent6">
                  <a:lumMod val="75000"/>
                </a:schemeClr>
              </a:gs>
              <a:gs pos="100000">
                <a:schemeClr val="accent6">
                  <a:lumMod val="50000"/>
                </a:schemeClr>
              </a:gs>
            </a:gsLst>
            <a:lin ang="19200000" scaled="0"/>
            <a:tileRect/>
          </a:gradFill>
          <a:ln w="19050">
            <a:solidFill>
              <a:schemeClr val="bg1"/>
            </a:solidFill>
          </a:ln>
          <a:effectLst>
            <a:outerShdw blurRad="381000" dist="1270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rIns="108000" rtlCol="0" anchor="ctr"/>
          <a:lstStyle/>
          <a:p>
            <a:pPr algn="ctr"/>
            <a:r>
              <a:rPr lang="pt-BR" sz="1400" b="1">
                <a:ln w="3175">
                  <a:noFill/>
                </a:ln>
                <a:effectLst>
                  <a:outerShdw blurRad="1270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Arial" panose="020B0604020202020204" pitchFamily="34" charset="0"/>
                <a:ea typeface="Open Sans Extrabold" panose="020B0906030804020204" pitchFamily="34" charset="0"/>
                <a:cs typeface="Arial" panose="020B0604020202020204" pitchFamily="34" charset="0"/>
              </a:rPr>
              <a:t>PRÓXIMA PERGUNTA</a:t>
            </a:r>
          </a:p>
        </p:txBody>
      </p:sp>
    </p:spTree>
    <p:extLst>
      <p:ext uri="{BB962C8B-B14F-4D97-AF65-F5344CB8AC3E}">
        <p14:creationId xmlns:p14="http://schemas.microsoft.com/office/powerpoint/2010/main" val="31666658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11022E-16 -3.33333E-6 L 1.11022E-16 0.32061 " pathEditMode="relative" rAng="0" ptsTypes="AA">
                                      <p:cBhvr>
                                        <p:cTn id="11" dur="500" spd="-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601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6" presetClass="emph" presetSubtype="0" repeatCount="indefinite" autoRev="1" fill="hold" grpId="2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Scale>
                                      <p:cBhvr>
                                        <p:cTn id="14" dur="500" fill="hold"/>
                                        <p:tgtEl>
                                          <p:spTgt spid="28"/>
                                        </p:tgtEl>
                                      </p:cBhvr>
                                      <p:by x="90000" y="9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28" grpId="1" animBg="1"/>
      <p:bldP spid="28" grpId="2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Espaço Reservado para Imagem 24">
            <a:extLst>
              <a:ext uri="{FF2B5EF4-FFF2-40B4-BE49-F238E27FC236}">
                <a16:creationId xmlns:a16="http://schemas.microsoft.com/office/drawing/2014/main" id="{AFE60C90-802C-72BE-1A9F-F0B54A56449B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730" b="25668"/>
          <a:stretch/>
        </p:blipFill>
        <p:spPr>
          <a:xfrm flipH="1">
            <a:off x="6096001" y="0"/>
            <a:ext cx="6096000" cy="6858000"/>
          </a:xfrm>
        </p:spPr>
      </p:pic>
      <p:sp>
        <p:nvSpPr>
          <p:cNvPr id="5" name="resposta4">
            <a:extLst>
              <a:ext uri="{FF2B5EF4-FFF2-40B4-BE49-F238E27FC236}">
                <a16:creationId xmlns:a16="http://schemas.microsoft.com/office/drawing/2014/main" id="{D8927D95-95B0-BA2F-1ECA-13CFCB685297}"/>
              </a:ext>
            </a:extLst>
          </p:cNvPr>
          <p:cNvSpPr/>
          <p:nvPr/>
        </p:nvSpPr>
        <p:spPr>
          <a:xfrm>
            <a:off x="417962" y="5131382"/>
            <a:ext cx="5220000" cy="540000"/>
          </a:xfrm>
          <a:prstGeom prst="roundRect">
            <a:avLst/>
          </a:prstGeom>
          <a:gradFill flip="none" rotWithShape="1">
            <a:gsLst>
              <a:gs pos="0">
                <a:srgbClr val="C40000"/>
              </a:gs>
              <a:gs pos="36000">
                <a:srgbClr val="9B0000"/>
              </a:gs>
              <a:gs pos="78000">
                <a:srgbClr val="640000"/>
              </a:gs>
            </a:gsLst>
            <a:lin ang="19200000" scaled="0"/>
            <a:tileRect/>
          </a:gradFill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76000" rIns="180000" rtlCol="0" anchor="ctr"/>
          <a:lstStyle/>
          <a:p>
            <a:r>
              <a:rPr lang="pt-BR" dirty="0">
                <a:ln w="3175">
                  <a:noFill/>
                </a:ln>
                <a:effectLst>
                  <a:outerShdw blurRad="1270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Arial" panose="020B0604020202020204" pitchFamily="34" charset="0"/>
                <a:ea typeface="Open Sans Extrabold" panose="020B0906030804020204" pitchFamily="34" charset="0"/>
                <a:cs typeface="Arial" panose="020B0604020202020204" pitchFamily="34" charset="0"/>
              </a:rPr>
              <a:t>Dar a volta na Terra</a:t>
            </a:r>
          </a:p>
        </p:txBody>
      </p:sp>
      <p:sp>
        <p:nvSpPr>
          <p:cNvPr id="8" name="resposta3">
            <a:hlinkClick r:id="rId10" action="ppaction://hlinksldjump"/>
            <a:extLst>
              <a:ext uri="{FF2B5EF4-FFF2-40B4-BE49-F238E27FC236}">
                <a16:creationId xmlns:a16="http://schemas.microsoft.com/office/drawing/2014/main" id="{FA877B18-1F02-B31D-C4AE-EF93206C77D0}"/>
              </a:ext>
            </a:extLst>
          </p:cNvPr>
          <p:cNvSpPr/>
          <p:nvPr/>
        </p:nvSpPr>
        <p:spPr>
          <a:xfrm>
            <a:off x="417962" y="4366251"/>
            <a:ext cx="5220000" cy="540000"/>
          </a:xfrm>
          <a:prstGeom prst="roundRect">
            <a:avLst/>
          </a:prstGeom>
          <a:gradFill flip="none" rotWithShape="1">
            <a:gsLst>
              <a:gs pos="0">
                <a:srgbClr val="C40000"/>
              </a:gs>
              <a:gs pos="36000">
                <a:srgbClr val="9B0000"/>
              </a:gs>
              <a:gs pos="78000">
                <a:srgbClr val="640000"/>
              </a:gs>
            </a:gsLst>
            <a:lin ang="19200000" scaled="0"/>
            <a:tileRect/>
          </a:gradFill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76000" rIns="180000" rtlCol="0" anchor="ctr"/>
          <a:lstStyle/>
          <a:p>
            <a:r>
              <a:rPr lang="pt-BR" dirty="0">
                <a:ln w="3175">
                  <a:noFill/>
                </a:ln>
                <a:effectLst>
                  <a:outerShdw blurRad="1270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Arial" panose="020B0604020202020204" pitchFamily="34" charset="0"/>
                <a:ea typeface="Open Sans Extrabold" panose="020B0906030804020204" pitchFamily="34" charset="0"/>
                <a:cs typeface="Arial" panose="020B0604020202020204" pitchFamily="34" charset="0"/>
              </a:rPr>
              <a:t>Ir e voltar da Lua</a:t>
            </a:r>
          </a:p>
        </p:txBody>
      </p:sp>
      <p:sp>
        <p:nvSpPr>
          <p:cNvPr id="14" name="resposta2">
            <a:hlinkClick r:id="rId11" action="ppaction://hlinksldjump"/>
            <a:extLst>
              <a:ext uri="{FF2B5EF4-FFF2-40B4-BE49-F238E27FC236}">
                <a16:creationId xmlns:a16="http://schemas.microsoft.com/office/drawing/2014/main" id="{EC367AE1-89B0-0178-D030-42EC51253F8A}"/>
              </a:ext>
            </a:extLst>
          </p:cNvPr>
          <p:cNvSpPr/>
          <p:nvPr/>
        </p:nvSpPr>
        <p:spPr>
          <a:xfrm>
            <a:off x="417962" y="3601120"/>
            <a:ext cx="5220000" cy="540000"/>
          </a:xfrm>
          <a:prstGeom prst="roundRect">
            <a:avLst/>
          </a:prstGeom>
          <a:gradFill flip="none" rotWithShape="1">
            <a:gsLst>
              <a:gs pos="0">
                <a:srgbClr val="C40000"/>
              </a:gs>
              <a:gs pos="36000">
                <a:srgbClr val="9B0000"/>
              </a:gs>
              <a:gs pos="78000">
                <a:srgbClr val="640000"/>
              </a:gs>
            </a:gsLst>
            <a:lin ang="19200000" scaled="0"/>
            <a:tileRect/>
          </a:gradFill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76000" rIns="180000" rtlCol="0" anchor="ctr"/>
          <a:lstStyle/>
          <a:p>
            <a:r>
              <a:rPr lang="pt-BR" dirty="0">
                <a:ln w="3175">
                  <a:noFill/>
                </a:ln>
                <a:effectLst>
                  <a:outerShdw blurRad="1270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Arial" panose="020B0604020202020204" pitchFamily="34" charset="0"/>
                <a:ea typeface="Open Sans Extrabold" panose="020B0906030804020204" pitchFamily="34" charset="0"/>
                <a:cs typeface="Arial" panose="020B0604020202020204" pitchFamily="34" charset="0"/>
              </a:rPr>
              <a:t>Ir até a Lua</a:t>
            </a:r>
          </a:p>
        </p:txBody>
      </p:sp>
      <p:sp>
        <p:nvSpPr>
          <p:cNvPr id="11" name="resposta1">
            <a:hlinkClick r:id="rId12" action="ppaction://hlinksldjump"/>
            <a:extLst>
              <a:ext uri="{FF2B5EF4-FFF2-40B4-BE49-F238E27FC236}">
                <a16:creationId xmlns:a16="http://schemas.microsoft.com/office/drawing/2014/main" id="{EF597833-8F93-94D6-572D-287CB24CA478}"/>
              </a:ext>
            </a:extLst>
          </p:cNvPr>
          <p:cNvSpPr/>
          <p:nvPr/>
        </p:nvSpPr>
        <p:spPr>
          <a:xfrm>
            <a:off x="417962" y="2835989"/>
            <a:ext cx="5220000" cy="540000"/>
          </a:xfrm>
          <a:prstGeom prst="roundRect">
            <a:avLst/>
          </a:prstGeom>
          <a:gradFill flip="none" rotWithShape="1">
            <a:gsLst>
              <a:gs pos="0">
                <a:srgbClr val="C40000"/>
              </a:gs>
              <a:gs pos="36000">
                <a:srgbClr val="9B0000"/>
              </a:gs>
              <a:gs pos="78000">
                <a:srgbClr val="640000"/>
              </a:gs>
            </a:gsLst>
            <a:lin ang="19200000" scaled="0"/>
            <a:tileRect/>
          </a:gradFill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76000" rIns="180000" rtlCol="0" anchor="ctr"/>
          <a:lstStyle/>
          <a:p>
            <a:r>
              <a:rPr lang="pt-BR" dirty="0">
                <a:ln w="3175">
                  <a:noFill/>
                </a:ln>
                <a:effectLst>
                  <a:outerShdw blurRad="1270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Arial" panose="020B0604020202020204" pitchFamily="34" charset="0"/>
                <a:ea typeface="Open Sans Extrabold" panose="020B0906030804020204" pitchFamily="34" charset="0"/>
                <a:cs typeface="Arial" panose="020B0604020202020204" pitchFamily="34" charset="0"/>
              </a:rPr>
              <a:t>Dar a volta no Brasil</a:t>
            </a:r>
          </a:p>
        </p:txBody>
      </p:sp>
      <p:sp>
        <p:nvSpPr>
          <p:cNvPr id="9" name="tag2">
            <a:extLst>
              <a:ext uri="{FF2B5EF4-FFF2-40B4-BE49-F238E27FC236}">
                <a16:creationId xmlns:a16="http://schemas.microsoft.com/office/drawing/2014/main" id="{35450299-ED4F-C379-D072-B45CD1371CEC}"/>
              </a:ext>
            </a:extLst>
          </p:cNvPr>
          <p:cNvSpPr/>
          <p:nvPr/>
        </p:nvSpPr>
        <p:spPr>
          <a:xfrm>
            <a:off x="521986" y="3673120"/>
            <a:ext cx="396000" cy="396000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innerShdw blurRad="76200">
              <a:prstClr val="black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400" b="1">
                <a:solidFill>
                  <a:srgbClr val="3333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12" name="tag3">
            <a:extLst>
              <a:ext uri="{FF2B5EF4-FFF2-40B4-BE49-F238E27FC236}">
                <a16:creationId xmlns:a16="http://schemas.microsoft.com/office/drawing/2014/main" id="{E2F00987-29C4-7085-9E54-4EB47B7D98A5}"/>
              </a:ext>
            </a:extLst>
          </p:cNvPr>
          <p:cNvSpPr/>
          <p:nvPr/>
        </p:nvSpPr>
        <p:spPr>
          <a:xfrm>
            <a:off x="521986" y="4436941"/>
            <a:ext cx="396000" cy="396000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innerShdw blurRad="76200">
              <a:prstClr val="black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400" b="1">
                <a:solidFill>
                  <a:srgbClr val="3333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15" name="tag4">
            <a:extLst>
              <a:ext uri="{FF2B5EF4-FFF2-40B4-BE49-F238E27FC236}">
                <a16:creationId xmlns:a16="http://schemas.microsoft.com/office/drawing/2014/main" id="{5C1AFDDC-FE2D-1311-F315-A47975467FFA}"/>
              </a:ext>
            </a:extLst>
          </p:cNvPr>
          <p:cNvSpPr/>
          <p:nvPr/>
        </p:nvSpPr>
        <p:spPr>
          <a:xfrm>
            <a:off x="521986" y="5203382"/>
            <a:ext cx="396000" cy="396000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innerShdw blurRad="76200">
              <a:prstClr val="black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400" b="1">
                <a:solidFill>
                  <a:srgbClr val="3333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sp>
        <p:nvSpPr>
          <p:cNvPr id="16" name="pergunta">
            <a:extLst>
              <a:ext uri="{FF2B5EF4-FFF2-40B4-BE49-F238E27FC236}">
                <a16:creationId xmlns:a16="http://schemas.microsoft.com/office/drawing/2014/main" id="{5C85B2F6-BC68-3DD9-F93D-A8A8110BC8EC}"/>
              </a:ext>
            </a:extLst>
          </p:cNvPr>
          <p:cNvSpPr/>
          <p:nvPr/>
        </p:nvSpPr>
        <p:spPr>
          <a:xfrm>
            <a:off x="-410817" y="1442277"/>
            <a:ext cx="6785113" cy="1152000"/>
          </a:xfrm>
          <a:prstGeom prst="roundRect">
            <a:avLst/>
          </a:prstGeom>
          <a:gradFill flip="none" rotWithShape="1">
            <a:gsLst>
              <a:gs pos="0">
                <a:srgbClr val="C40000"/>
              </a:gs>
              <a:gs pos="59000">
                <a:srgbClr val="9B0000"/>
              </a:gs>
              <a:gs pos="100000">
                <a:srgbClr val="640000"/>
              </a:gs>
            </a:gsLst>
            <a:lin ang="19200000" scaled="0"/>
            <a:tileRect/>
          </a:gradFill>
          <a:ln w="31750">
            <a:solidFill>
              <a:schemeClr val="bg1"/>
            </a:solidFill>
          </a:ln>
          <a:effectLst>
            <a:outerShdw blurRad="381000" dist="1270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8000" rIns="180000" rtlCol="0" anchor="ctr"/>
          <a:lstStyle/>
          <a:p>
            <a:r>
              <a:rPr lang="pt-BR" sz="2000" b="1" dirty="0">
                <a:ln w="3175">
                  <a:noFill/>
                </a:ln>
                <a:effectLst>
                  <a:outerShdw blurRad="1270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Open Sans Extrabold" panose="020B0906030804020204" pitchFamily="34" charset="0"/>
                <a:cs typeface="Arial" panose="020B0604020202020204" pitchFamily="34" charset="0"/>
              </a:rPr>
              <a:t>Se somarmos todas as viagens da CPTM no dia, a que isso equivale?</a:t>
            </a:r>
          </a:p>
        </p:txBody>
      </p:sp>
      <p:pic>
        <p:nvPicPr>
          <p:cNvPr id="35" name="CERTA A RESPOSTA">
            <a:hlinkClick r:id="" action="ppaction://media"/>
            <a:extLst>
              <a:ext uri="{FF2B5EF4-FFF2-40B4-BE49-F238E27FC236}">
                <a16:creationId xmlns:a16="http://schemas.microsoft.com/office/drawing/2014/main" id="{CF86B15D-1E94-24C3-2726-F3E1640A9E1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3"/>
          <a:stretch>
            <a:fillRect/>
          </a:stretch>
        </p:blipFill>
        <p:spPr>
          <a:xfrm>
            <a:off x="12451038" y="4365625"/>
            <a:ext cx="509587" cy="509588"/>
          </a:xfrm>
          <a:prstGeom prst="rect">
            <a:avLst/>
          </a:prstGeom>
        </p:spPr>
      </p:pic>
      <p:pic>
        <p:nvPicPr>
          <p:cNvPr id="37" name="QUAL É A RESPOSTA CERTA">
            <a:hlinkClick r:id="" action="ppaction://media"/>
            <a:extLst>
              <a:ext uri="{FF2B5EF4-FFF2-40B4-BE49-F238E27FC236}">
                <a16:creationId xmlns:a16="http://schemas.microsoft.com/office/drawing/2014/main" id="{ADF2E76B-AC30-C8C0-8F60-C23C62892178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3"/>
          <a:stretch>
            <a:fillRect/>
          </a:stretch>
        </p:blipFill>
        <p:spPr>
          <a:xfrm>
            <a:off x="12451038" y="1091406"/>
            <a:ext cx="509587" cy="509587"/>
          </a:xfrm>
          <a:prstGeom prst="rect">
            <a:avLst/>
          </a:prstGeom>
        </p:spPr>
      </p:pic>
      <p:pic>
        <p:nvPicPr>
          <p:cNvPr id="38" name="PRÓXIMA PERGUNTA">
            <a:hlinkClick r:id="" action="ppaction://media"/>
            <a:extLst>
              <a:ext uri="{FF2B5EF4-FFF2-40B4-BE49-F238E27FC236}">
                <a16:creationId xmlns:a16="http://schemas.microsoft.com/office/drawing/2014/main" id="{D03ECEAE-95FB-7C0C-79F8-755EFA8492AC}"/>
              </a:ext>
            </a:extLst>
          </p:cNvPr>
          <p:cNvPicPr>
            <a:picLocks noChangeAspect="1"/>
          </p:cNvPicPr>
          <p:nvPr>
            <a:audioFile r:link="rId5"/>
            <p:extLst>
              <p:ext uri="{DAA4B4D4-6D71-4841-9C94-3DE7FCFB9230}">
                <p14:media xmlns:p14="http://schemas.microsoft.com/office/powerpoint/2010/main" r:embed="rId6">
                  <p14:trim end="126"/>
                </p14:media>
              </p:ext>
            </p:extLst>
          </p:nvPr>
        </p:nvPicPr>
        <p:blipFill>
          <a:blip r:embed="rId13"/>
          <a:stretch>
            <a:fillRect/>
          </a:stretch>
        </p:blipFill>
        <p:spPr>
          <a:xfrm>
            <a:off x="12451037" y="5511800"/>
            <a:ext cx="509587" cy="509587"/>
          </a:xfrm>
          <a:prstGeom prst="rect">
            <a:avLst/>
          </a:prstGeom>
        </p:spPr>
      </p:pic>
      <p:sp>
        <p:nvSpPr>
          <p:cNvPr id="6" name="tag1">
            <a:extLst>
              <a:ext uri="{FF2B5EF4-FFF2-40B4-BE49-F238E27FC236}">
                <a16:creationId xmlns:a16="http://schemas.microsoft.com/office/drawing/2014/main" id="{A3F6047F-9EEE-EF53-82CD-FFFE9EA2EFEF}"/>
              </a:ext>
            </a:extLst>
          </p:cNvPr>
          <p:cNvSpPr/>
          <p:nvPr/>
        </p:nvSpPr>
        <p:spPr>
          <a:xfrm>
            <a:off x="521986" y="2907989"/>
            <a:ext cx="396000" cy="396000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innerShdw blurRad="76200">
              <a:prstClr val="black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400" b="1">
                <a:solidFill>
                  <a:srgbClr val="3333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pic>
        <p:nvPicPr>
          <p:cNvPr id="22" name="!!logodomilhao">
            <a:extLst>
              <a:ext uri="{FF2B5EF4-FFF2-40B4-BE49-F238E27FC236}">
                <a16:creationId xmlns:a16="http://schemas.microsoft.com/office/drawing/2014/main" id="{1639E54E-E3C1-5F55-A55B-79A9186CF281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632282" y="0"/>
            <a:ext cx="1378078" cy="1480128"/>
          </a:xfrm>
          <a:prstGeom prst="rect">
            <a:avLst/>
          </a:prstGeom>
          <a:effectLst>
            <a:softEdge rad="25400"/>
          </a:effectLst>
        </p:spPr>
      </p:pic>
      <p:sp>
        <p:nvSpPr>
          <p:cNvPr id="23" name="Botaão Próxima">
            <a:hlinkClick r:id="rId15" action="ppaction://hlinksldjump"/>
            <a:extLst>
              <a:ext uri="{FF2B5EF4-FFF2-40B4-BE49-F238E27FC236}">
                <a16:creationId xmlns:a16="http://schemas.microsoft.com/office/drawing/2014/main" id="{D73A1B8A-5C69-E0C4-59B3-A236E6DFBD3A}"/>
              </a:ext>
            </a:extLst>
          </p:cNvPr>
          <p:cNvSpPr/>
          <p:nvPr/>
        </p:nvSpPr>
        <p:spPr>
          <a:xfrm>
            <a:off x="7978891" y="5599382"/>
            <a:ext cx="2330219" cy="540000"/>
          </a:xfrm>
          <a:prstGeom prst="roundRect">
            <a:avLst/>
          </a:prstGeom>
          <a:gradFill flip="none" rotWithShape="1">
            <a:gsLst>
              <a:gs pos="0">
                <a:schemeClr val="accent6"/>
              </a:gs>
              <a:gs pos="59000">
                <a:schemeClr val="accent6">
                  <a:lumMod val="75000"/>
                </a:schemeClr>
              </a:gs>
              <a:gs pos="100000">
                <a:schemeClr val="accent6">
                  <a:lumMod val="50000"/>
                </a:schemeClr>
              </a:gs>
            </a:gsLst>
            <a:lin ang="19200000" scaled="0"/>
            <a:tileRect/>
          </a:gradFill>
          <a:ln w="19050">
            <a:solidFill>
              <a:schemeClr val="bg1"/>
            </a:solidFill>
          </a:ln>
          <a:effectLst>
            <a:outerShdw blurRad="381000" dist="1270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rIns="108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1" i="0" u="none" strike="noStrike" kern="1200" cap="none" spc="0" normalizeH="0" baseline="0" noProof="0" dirty="0">
                <a:ln w="3175">
                  <a:noFill/>
                </a:ln>
                <a:solidFill>
                  <a:prstClr val="white"/>
                </a:solidFill>
                <a:effectLst>
                  <a:outerShdw blurRad="1270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Arial" panose="020B0604020202020204" pitchFamily="34" charset="0"/>
                <a:ea typeface="Open Sans Extrabold" panose="020B0906030804020204" pitchFamily="34" charset="0"/>
                <a:cs typeface="Arial" panose="020B0604020202020204" pitchFamily="34" charset="0"/>
              </a:rPr>
              <a:t>Explicação</a:t>
            </a:r>
          </a:p>
        </p:txBody>
      </p:sp>
    </p:spTree>
    <p:extLst>
      <p:ext uri="{BB962C8B-B14F-4D97-AF65-F5344CB8AC3E}">
        <p14:creationId xmlns:p14="http://schemas.microsoft.com/office/powerpoint/2010/main" val="6890082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ac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accel="5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accel="5000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accel="5000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accel="50000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2500"/>
                            </p:stCondLst>
                            <p:childTnLst>
                              <p:par>
                                <p:cTn id="38" presetID="1" presetClass="mediacall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cmd type="call" cmd="playFrom(0.0)">
                                      <p:cBhvr>
                                        <p:cTn id="39" dur="1" fill="hold"/>
                                        <p:tgtEl>
                                          <p:spTgt spid="3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40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41" dur="1" fill="hold"/>
                                        <p:tgtEl>
                                          <p:spTgt spid="3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4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8" presetClass="emph" presetSubtype="0" repeatCount="indefinite" autoRev="1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600000">
                                      <p:cBhvr>
                                        <p:cTn id="48" dur="1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6000"/>
                            </p:stCondLst>
                            <p:childTnLst>
                              <p:par>
                                <p:cTn id="5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11022E-16 2.96296E-6 L 1.11022E-16 0.3206 " pathEditMode="relative" rAng="0" ptsTypes="AA">
                                      <p:cBhvr>
                                        <p:cTn id="56" dur="500" spd="-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601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6500"/>
                            </p:stCondLst>
                            <p:childTnLst>
                              <p:par>
                                <p:cTn id="58" presetID="6" presetClass="emph" presetSubtype="0" repeatCount="indefinite" autoRev="1" fill="hold" grpId="2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Scale>
                                      <p:cBhvr>
                                        <p:cTn id="59" dur="500" fill="hold"/>
                                        <p:tgtEl>
                                          <p:spTgt spid="23"/>
                                        </p:tgtEl>
                                      </p:cBhvr>
                                      <p:by x="90000" y="9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60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1" fill="hold">
                      <p:stCondLst>
                        <p:cond delay="0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9" presetClass="emph" presetSubtype="0" repeatCount="2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4" dur="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FF00"/>
                                      </p:to>
                                    </p:animClr>
                                    <p:animClr clrSpc="rgb" dir="cw">
                                      <p:cBhvr>
                                        <p:cTn id="65" dur="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FF00"/>
                                      </p:to>
                                    </p:animClr>
                                    <p:set>
                                      <p:cBhvr>
                                        <p:cTn id="66" dur="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7" dur="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3" presetClass="emph" presetSubtype="2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500"/>
                            </p:stCondLst>
                            <p:childTnLst>
                              <p:par>
                                <p:cTn id="71" presetID="1" presetClass="mediacall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cmd type="call" cmd="playFrom(0.0)">
                                      <p:cBhvr>
                                        <p:cTn id="72" dur="1" fill="hold"/>
                                        <p:tgtEl>
                                          <p:spTgt spid="3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seq concurrent="1" nextAc="seek">
              <p:cTn id="73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4" fill="hold">
                      <p:stCondLst>
                        <p:cond delay="0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9" presetClass="emph" presetSubtype="0" repeatCount="2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7" dur="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  <p:animClr clrSpc="rgb" dir="cw">
                                      <p:cBhvr>
                                        <p:cTn id="78" dur="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  <p:set>
                                      <p:cBhvr>
                                        <p:cTn id="79" dur="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0" dur="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3" presetClass="emph" presetSubtype="2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  <p:seq concurrent="1" nextAc="seek">
              <p:cTn id="83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4" fill="hold">
                      <p:stCondLst>
                        <p:cond delay="0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9" presetClass="emph" presetSubtype="0" repeatCount="2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7" dur="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  <p:animClr clrSpc="rgb" dir="cw">
                                      <p:cBhvr>
                                        <p:cTn id="88" dur="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  <p:set>
                                      <p:cBhvr>
                                        <p:cTn id="89" dur="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0" dur="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3" presetClass="emph" presetSubtype="2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93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4" fill="hold">
                      <p:stCondLst>
                        <p:cond delay="0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9" presetClass="emph" presetSubtype="0" repeatCount="2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7" dur="2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  <p:animClr clrSpc="rgb" dir="cw">
                                      <p:cBhvr>
                                        <p:cTn id="98" dur="2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  <p:set>
                                      <p:cBhvr>
                                        <p:cTn id="99" dur="2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0" dur="2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3" presetClass="emph" presetSubtype="2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  <p:audio>
              <p:cMediaNode vol="80000" numSld="999">
                <p:cTn id="103" fill="remove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5"/>
                </p:tgtEl>
              </p:cMediaNode>
            </p:audio>
            <p:audio>
              <p:cMediaNode vol="80000" numSld="999">
                <p:cTn id="104" fill="remove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7"/>
                </p:tgtEl>
              </p:cMediaNode>
            </p:audio>
            <p:audio>
              <p:cMediaNode vol="80000" numSld="999">
                <p:cTn id="105" fill="remove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8"/>
                </p:tgtEl>
              </p:cMediaNode>
            </p:audio>
          </p:childTnLst>
        </p:cTn>
      </p:par>
    </p:tnLst>
    <p:bldLst>
      <p:bldP spid="5" grpId="0" animBg="1"/>
      <p:bldP spid="5" grpId="1" animBg="1"/>
      <p:bldP spid="5" grpId="2" animBg="1"/>
      <p:bldP spid="8" grpId="0" animBg="1"/>
      <p:bldP spid="8" grpId="1" animBg="1"/>
      <p:bldP spid="8" grpId="2" animBg="1"/>
      <p:bldP spid="14" grpId="0" animBg="1"/>
      <p:bldP spid="14" grpId="1" animBg="1"/>
      <p:bldP spid="14" grpId="2" animBg="1"/>
      <p:bldP spid="11" grpId="0" animBg="1"/>
      <p:bldP spid="11" grpId="1" animBg="1"/>
      <p:bldP spid="11" grpId="2" animBg="1"/>
      <p:bldP spid="9" grpId="0" animBg="1"/>
      <p:bldP spid="12" grpId="0" animBg="1"/>
      <p:bldP spid="15" grpId="0" animBg="1"/>
      <p:bldP spid="16" grpId="0" animBg="1"/>
      <p:bldP spid="6" grpId="0" animBg="1"/>
      <p:bldP spid="23" grpId="0" animBg="1"/>
      <p:bldP spid="23" grpId="1" animBg="1"/>
      <p:bldP spid="23" grpId="2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 descr="Monitor de computador&#10;&#10;Descrição gerada automaticamente">
            <a:extLst>
              <a:ext uri="{FF2B5EF4-FFF2-40B4-BE49-F238E27FC236}">
                <a16:creationId xmlns:a16="http://schemas.microsoft.com/office/drawing/2014/main" id="{B16FFD38-8461-A918-1FB4-C6167C0D84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10" name="Agrupar 9">
            <a:extLst>
              <a:ext uri="{FF2B5EF4-FFF2-40B4-BE49-F238E27FC236}">
                <a16:creationId xmlns:a16="http://schemas.microsoft.com/office/drawing/2014/main" id="{FC92966A-547B-F723-26D9-0519E0B42AE5}"/>
              </a:ext>
            </a:extLst>
          </p:cNvPr>
          <p:cNvGrpSpPr/>
          <p:nvPr/>
        </p:nvGrpSpPr>
        <p:grpSpPr>
          <a:xfrm>
            <a:off x="3751117" y="2379502"/>
            <a:ext cx="4623955" cy="2514617"/>
            <a:chOff x="3751117" y="2379502"/>
            <a:chExt cx="4623955" cy="2514617"/>
          </a:xfrm>
        </p:grpSpPr>
        <p:sp>
          <p:nvSpPr>
            <p:cNvPr id="6" name="Retângulo 5">
              <a:extLst>
                <a:ext uri="{FF2B5EF4-FFF2-40B4-BE49-F238E27FC236}">
                  <a16:creationId xmlns:a16="http://schemas.microsoft.com/office/drawing/2014/main" id="{9B12135D-4E43-A7F8-650A-4D093DEE77F7}"/>
                </a:ext>
              </a:extLst>
            </p:cNvPr>
            <p:cNvSpPr/>
            <p:nvPr/>
          </p:nvSpPr>
          <p:spPr>
            <a:xfrm>
              <a:off x="3751118" y="4743451"/>
              <a:ext cx="4578866" cy="15066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8641F72A-5DA6-3890-52C7-41998AAC7FF0}"/>
                </a:ext>
              </a:extLst>
            </p:cNvPr>
            <p:cNvSpPr/>
            <p:nvPr/>
          </p:nvSpPr>
          <p:spPr>
            <a:xfrm>
              <a:off x="3751117" y="2379502"/>
              <a:ext cx="4623955" cy="9353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" name="Retângulo 7">
              <a:extLst>
                <a:ext uri="{FF2B5EF4-FFF2-40B4-BE49-F238E27FC236}">
                  <a16:creationId xmlns:a16="http://schemas.microsoft.com/office/drawing/2014/main" id="{79F56945-30AF-6D71-90B0-DC028551FAE9}"/>
                </a:ext>
              </a:extLst>
            </p:cNvPr>
            <p:cNvSpPr/>
            <p:nvPr/>
          </p:nvSpPr>
          <p:spPr>
            <a:xfrm rot="5400000">
              <a:off x="2630336" y="3527047"/>
              <a:ext cx="2434581" cy="13949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" name="Retângulo 8">
              <a:extLst>
                <a:ext uri="{FF2B5EF4-FFF2-40B4-BE49-F238E27FC236}">
                  <a16:creationId xmlns:a16="http://schemas.microsoft.com/office/drawing/2014/main" id="{DA4B7555-FAD7-16A6-B8FC-1D1151146161}"/>
                </a:ext>
              </a:extLst>
            </p:cNvPr>
            <p:cNvSpPr/>
            <p:nvPr/>
          </p:nvSpPr>
          <p:spPr>
            <a:xfrm rot="5400000">
              <a:off x="7110580" y="3588047"/>
              <a:ext cx="2434581" cy="9440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2" name="Grupo 8">
            <a:extLst>
              <a:ext uri="{FF2B5EF4-FFF2-40B4-BE49-F238E27FC236}">
                <a16:creationId xmlns:a16="http://schemas.microsoft.com/office/drawing/2014/main" id="{5648DB07-C029-6E09-D275-FD3675DFB5C4}"/>
              </a:ext>
            </a:extLst>
          </p:cNvPr>
          <p:cNvGrpSpPr/>
          <p:nvPr/>
        </p:nvGrpSpPr>
        <p:grpSpPr>
          <a:xfrm>
            <a:off x="3998195" y="2930239"/>
            <a:ext cx="4156563" cy="1450313"/>
            <a:chOff x="281459" y="1494045"/>
            <a:chExt cx="2793387" cy="1013387"/>
          </a:xfrm>
        </p:grpSpPr>
        <p:pic>
          <p:nvPicPr>
            <p:cNvPr id="3" name="Imagem 2">
              <a:extLst>
                <a:ext uri="{FF2B5EF4-FFF2-40B4-BE49-F238E27FC236}">
                  <a16:creationId xmlns:a16="http://schemas.microsoft.com/office/drawing/2014/main" id="{FDBA5522-0D12-E652-0B79-E3E541C5FBF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duotone>
                <a:schemeClr val="accent3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281459" y="1759005"/>
              <a:ext cx="694181" cy="636806"/>
            </a:xfrm>
            <a:prstGeom prst="rect">
              <a:avLst/>
            </a:prstGeom>
          </p:spPr>
        </p:pic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90F35A76-05E2-101F-4E62-73A91C36803F}"/>
                </a:ext>
              </a:extLst>
            </p:cNvPr>
            <p:cNvSpPr txBox="1"/>
            <p:nvPr/>
          </p:nvSpPr>
          <p:spPr>
            <a:xfrm>
              <a:off x="1017521" y="1786999"/>
              <a:ext cx="2045608" cy="7204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808080"/>
                  </a:solidFill>
                  <a:effectLst/>
                  <a:uLnTx/>
                  <a:uFillTx/>
                  <a:latin typeface="Verdana" panose="020B0604030504040204" pitchFamily="34" charset="0"/>
                  <a:ea typeface="Verdana" panose="020B0604030504040204" pitchFamily="34" charset="0"/>
                  <a:cs typeface="Segoe UI" panose="020B0502040204020203" pitchFamily="34" charset="0"/>
                </a:rPr>
                <a:t>PERCORRIDOS DIARIAMENTE</a:t>
              </a:r>
              <a:endParaRPr kumimoji="0" lang="pt-BR" sz="10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Segoe UI" panose="020B0502040204020203" pitchFamily="34" charset="0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808080"/>
                  </a:solidFill>
                  <a:effectLst/>
                  <a:uLnTx/>
                  <a:uFillTx/>
                  <a:latin typeface="Verdana" panose="020B0604030504040204" pitchFamily="34" charset="0"/>
                  <a:ea typeface="Verdana" panose="020B0604030504040204" pitchFamily="34" charset="0"/>
                  <a:cs typeface="Segoe UI" panose="020B0502040204020203" pitchFamily="34" charset="0"/>
                </a:rPr>
                <a:t>EQUIVALENTE A 1,3 VOLTA EM TORNO DA TERRA</a:t>
              </a:r>
            </a:p>
          </p:txBody>
        </p:sp>
        <p:sp>
          <p:nvSpPr>
            <p:cNvPr id="12" name="CaixaDeTexto 11">
              <a:extLst>
                <a:ext uri="{FF2B5EF4-FFF2-40B4-BE49-F238E27FC236}">
                  <a16:creationId xmlns:a16="http://schemas.microsoft.com/office/drawing/2014/main" id="{AF307426-7A01-E16B-D67A-60823C9BD0B2}"/>
                </a:ext>
              </a:extLst>
            </p:cNvPr>
            <p:cNvSpPr txBox="1"/>
            <p:nvPr/>
          </p:nvSpPr>
          <p:spPr>
            <a:xfrm>
              <a:off x="798814" y="1494045"/>
              <a:ext cx="2276032" cy="27957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737373"/>
                  </a:solidFill>
                  <a:effectLst/>
                  <a:uLnTx/>
                  <a:uFillTx/>
                  <a:latin typeface="Verdana" panose="020B0604030504040204" pitchFamily="34" charset="0"/>
                  <a:ea typeface="Verdana" panose="020B0604030504040204" pitchFamily="34" charset="0"/>
                  <a:cs typeface="Segoe UI" panose="020B0502040204020203" pitchFamily="34" charset="0"/>
                </a:rPr>
                <a:t>53.547 KM/DIA</a:t>
              </a:r>
              <a:endParaRPr kumimoji="0" lang="pt-BR" sz="1600" b="1" i="0" u="none" strike="noStrike" kern="1200" cap="none" spc="0" normalizeH="0" baseline="0" noProof="0" dirty="0">
                <a:ln>
                  <a:noFill/>
                </a:ln>
                <a:solidFill>
                  <a:srgbClr val="737373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28" name="Botaão Próxima">
            <a:hlinkClick r:id="rId5" action="ppaction://hlinksldjump"/>
            <a:extLst>
              <a:ext uri="{FF2B5EF4-FFF2-40B4-BE49-F238E27FC236}">
                <a16:creationId xmlns:a16="http://schemas.microsoft.com/office/drawing/2014/main" id="{E807D155-73C4-81DA-71B9-9DF43ECA968C}"/>
              </a:ext>
            </a:extLst>
          </p:cNvPr>
          <p:cNvSpPr/>
          <p:nvPr/>
        </p:nvSpPr>
        <p:spPr>
          <a:xfrm>
            <a:off x="9586310" y="5800241"/>
            <a:ext cx="2330219" cy="540000"/>
          </a:xfrm>
          <a:prstGeom prst="roundRect">
            <a:avLst/>
          </a:prstGeom>
          <a:gradFill flip="none" rotWithShape="1">
            <a:gsLst>
              <a:gs pos="0">
                <a:schemeClr val="accent6"/>
              </a:gs>
              <a:gs pos="59000">
                <a:schemeClr val="accent6">
                  <a:lumMod val="75000"/>
                </a:schemeClr>
              </a:gs>
              <a:gs pos="100000">
                <a:schemeClr val="accent6">
                  <a:lumMod val="50000"/>
                </a:schemeClr>
              </a:gs>
            </a:gsLst>
            <a:lin ang="19200000" scaled="0"/>
            <a:tileRect/>
          </a:gradFill>
          <a:ln w="19050">
            <a:solidFill>
              <a:schemeClr val="bg1"/>
            </a:solidFill>
          </a:ln>
          <a:effectLst>
            <a:outerShdw blurRad="381000" dist="1270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rIns="108000" rtlCol="0" anchor="ctr"/>
          <a:lstStyle/>
          <a:p>
            <a:pPr algn="ctr"/>
            <a:r>
              <a:rPr lang="pt-BR" sz="1400" b="1">
                <a:ln w="3175">
                  <a:noFill/>
                </a:ln>
                <a:effectLst>
                  <a:outerShdw blurRad="1270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Arial" panose="020B0604020202020204" pitchFamily="34" charset="0"/>
                <a:ea typeface="Open Sans Extrabold" panose="020B0906030804020204" pitchFamily="34" charset="0"/>
                <a:cs typeface="Arial" panose="020B0604020202020204" pitchFamily="34" charset="0"/>
              </a:rPr>
              <a:t>PRÓXIMA PERGUNTA</a:t>
            </a:r>
          </a:p>
        </p:txBody>
      </p:sp>
    </p:spTree>
    <p:extLst>
      <p:ext uri="{BB962C8B-B14F-4D97-AF65-F5344CB8AC3E}">
        <p14:creationId xmlns:p14="http://schemas.microsoft.com/office/powerpoint/2010/main" val="4850188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14:flythrough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11022E-16 -3.33333E-6 L 1.11022E-16 0.32061 " pathEditMode="relative" rAng="0" ptsTypes="AA">
                                      <p:cBhvr>
                                        <p:cTn id="11" dur="500" spd="-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601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6" presetClass="emph" presetSubtype="0" repeatCount="indefinite" autoRev="1" fill="hold" grpId="2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Scale>
                                      <p:cBhvr>
                                        <p:cTn id="14" dur="500" fill="hold"/>
                                        <p:tgtEl>
                                          <p:spTgt spid="28"/>
                                        </p:tgtEl>
                                      </p:cBhvr>
                                      <p:by x="90000" y="9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28" grpId="1" animBg="1"/>
      <p:bldP spid="28" grpId="2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Espaço Reservado para Imagem 24">
            <a:extLst>
              <a:ext uri="{FF2B5EF4-FFF2-40B4-BE49-F238E27FC236}">
                <a16:creationId xmlns:a16="http://schemas.microsoft.com/office/drawing/2014/main" id="{9969B98E-4D3E-A3D6-6548-2786B7B05DF6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5255" t="-2184" r="-11526" b="14598"/>
          <a:stretch/>
        </p:blipFill>
        <p:spPr>
          <a:xfrm flipH="1">
            <a:off x="6096001" y="0"/>
            <a:ext cx="6096000" cy="6858000"/>
          </a:xfrm>
        </p:spPr>
      </p:pic>
      <p:sp>
        <p:nvSpPr>
          <p:cNvPr id="8" name="resposta4">
            <a:hlinkClick r:id="rId10" action="ppaction://hlinksldjump"/>
            <a:extLst>
              <a:ext uri="{FF2B5EF4-FFF2-40B4-BE49-F238E27FC236}">
                <a16:creationId xmlns:a16="http://schemas.microsoft.com/office/drawing/2014/main" id="{FA877B18-1F02-B31D-C4AE-EF93206C77D0}"/>
              </a:ext>
            </a:extLst>
          </p:cNvPr>
          <p:cNvSpPr/>
          <p:nvPr/>
        </p:nvSpPr>
        <p:spPr>
          <a:xfrm>
            <a:off x="417962" y="5145723"/>
            <a:ext cx="5220000" cy="540000"/>
          </a:xfrm>
          <a:prstGeom prst="roundRect">
            <a:avLst/>
          </a:prstGeom>
          <a:gradFill flip="none" rotWithShape="1">
            <a:gsLst>
              <a:gs pos="0">
                <a:srgbClr val="C40000"/>
              </a:gs>
              <a:gs pos="36000">
                <a:srgbClr val="9B0000"/>
              </a:gs>
              <a:gs pos="78000">
                <a:srgbClr val="640000"/>
              </a:gs>
            </a:gsLst>
            <a:lin ang="19200000" scaled="0"/>
            <a:tileRect/>
          </a:gradFill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76000" rIns="180000" rtlCol="0" anchor="ctr"/>
          <a:lstStyle/>
          <a:p>
            <a:r>
              <a:rPr lang="pt-BR" dirty="0">
                <a:ln w="3175">
                  <a:noFill/>
                </a:ln>
                <a:effectLst>
                  <a:outerShdw blurRad="1270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Arial" panose="020B0604020202020204" pitchFamily="34" charset="0"/>
                <a:ea typeface="Open Sans Extrabold" panose="020B0906030804020204" pitchFamily="34" charset="0"/>
                <a:cs typeface="Arial" panose="020B0604020202020204" pitchFamily="34" charset="0"/>
              </a:rPr>
              <a:t>95%</a:t>
            </a:r>
          </a:p>
        </p:txBody>
      </p:sp>
      <p:sp>
        <p:nvSpPr>
          <p:cNvPr id="11" name="resposta1">
            <a:hlinkClick r:id="rId11" action="ppaction://hlinksldjump"/>
            <a:extLst>
              <a:ext uri="{FF2B5EF4-FFF2-40B4-BE49-F238E27FC236}">
                <a16:creationId xmlns:a16="http://schemas.microsoft.com/office/drawing/2014/main" id="{EF597833-8F93-94D6-572D-287CB24CA478}"/>
              </a:ext>
            </a:extLst>
          </p:cNvPr>
          <p:cNvSpPr/>
          <p:nvPr/>
        </p:nvSpPr>
        <p:spPr>
          <a:xfrm>
            <a:off x="417962" y="2835989"/>
            <a:ext cx="5220000" cy="540000"/>
          </a:xfrm>
          <a:prstGeom prst="roundRect">
            <a:avLst/>
          </a:prstGeom>
          <a:gradFill flip="none" rotWithShape="1">
            <a:gsLst>
              <a:gs pos="0">
                <a:srgbClr val="C40000"/>
              </a:gs>
              <a:gs pos="36000">
                <a:srgbClr val="9B0000"/>
              </a:gs>
              <a:gs pos="78000">
                <a:srgbClr val="640000"/>
              </a:gs>
            </a:gsLst>
            <a:lin ang="19200000" scaled="0"/>
            <a:tileRect/>
          </a:gradFill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76000" rIns="180000" rtlCol="0" anchor="ctr"/>
          <a:lstStyle/>
          <a:p>
            <a:r>
              <a:rPr lang="pt-BR" dirty="0">
                <a:ln w="3175">
                  <a:noFill/>
                </a:ln>
                <a:effectLst>
                  <a:outerShdw blurRad="1270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Arial" panose="020B0604020202020204" pitchFamily="34" charset="0"/>
                <a:ea typeface="Open Sans Extrabold" panose="020B0906030804020204" pitchFamily="34" charset="0"/>
                <a:cs typeface="Arial" panose="020B0604020202020204" pitchFamily="34" charset="0"/>
              </a:rPr>
              <a:t>63%</a:t>
            </a:r>
          </a:p>
        </p:txBody>
      </p:sp>
      <p:sp>
        <p:nvSpPr>
          <p:cNvPr id="14" name="resposta3">
            <a:hlinkClick r:id="rId12" action="ppaction://hlinksldjump"/>
            <a:extLst>
              <a:ext uri="{FF2B5EF4-FFF2-40B4-BE49-F238E27FC236}">
                <a16:creationId xmlns:a16="http://schemas.microsoft.com/office/drawing/2014/main" id="{EC367AE1-89B0-0178-D030-42EC51253F8A}"/>
              </a:ext>
            </a:extLst>
          </p:cNvPr>
          <p:cNvSpPr/>
          <p:nvPr/>
        </p:nvSpPr>
        <p:spPr>
          <a:xfrm>
            <a:off x="417962" y="4372267"/>
            <a:ext cx="5220000" cy="540000"/>
          </a:xfrm>
          <a:prstGeom prst="roundRect">
            <a:avLst/>
          </a:prstGeom>
          <a:gradFill flip="none" rotWithShape="1">
            <a:gsLst>
              <a:gs pos="0">
                <a:srgbClr val="C40000"/>
              </a:gs>
              <a:gs pos="36000">
                <a:srgbClr val="9B0000"/>
              </a:gs>
              <a:gs pos="78000">
                <a:srgbClr val="640000"/>
              </a:gs>
            </a:gsLst>
            <a:lin ang="19200000" scaled="0"/>
            <a:tileRect/>
          </a:gradFill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76000" rIns="180000" rtlCol="0" anchor="ctr"/>
          <a:lstStyle/>
          <a:p>
            <a:r>
              <a:rPr lang="pt-BR" dirty="0">
                <a:ln w="3175">
                  <a:noFill/>
                </a:ln>
                <a:effectLst>
                  <a:outerShdw blurRad="1270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Arial" panose="020B0604020202020204" pitchFamily="34" charset="0"/>
                <a:ea typeface="Open Sans Extrabold" panose="020B0906030804020204" pitchFamily="34" charset="0"/>
                <a:cs typeface="Arial" panose="020B0604020202020204" pitchFamily="34" charset="0"/>
              </a:rPr>
              <a:t>70%</a:t>
            </a:r>
          </a:p>
        </p:txBody>
      </p:sp>
      <p:sp>
        <p:nvSpPr>
          <p:cNvPr id="5" name="resposta2">
            <a:extLst>
              <a:ext uri="{FF2B5EF4-FFF2-40B4-BE49-F238E27FC236}">
                <a16:creationId xmlns:a16="http://schemas.microsoft.com/office/drawing/2014/main" id="{D8927D95-95B0-BA2F-1ECA-13CFCB685297}"/>
              </a:ext>
            </a:extLst>
          </p:cNvPr>
          <p:cNvSpPr/>
          <p:nvPr/>
        </p:nvSpPr>
        <p:spPr>
          <a:xfrm>
            <a:off x="417962" y="3604128"/>
            <a:ext cx="5220000" cy="540000"/>
          </a:xfrm>
          <a:prstGeom prst="roundRect">
            <a:avLst/>
          </a:prstGeom>
          <a:gradFill flip="none" rotWithShape="1">
            <a:gsLst>
              <a:gs pos="0">
                <a:srgbClr val="C40000"/>
              </a:gs>
              <a:gs pos="36000">
                <a:srgbClr val="9B0000"/>
              </a:gs>
              <a:gs pos="78000">
                <a:srgbClr val="640000"/>
              </a:gs>
            </a:gsLst>
            <a:lin ang="19200000" scaled="0"/>
            <a:tileRect/>
          </a:gradFill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76000" rIns="180000" rtlCol="0" anchor="ctr"/>
          <a:lstStyle/>
          <a:p>
            <a:r>
              <a:rPr lang="pt-BR" dirty="0">
                <a:ln w="3175">
                  <a:noFill/>
                </a:ln>
                <a:effectLst>
                  <a:outerShdw blurRad="1270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Arial" panose="020B0604020202020204" pitchFamily="34" charset="0"/>
                <a:ea typeface="Open Sans Extrabold" panose="020B0906030804020204" pitchFamily="34" charset="0"/>
                <a:cs typeface="Arial" panose="020B0604020202020204" pitchFamily="34" charset="0"/>
              </a:rPr>
              <a:t>83%</a:t>
            </a:r>
          </a:p>
        </p:txBody>
      </p:sp>
      <p:sp>
        <p:nvSpPr>
          <p:cNvPr id="9" name="tag2">
            <a:extLst>
              <a:ext uri="{FF2B5EF4-FFF2-40B4-BE49-F238E27FC236}">
                <a16:creationId xmlns:a16="http://schemas.microsoft.com/office/drawing/2014/main" id="{35450299-ED4F-C379-D072-B45CD1371CEC}"/>
              </a:ext>
            </a:extLst>
          </p:cNvPr>
          <p:cNvSpPr/>
          <p:nvPr/>
        </p:nvSpPr>
        <p:spPr>
          <a:xfrm>
            <a:off x="521986" y="3684841"/>
            <a:ext cx="396000" cy="396000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innerShdw blurRad="76200">
              <a:prstClr val="black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400" b="1">
                <a:solidFill>
                  <a:srgbClr val="3333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12" name="tag3">
            <a:extLst>
              <a:ext uri="{FF2B5EF4-FFF2-40B4-BE49-F238E27FC236}">
                <a16:creationId xmlns:a16="http://schemas.microsoft.com/office/drawing/2014/main" id="{E2F00987-29C4-7085-9E54-4EB47B7D98A5}"/>
              </a:ext>
            </a:extLst>
          </p:cNvPr>
          <p:cNvSpPr/>
          <p:nvPr/>
        </p:nvSpPr>
        <p:spPr>
          <a:xfrm>
            <a:off x="521986" y="4451282"/>
            <a:ext cx="396000" cy="396000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innerShdw blurRad="76200">
              <a:prstClr val="black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400" b="1">
                <a:solidFill>
                  <a:srgbClr val="3333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15" name="tag4">
            <a:extLst>
              <a:ext uri="{FF2B5EF4-FFF2-40B4-BE49-F238E27FC236}">
                <a16:creationId xmlns:a16="http://schemas.microsoft.com/office/drawing/2014/main" id="{5C1AFDDC-FE2D-1311-F315-A47975467FFA}"/>
              </a:ext>
            </a:extLst>
          </p:cNvPr>
          <p:cNvSpPr/>
          <p:nvPr/>
        </p:nvSpPr>
        <p:spPr>
          <a:xfrm>
            <a:off x="521986" y="5212407"/>
            <a:ext cx="396000" cy="396000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innerShdw blurRad="76200">
              <a:prstClr val="black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400" b="1">
                <a:solidFill>
                  <a:srgbClr val="3333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sp>
        <p:nvSpPr>
          <p:cNvPr id="16" name="pergunta">
            <a:extLst>
              <a:ext uri="{FF2B5EF4-FFF2-40B4-BE49-F238E27FC236}">
                <a16:creationId xmlns:a16="http://schemas.microsoft.com/office/drawing/2014/main" id="{5C85B2F6-BC68-3DD9-F93D-A8A8110BC8EC}"/>
              </a:ext>
            </a:extLst>
          </p:cNvPr>
          <p:cNvSpPr/>
          <p:nvPr/>
        </p:nvSpPr>
        <p:spPr>
          <a:xfrm>
            <a:off x="-410817" y="1442277"/>
            <a:ext cx="6785113" cy="1152000"/>
          </a:xfrm>
          <a:prstGeom prst="roundRect">
            <a:avLst/>
          </a:prstGeom>
          <a:gradFill flip="none" rotWithShape="1">
            <a:gsLst>
              <a:gs pos="0">
                <a:srgbClr val="C40000"/>
              </a:gs>
              <a:gs pos="59000">
                <a:srgbClr val="9B0000"/>
              </a:gs>
              <a:gs pos="100000">
                <a:srgbClr val="640000"/>
              </a:gs>
            </a:gsLst>
            <a:lin ang="19200000" scaled="0"/>
            <a:tileRect/>
          </a:gradFill>
          <a:ln w="31750">
            <a:solidFill>
              <a:schemeClr val="bg1"/>
            </a:solidFill>
          </a:ln>
          <a:effectLst>
            <a:outerShdw blurRad="381000" dist="1270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8000" rIns="180000" rtlCol="0" anchor="ctr"/>
          <a:lstStyle/>
          <a:p>
            <a:r>
              <a:rPr lang="pt-BR" sz="2000" b="1" dirty="0">
                <a:ln w="3175">
                  <a:noFill/>
                </a:ln>
                <a:effectLst>
                  <a:outerShdw blurRad="1270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Open Sans Extrabold" panose="020B0906030804020204" pitchFamily="34" charset="0"/>
                <a:cs typeface="Arial" panose="020B0604020202020204" pitchFamily="34" charset="0"/>
              </a:rPr>
              <a:t>O índice de avaliação positiva do serviço da CPTM é de?</a:t>
            </a:r>
          </a:p>
        </p:txBody>
      </p:sp>
      <p:pic>
        <p:nvPicPr>
          <p:cNvPr id="35" name="CERTA A RESPOSTA">
            <a:hlinkClick r:id="" action="ppaction://media"/>
            <a:extLst>
              <a:ext uri="{FF2B5EF4-FFF2-40B4-BE49-F238E27FC236}">
                <a16:creationId xmlns:a16="http://schemas.microsoft.com/office/drawing/2014/main" id="{CF86B15D-1E94-24C3-2726-F3E1640A9E1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3"/>
          <a:stretch>
            <a:fillRect/>
          </a:stretch>
        </p:blipFill>
        <p:spPr>
          <a:xfrm>
            <a:off x="12451038" y="4365625"/>
            <a:ext cx="509587" cy="509588"/>
          </a:xfrm>
          <a:prstGeom prst="rect">
            <a:avLst/>
          </a:prstGeom>
        </p:spPr>
      </p:pic>
      <p:pic>
        <p:nvPicPr>
          <p:cNvPr id="37" name="QUAL É A RESPOSTA CERTA">
            <a:hlinkClick r:id="" action="ppaction://media"/>
            <a:extLst>
              <a:ext uri="{FF2B5EF4-FFF2-40B4-BE49-F238E27FC236}">
                <a16:creationId xmlns:a16="http://schemas.microsoft.com/office/drawing/2014/main" id="{ADF2E76B-AC30-C8C0-8F60-C23C62892178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3"/>
          <a:stretch>
            <a:fillRect/>
          </a:stretch>
        </p:blipFill>
        <p:spPr>
          <a:xfrm>
            <a:off x="12451038" y="1091406"/>
            <a:ext cx="509587" cy="509587"/>
          </a:xfrm>
          <a:prstGeom prst="rect">
            <a:avLst/>
          </a:prstGeom>
        </p:spPr>
      </p:pic>
      <p:pic>
        <p:nvPicPr>
          <p:cNvPr id="38" name="PRÓXIMA PERGUNTA">
            <a:hlinkClick r:id="" action="ppaction://media"/>
            <a:extLst>
              <a:ext uri="{FF2B5EF4-FFF2-40B4-BE49-F238E27FC236}">
                <a16:creationId xmlns:a16="http://schemas.microsoft.com/office/drawing/2014/main" id="{D03ECEAE-95FB-7C0C-79F8-755EFA8492AC}"/>
              </a:ext>
            </a:extLst>
          </p:cNvPr>
          <p:cNvPicPr>
            <a:picLocks noChangeAspect="1"/>
          </p:cNvPicPr>
          <p:nvPr>
            <a:audioFile r:link="rId5"/>
            <p:extLst>
              <p:ext uri="{DAA4B4D4-6D71-4841-9C94-3DE7FCFB9230}">
                <p14:media xmlns:p14="http://schemas.microsoft.com/office/powerpoint/2010/main" r:embed="rId6">
                  <p14:trim end="126"/>
                </p14:media>
              </p:ext>
            </p:extLst>
          </p:nvPr>
        </p:nvPicPr>
        <p:blipFill>
          <a:blip r:embed="rId13"/>
          <a:stretch>
            <a:fillRect/>
          </a:stretch>
        </p:blipFill>
        <p:spPr>
          <a:xfrm>
            <a:off x="12451037" y="5511800"/>
            <a:ext cx="509587" cy="509587"/>
          </a:xfrm>
          <a:prstGeom prst="rect">
            <a:avLst/>
          </a:prstGeom>
        </p:spPr>
      </p:pic>
      <p:sp>
        <p:nvSpPr>
          <p:cNvPr id="6" name="tag1">
            <a:extLst>
              <a:ext uri="{FF2B5EF4-FFF2-40B4-BE49-F238E27FC236}">
                <a16:creationId xmlns:a16="http://schemas.microsoft.com/office/drawing/2014/main" id="{A3F6047F-9EEE-EF53-82CD-FFFE9EA2EFEF}"/>
              </a:ext>
            </a:extLst>
          </p:cNvPr>
          <p:cNvSpPr/>
          <p:nvPr/>
        </p:nvSpPr>
        <p:spPr>
          <a:xfrm>
            <a:off x="521986" y="2907989"/>
            <a:ext cx="396000" cy="396000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innerShdw blurRad="76200">
              <a:prstClr val="black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400" b="1">
                <a:solidFill>
                  <a:srgbClr val="3333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pic>
        <p:nvPicPr>
          <p:cNvPr id="22" name="!!logodomilhao">
            <a:extLst>
              <a:ext uri="{FF2B5EF4-FFF2-40B4-BE49-F238E27FC236}">
                <a16:creationId xmlns:a16="http://schemas.microsoft.com/office/drawing/2014/main" id="{A1488F6C-CCA8-25D2-C997-8BD0DA3342A3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632282" y="0"/>
            <a:ext cx="1378078" cy="1480128"/>
          </a:xfrm>
          <a:prstGeom prst="rect">
            <a:avLst/>
          </a:prstGeom>
          <a:effectLst>
            <a:softEdge rad="25400"/>
          </a:effectLst>
        </p:spPr>
      </p:pic>
      <p:sp>
        <p:nvSpPr>
          <p:cNvPr id="23" name="Botaão Próxima">
            <a:hlinkClick r:id="rId15" action="ppaction://hlinksldjump"/>
            <a:extLst>
              <a:ext uri="{FF2B5EF4-FFF2-40B4-BE49-F238E27FC236}">
                <a16:creationId xmlns:a16="http://schemas.microsoft.com/office/drawing/2014/main" id="{E8A95648-CDEB-EB53-60B5-30FB21390D3B}"/>
              </a:ext>
            </a:extLst>
          </p:cNvPr>
          <p:cNvSpPr/>
          <p:nvPr/>
        </p:nvSpPr>
        <p:spPr>
          <a:xfrm>
            <a:off x="8123270" y="5481387"/>
            <a:ext cx="2330219" cy="540000"/>
          </a:xfrm>
          <a:prstGeom prst="roundRect">
            <a:avLst/>
          </a:prstGeom>
          <a:gradFill flip="none" rotWithShape="1">
            <a:gsLst>
              <a:gs pos="0">
                <a:schemeClr val="accent6"/>
              </a:gs>
              <a:gs pos="59000">
                <a:schemeClr val="accent6">
                  <a:lumMod val="75000"/>
                </a:schemeClr>
              </a:gs>
              <a:gs pos="100000">
                <a:schemeClr val="accent6">
                  <a:lumMod val="50000"/>
                </a:schemeClr>
              </a:gs>
            </a:gsLst>
            <a:lin ang="19200000" scaled="0"/>
            <a:tileRect/>
          </a:gradFill>
          <a:ln w="19050">
            <a:solidFill>
              <a:schemeClr val="bg1"/>
            </a:solidFill>
          </a:ln>
          <a:effectLst>
            <a:outerShdw blurRad="381000" dist="1270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rIns="108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1" i="0" u="none" strike="noStrike" kern="1200" cap="none" spc="0" normalizeH="0" baseline="0" noProof="0" dirty="0">
                <a:ln w="3175">
                  <a:noFill/>
                </a:ln>
                <a:solidFill>
                  <a:prstClr val="white"/>
                </a:solidFill>
                <a:effectLst>
                  <a:outerShdw blurRad="1270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Arial" panose="020B0604020202020204" pitchFamily="34" charset="0"/>
                <a:ea typeface="Open Sans Extrabold" panose="020B0906030804020204" pitchFamily="34" charset="0"/>
                <a:cs typeface="Arial" panose="020B0604020202020204" pitchFamily="34" charset="0"/>
              </a:rPr>
              <a:t>Explicação</a:t>
            </a:r>
          </a:p>
        </p:txBody>
      </p:sp>
    </p:spTree>
    <p:extLst>
      <p:ext uri="{BB962C8B-B14F-4D97-AF65-F5344CB8AC3E}">
        <p14:creationId xmlns:p14="http://schemas.microsoft.com/office/powerpoint/2010/main" val="8308964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ac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accel="5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accel="5000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accel="5000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accel="50000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2500"/>
                            </p:stCondLst>
                            <p:childTnLst>
                              <p:par>
                                <p:cTn id="38" presetID="1" presetClass="mediacall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cmd type="call" cmd="playFrom(0.0)">
                                      <p:cBhvr>
                                        <p:cTn id="39" dur="1" fill="hold"/>
                                        <p:tgtEl>
                                          <p:spTgt spid="3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40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41" dur="1" fill="hold"/>
                                        <p:tgtEl>
                                          <p:spTgt spid="3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4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8" presetClass="emph" presetSubtype="0" repeatCount="indefinite" autoRev="1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600000">
                                      <p:cBhvr>
                                        <p:cTn id="48" dur="1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6000"/>
                            </p:stCondLst>
                            <p:childTnLst>
                              <p:par>
                                <p:cTn id="5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04167E-6 2.59259E-6 L 1.04167E-6 0.3206 " pathEditMode="relative" rAng="0" ptsTypes="AA">
                                      <p:cBhvr>
                                        <p:cTn id="56" dur="500" spd="-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601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6500"/>
                            </p:stCondLst>
                            <p:childTnLst>
                              <p:par>
                                <p:cTn id="58" presetID="6" presetClass="emph" presetSubtype="0" repeatCount="indefinite" autoRev="1" fill="hold" grpId="2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Scale>
                                      <p:cBhvr>
                                        <p:cTn id="59" dur="500" fill="hold"/>
                                        <p:tgtEl>
                                          <p:spTgt spid="23"/>
                                        </p:tgtEl>
                                      </p:cBhvr>
                                      <p:by x="90000" y="9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60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1" fill="hold">
                      <p:stCondLst>
                        <p:cond delay="0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9" presetClass="emph" presetSubtype="0" repeatCount="2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4" dur="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FF00"/>
                                      </p:to>
                                    </p:animClr>
                                    <p:animClr clrSpc="rgb" dir="cw">
                                      <p:cBhvr>
                                        <p:cTn id="65" dur="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FF00"/>
                                      </p:to>
                                    </p:animClr>
                                    <p:set>
                                      <p:cBhvr>
                                        <p:cTn id="66" dur="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7" dur="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3" presetClass="emph" presetSubtype="2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500"/>
                            </p:stCondLst>
                            <p:childTnLst>
                              <p:par>
                                <p:cTn id="71" presetID="1" presetClass="mediacall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cmd type="call" cmd="playFrom(0.0)">
                                      <p:cBhvr>
                                        <p:cTn id="72" dur="1" fill="hold"/>
                                        <p:tgtEl>
                                          <p:spTgt spid="3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seq concurrent="1" nextAc="seek">
              <p:cTn id="73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4" fill="hold">
                      <p:stCondLst>
                        <p:cond delay="0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9" presetClass="emph" presetSubtype="0" repeatCount="2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7" dur="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  <p:animClr clrSpc="rgb" dir="cw">
                                      <p:cBhvr>
                                        <p:cTn id="78" dur="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  <p:set>
                                      <p:cBhvr>
                                        <p:cTn id="79" dur="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0" dur="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3" presetClass="emph" presetSubtype="2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  <p:seq concurrent="1" nextAc="seek">
              <p:cTn id="83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4" fill="hold">
                      <p:stCondLst>
                        <p:cond delay="0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9" presetClass="emph" presetSubtype="0" repeatCount="2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7" dur="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  <p:animClr clrSpc="rgb" dir="cw">
                                      <p:cBhvr>
                                        <p:cTn id="88" dur="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  <p:set>
                                      <p:cBhvr>
                                        <p:cTn id="89" dur="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0" dur="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3" presetClass="emph" presetSubtype="2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93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4" fill="hold">
                      <p:stCondLst>
                        <p:cond delay="0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9" presetClass="emph" presetSubtype="0" repeatCount="2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7" dur="2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  <p:animClr clrSpc="rgb" dir="cw">
                                      <p:cBhvr>
                                        <p:cTn id="98" dur="2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  <p:set>
                                      <p:cBhvr>
                                        <p:cTn id="99" dur="2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0" dur="2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3" presetClass="emph" presetSubtype="2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  <p:audio>
              <p:cMediaNode vol="80000" numSld="999">
                <p:cTn id="103" fill="remove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5"/>
                </p:tgtEl>
              </p:cMediaNode>
            </p:audio>
            <p:audio>
              <p:cMediaNode vol="80000" numSld="999">
                <p:cTn id="104" fill="remove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7"/>
                </p:tgtEl>
              </p:cMediaNode>
            </p:audio>
            <p:audio>
              <p:cMediaNode vol="80000" numSld="999">
                <p:cTn id="105" fill="remove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8"/>
                </p:tgtEl>
              </p:cMediaNode>
            </p:audio>
          </p:childTnLst>
        </p:cTn>
      </p:par>
    </p:tnLst>
    <p:bldLst>
      <p:bldP spid="8" grpId="0" animBg="1"/>
      <p:bldP spid="8" grpId="1" animBg="1"/>
      <p:bldP spid="8" grpId="2" animBg="1"/>
      <p:bldP spid="11" grpId="0" animBg="1"/>
      <p:bldP spid="11" grpId="1" animBg="1"/>
      <p:bldP spid="11" grpId="2" animBg="1"/>
      <p:bldP spid="14" grpId="0" animBg="1"/>
      <p:bldP spid="14" grpId="1" animBg="1"/>
      <p:bldP spid="14" grpId="2" animBg="1"/>
      <p:bldP spid="5" grpId="0" animBg="1"/>
      <p:bldP spid="5" grpId="1" animBg="1"/>
      <p:bldP spid="5" grpId="2" animBg="1"/>
      <p:bldP spid="9" grpId="0" animBg="1"/>
      <p:bldP spid="12" grpId="0" animBg="1"/>
      <p:bldP spid="15" grpId="0" animBg="1"/>
      <p:bldP spid="16" grpId="0" animBg="1"/>
      <p:bldP spid="6" grpId="0" animBg="1"/>
      <p:bldP spid="23" grpId="0" animBg="1"/>
      <p:bldP spid="23" grpId="1" animBg="1"/>
      <p:bldP spid="23" grpId="2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Uma imagem contendo edifício, rampa, homem, fazendo&#10;&#10;Descrição gerada automaticamente">
            <a:extLst>
              <a:ext uri="{FF2B5EF4-FFF2-40B4-BE49-F238E27FC236}">
                <a16:creationId xmlns:a16="http://schemas.microsoft.com/office/drawing/2014/main" id="{9EDC0E5E-C5C2-B9A1-5140-B90022C254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14990AB7-9850-252B-4504-5B6F4C5AFB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00266" y="1657301"/>
            <a:ext cx="5651105" cy="3062075"/>
          </a:xfrm>
          <a:prstGeom prst="rect">
            <a:avLst/>
          </a:prstGeom>
        </p:spPr>
      </p:pic>
      <p:sp>
        <p:nvSpPr>
          <p:cNvPr id="28" name="Botaão Próxima">
            <a:hlinkClick r:id="rId5" action="ppaction://hlinksldjump"/>
            <a:extLst>
              <a:ext uri="{FF2B5EF4-FFF2-40B4-BE49-F238E27FC236}">
                <a16:creationId xmlns:a16="http://schemas.microsoft.com/office/drawing/2014/main" id="{E807D155-73C4-81DA-71B9-9DF43ECA968C}"/>
              </a:ext>
            </a:extLst>
          </p:cNvPr>
          <p:cNvSpPr/>
          <p:nvPr/>
        </p:nvSpPr>
        <p:spPr>
          <a:xfrm>
            <a:off x="9364929" y="5809866"/>
            <a:ext cx="2330219" cy="540000"/>
          </a:xfrm>
          <a:prstGeom prst="roundRect">
            <a:avLst/>
          </a:prstGeom>
          <a:gradFill flip="none" rotWithShape="1">
            <a:gsLst>
              <a:gs pos="0">
                <a:schemeClr val="accent6"/>
              </a:gs>
              <a:gs pos="59000">
                <a:schemeClr val="accent6">
                  <a:lumMod val="75000"/>
                </a:schemeClr>
              </a:gs>
              <a:gs pos="100000">
                <a:schemeClr val="accent6">
                  <a:lumMod val="50000"/>
                </a:schemeClr>
              </a:gs>
            </a:gsLst>
            <a:lin ang="19200000" scaled="0"/>
            <a:tileRect/>
          </a:gradFill>
          <a:ln w="19050">
            <a:solidFill>
              <a:schemeClr val="bg1"/>
            </a:solidFill>
          </a:ln>
          <a:effectLst>
            <a:outerShdw blurRad="381000" dist="1270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rIns="108000" rtlCol="0" anchor="ctr"/>
          <a:lstStyle/>
          <a:p>
            <a:pPr algn="ctr"/>
            <a:r>
              <a:rPr lang="pt-BR" sz="1400" b="1">
                <a:ln w="3175">
                  <a:noFill/>
                </a:ln>
                <a:effectLst>
                  <a:outerShdw blurRad="1270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Arial" panose="020B0604020202020204" pitchFamily="34" charset="0"/>
                <a:ea typeface="Open Sans Extrabold" panose="020B0906030804020204" pitchFamily="34" charset="0"/>
                <a:cs typeface="Arial" panose="020B0604020202020204" pitchFamily="34" charset="0"/>
              </a:rPr>
              <a:t>PRÓXIMA PERGUNTA</a:t>
            </a:r>
          </a:p>
        </p:txBody>
      </p:sp>
    </p:spTree>
    <p:extLst>
      <p:ext uri="{BB962C8B-B14F-4D97-AF65-F5344CB8AC3E}">
        <p14:creationId xmlns:p14="http://schemas.microsoft.com/office/powerpoint/2010/main" val="34086650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11022E-16 -3.33333E-6 L 1.11022E-16 0.32061 " pathEditMode="relative" rAng="0" ptsTypes="AA">
                                      <p:cBhvr>
                                        <p:cTn id="11" dur="500" spd="-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601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6" presetClass="emph" presetSubtype="0" repeatCount="indefinite" autoRev="1" fill="hold" grpId="2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Scale>
                                      <p:cBhvr>
                                        <p:cTn id="14" dur="500" fill="hold"/>
                                        <p:tgtEl>
                                          <p:spTgt spid="28"/>
                                        </p:tgtEl>
                                      </p:cBhvr>
                                      <p:by x="90000" y="9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28" grpId="1" animBg="1"/>
      <p:bldP spid="28" grpId="2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Espaço Reservado para Imagem 24">
            <a:extLst>
              <a:ext uri="{FF2B5EF4-FFF2-40B4-BE49-F238E27FC236}">
                <a16:creationId xmlns:a16="http://schemas.microsoft.com/office/drawing/2014/main" id="{149332DD-2C53-03D0-BC5F-862C44509BF1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2500" b="12500"/>
          <a:stretch/>
        </p:blipFill>
        <p:spPr>
          <a:xfrm>
            <a:off x="6096001" y="0"/>
            <a:ext cx="6096000" cy="6858000"/>
          </a:xfrm>
        </p:spPr>
      </p:pic>
      <p:sp>
        <p:nvSpPr>
          <p:cNvPr id="5" name="resposta3">
            <a:extLst>
              <a:ext uri="{FF2B5EF4-FFF2-40B4-BE49-F238E27FC236}">
                <a16:creationId xmlns:a16="http://schemas.microsoft.com/office/drawing/2014/main" id="{D8927D95-95B0-BA2F-1ECA-13CFCB685297}"/>
              </a:ext>
            </a:extLst>
          </p:cNvPr>
          <p:cNvSpPr/>
          <p:nvPr/>
        </p:nvSpPr>
        <p:spPr>
          <a:xfrm>
            <a:off x="417962" y="4370573"/>
            <a:ext cx="5220000" cy="540000"/>
          </a:xfrm>
          <a:prstGeom prst="roundRect">
            <a:avLst/>
          </a:prstGeom>
          <a:gradFill flip="none" rotWithShape="1">
            <a:gsLst>
              <a:gs pos="0">
                <a:srgbClr val="C40000"/>
              </a:gs>
              <a:gs pos="36000">
                <a:srgbClr val="9B0000"/>
              </a:gs>
              <a:gs pos="78000">
                <a:srgbClr val="640000"/>
              </a:gs>
            </a:gsLst>
            <a:lin ang="19200000" scaled="0"/>
            <a:tileRect/>
          </a:gradFill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76000" rIns="180000" rtlCol="0" anchor="ctr"/>
          <a:lstStyle/>
          <a:p>
            <a:r>
              <a:rPr lang="pt-BR" dirty="0" err="1">
                <a:ln w="3175">
                  <a:noFill/>
                </a:ln>
                <a:effectLst>
                  <a:outerShdw blurRad="1270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Arial" panose="020B0604020202020204" pitchFamily="34" charset="0"/>
                <a:ea typeface="Open Sans Extrabold" panose="020B0906030804020204" pitchFamily="34" charset="0"/>
                <a:cs typeface="Arial" panose="020B0604020202020204" pitchFamily="34" charset="0"/>
              </a:rPr>
              <a:t>Zecaré</a:t>
            </a:r>
            <a:endParaRPr lang="pt-BR" dirty="0">
              <a:ln w="3175">
                <a:noFill/>
              </a:ln>
              <a:effectLst>
                <a:outerShdw blurRad="127000" dist="38100" dir="2700000" algn="tl" rotWithShape="0">
                  <a:prstClr val="black">
                    <a:alpha val="40000"/>
                  </a:prstClr>
                </a:outerShdw>
              </a:effectLst>
              <a:latin typeface="Arial" panose="020B0604020202020204" pitchFamily="34" charset="0"/>
              <a:ea typeface="Open Sans Extrabold" panose="020B0906030804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resposta4">
            <a:hlinkClick r:id="rId10" action="ppaction://hlinksldjump"/>
            <a:extLst>
              <a:ext uri="{FF2B5EF4-FFF2-40B4-BE49-F238E27FC236}">
                <a16:creationId xmlns:a16="http://schemas.microsoft.com/office/drawing/2014/main" id="{FA877B18-1F02-B31D-C4AE-EF93206C77D0}"/>
              </a:ext>
            </a:extLst>
          </p:cNvPr>
          <p:cNvSpPr/>
          <p:nvPr/>
        </p:nvSpPr>
        <p:spPr>
          <a:xfrm>
            <a:off x="417962" y="5137864"/>
            <a:ext cx="5220000" cy="540000"/>
          </a:xfrm>
          <a:prstGeom prst="roundRect">
            <a:avLst/>
          </a:prstGeom>
          <a:gradFill flip="none" rotWithShape="1">
            <a:gsLst>
              <a:gs pos="0">
                <a:srgbClr val="C40000"/>
              </a:gs>
              <a:gs pos="36000">
                <a:srgbClr val="9B0000"/>
              </a:gs>
              <a:gs pos="78000">
                <a:srgbClr val="640000"/>
              </a:gs>
            </a:gsLst>
            <a:lin ang="19200000" scaled="0"/>
            <a:tileRect/>
          </a:gradFill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76000" rIns="180000" rtlCol="0" anchor="ctr"/>
          <a:lstStyle/>
          <a:p>
            <a:r>
              <a:rPr lang="pt-BR" dirty="0">
                <a:ln w="3175">
                  <a:noFill/>
                </a:ln>
                <a:effectLst>
                  <a:outerShdw blurRad="1270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Arial" panose="020B0604020202020204" pitchFamily="34" charset="0"/>
                <a:ea typeface="Open Sans Extrabold" panose="020B0906030804020204" pitchFamily="34" charset="0"/>
                <a:cs typeface="Arial" panose="020B0604020202020204" pitchFamily="34" charset="0"/>
              </a:rPr>
              <a:t>Thor</a:t>
            </a:r>
          </a:p>
        </p:txBody>
      </p:sp>
      <p:sp>
        <p:nvSpPr>
          <p:cNvPr id="14" name="resposta2">
            <a:hlinkClick r:id="rId11" action="ppaction://hlinksldjump"/>
            <a:extLst>
              <a:ext uri="{FF2B5EF4-FFF2-40B4-BE49-F238E27FC236}">
                <a16:creationId xmlns:a16="http://schemas.microsoft.com/office/drawing/2014/main" id="{EC367AE1-89B0-0178-D030-42EC51253F8A}"/>
              </a:ext>
            </a:extLst>
          </p:cNvPr>
          <p:cNvSpPr/>
          <p:nvPr/>
        </p:nvSpPr>
        <p:spPr>
          <a:xfrm>
            <a:off x="417962" y="3603281"/>
            <a:ext cx="5220000" cy="540000"/>
          </a:xfrm>
          <a:prstGeom prst="roundRect">
            <a:avLst/>
          </a:prstGeom>
          <a:gradFill flip="none" rotWithShape="1">
            <a:gsLst>
              <a:gs pos="0">
                <a:srgbClr val="C40000"/>
              </a:gs>
              <a:gs pos="36000">
                <a:srgbClr val="9B0000"/>
              </a:gs>
              <a:gs pos="78000">
                <a:srgbClr val="640000"/>
              </a:gs>
            </a:gsLst>
            <a:lin ang="19200000" scaled="0"/>
            <a:tileRect/>
          </a:gradFill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76000" rIns="180000" rtlCol="0" anchor="ctr"/>
          <a:lstStyle/>
          <a:p>
            <a:r>
              <a:rPr lang="pt-BR" dirty="0">
                <a:ln w="3175">
                  <a:noFill/>
                </a:ln>
                <a:effectLst>
                  <a:outerShdw blurRad="1270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Arial" panose="020B0604020202020204" pitchFamily="34" charset="0"/>
                <a:ea typeface="Open Sans Extrabold" panose="020B0906030804020204" pitchFamily="34" charset="0"/>
                <a:cs typeface="Arial" panose="020B0604020202020204" pitchFamily="34" charset="0"/>
              </a:rPr>
              <a:t>Maquinista Max</a:t>
            </a:r>
          </a:p>
        </p:txBody>
      </p:sp>
      <p:sp>
        <p:nvSpPr>
          <p:cNvPr id="11" name="resposta1">
            <a:hlinkClick r:id="rId12" action="ppaction://hlinksldjump"/>
            <a:extLst>
              <a:ext uri="{FF2B5EF4-FFF2-40B4-BE49-F238E27FC236}">
                <a16:creationId xmlns:a16="http://schemas.microsoft.com/office/drawing/2014/main" id="{EF597833-8F93-94D6-572D-287CB24CA478}"/>
              </a:ext>
            </a:extLst>
          </p:cNvPr>
          <p:cNvSpPr/>
          <p:nvPr/>
        </p:nvSpPr>
        <p:spPr>
          <a:xfrm>
            <a:off x="417962" y="2835989"/>
            <a:ext cx="5220000" cy="540000"/>
          </a:xfrm>
          <a:prstGeom prst="roundRect">
            <a:avLst/>
          </a:prstGeom>
          <a:gradFill flip="none" rotWithShape="1">
            <a:gsLst>
              <a:gs pos="0">
                <a:srgbClr val="C40000"/>
              </a:gs>
              <a:gs pos="36000">
                <a:srgbClr val="9B0000"/>
              </a:gs>
              <a:gs pos="78000">
                <a:srgbClr val="640000"/>
              </a:gs>
            </a:gsLst>
            <a:lin ang="19200000" scaled="0"/>
            <a:tileRect/>
          </a:gradFill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76000" rIns="180000" rtlCol="0" anchor="ctr"/>
          <a:lstStyle/>
          <a:p>
            <a:r>
              <a:rPr lang="pt-BR" dirty="0" err="1">
                <a:ln w="3175">
                  <a:noFill/>
                </a:ln>
                <a:effectLst>
                  <a:outerShdw blurRad="1270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Arial" panose="020B0604020202020204" pitchFamily="34" charset="0"/>
                <a:ea typeface="Open Sans Extrabold" panose="020B0906030804020204" pitchFamily="34" charset="0"/>
                <a:cs typeface="Arial" panose="020B0604020202020204" pitchFamily="34" charset="0"/>
              </a:rPr>
              <a:t>TremZinho</a:t>
            </a:r>
            <a:endParaRPr lang="pt-BR" dirty="0">
              <a:ln w="3175">
                <a:noFill/>
              </a:ln>
              <a:effectLst>
                <a:outerShdw blurRad="127000" dist="38100" dir="2700000" algn="tl" rotWithShape="0">
                  <a:prstClr val="black">
                    <a:alpha val="40000"/>
                  </a:prstClr>
                </a:outerShdw>
              </a:effectLst>
              <a:latin typeface="Arial" panose="020B0604020202020204" pitchFamily="34" charset="0"/>
              <a:ea typeface="Open Sans Extrabold" panose="020B0906030804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ag2">
            <a:extLst>
              <a:ext uri="{FF2B5EF4-FFF2-40B4-BE49-F238E27FC236}">
                <a16:creationId xmlns:a16="http://schemas.microsoft.com/office/drawing/2014/main" id="{35450299-ED4F-C379-D072-B45CD1371CEC}"/>
              </a:ext>
            </a:extLst>
          </p:cNvPr>
          <p:cNvSpPr/>
          <p:nvPr/>
        </p:nvSpPr>
        <p:spPr>
          <a:xfrm>
            <a:off x="521986" y="3674430"/>
            <a:ext cx="396000" cy="396000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innerShdw blurRad="76200">
              <a:prstClr val="black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400" b="1">
                <a:solidFill>
                  <a:srgbClr val="3333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12" name="tag3">
            <a:extLst>
              <a:ext uri="{FF2B5EF4-FFF2-40B4-BE49-F238E27FC236}">
                <a16:creationId xmlns:a16="http://schemas.microsoft.com/office/drawing/2014/main" id="{E2F00987-29C4-7085-9E54-4EB47B7D98A5}"/>
              </a:ext>
            </a:extLst>
          </p:cNvPr>
          <p:cNvSpPr/>
          <p:nvPr/>
        </p:nvSpPr>
        <p:spPr>
          <a:xfrm>
            <a:off x="521986" y="4441343"/>
            <a:ext cx="396000" cy="396000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innerShdw blurRad="76200">
              <a:prstClr val="black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400" b="1">
                <a:solidFill>
                  <a:srgbClr val="3333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15" name="tag4">
            <a:extLst>
              <a:ext uri="{FF2B5EF4-FFF2-40B4-BE49-F238E27FC236}">
                <a16:creationId xmlns:a16="http://schemas.microsoft.com/office/drawing/2014/main" id="{5C1AFDDC-FE2D-1311-F315-A47975467FFA}"/>
              </a:ext>
            </a:extLst>
          </p:cNvPr>
          <p:cNvSpPr/>
          <p:nvPr/>
        </p:nvSpPr>
        <p:spPr>
          <a:xfrm>
            <a:off x="521986" y="5209864"/>
            <a:ext cx="396000" cy="396000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innerShdw blurRad="76200">
              <a:prstClr val="black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400" b="1">
                <a:solidFill>
                  <a:srgbClr val="3333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sp>
        <p:nvSpPr>
          <p:cNvPr id="16" name="pergunta">
            <a:extLst>
              <a:ext uri="{FF2B5EF4-FFF2-40B4-BE49-F238E27FC236}">
                <a16:creationId xmlns:a16="http://schemas.microsoft.com/office/drawing/2014/main" id="{5C85B2F6-BC68-3DD9-F93D-A8A8110BC8EC}"/>
              </a:ext>
            </a:extLst>
          </p:cNvPr>
          <p:cNvSpPr/>
          <p:nvPr/>
        </p:nvSpPr>
        <p:spPr>
          <a:xfrm>
            <a:off x="-410817" y="1442277"/>
            <a:ext cx="6785113" cy="1152000"/>
          </a:xfrm>
          <a:prstGeom prst="roundRect">
            <a:avLst/>
          </a:prstGeom>
          <a:gradFill flip="none" rotWithShape="1">
            <a:gsLst>
              <a:gs pos="0">
                <a:srgbClr val="C40000"/>
              </a:gs>
              <a:gs pos="59000">
                <a:srgbClr val="9B0000"/>
              </a:gs>
              <a:gs pos="100000">
                <a:srgbClr val="640000"/>
              </a:gs>
            </a:gsLst>
            <a:lin ang="19200000" scaled="0"/>
            <a:tileRect/>
          </a:gradFill>
          <a:ln w="31750">
            <a:solidFill>
              <a:schemeClr val="bg1"/>
            </a:solidFill>
          </a:ln>
          <a:effectLst>
            <a:outerShdw blurRad="381000" dist="1270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8000" rIns="180000" rtlCol="0" anchor="ctr"/>
          <a:lstStyle/>
          <a:p>
            <a:r>
              <a:rPr lang="pt-BR" sz="2000" b="1" dirty="0">
                <a:ln w="3175">
                  <a:noFill/>
                </a:ln>
                <a:effectLst>
                  <a:outerShdw blurRad="1270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Open Sans Extrabold" panose="020B0906030804020204" pitchFamily="34" charset="0"/>
                <a:cs typeface="Arial" panose="020B0604020202020204" pitchFamily="34" charset="0"/>
              </a:rPr>
              <a:t>Quem é o personagem mais famoso das redes sociais da CPTM?</a:t>
            </a:r>
          </a:p>
        </p:txBody>
      </p:sp>
      <p:pic>
        <p:nvPicPr>
          <p:cNvPr id="35" name="CERTA A RESPOSTA">
            <a:hlinkClick r:id="" action="ppaction://media"/>
            <a:extLst>
              <a:ext uri="{FF2B5EF4-FFF2-40B4-BE49-F238E27FC236}">
                <a16:creationId xmlns:a16="http://schemas.microsoft.com/office/drawing/2014/main" id="{CF86B15D-1E94-24C3-2726-F3E1640A9E1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3"/>
          <a:stretch>
            <a:fillRect/>
          </a:stretch>
        </p:blipFill>
        <p:spPr>
          <a:xfrm>
            <a:off x="12451038" y="4365625"/>
            <a:ext cx="509587" cy="509588"/>
          </a:xfrm>
          <a:prstGeom prst="rect">
            <a:avLst/>
          </a:prstGeom>
        </p:spPr>
      </p:pic>
      <p:pic>
        <p:nvPicPr>
          <p:cNvPr id="37" name="QUAL É A RESPOSTA CERTA">
            <a:hlinkClick r:id="" action="ppaction://media"/>
            <a:extLst>
              <a:ext uri="{FF2B5EF4-FFF2-40B4-BE49-F238E27FC236}">
                <a16:creationId xmlns:a16="http://schemas.microsoft.com/office/drawing/2014/main" id="{ADF2E76B-AC30-C8C0-8F60-C23C62892178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3"/>
          <a:stretch>
            <a:fillRect/>
          </a:stretch>
        </p:blipFill>
        <p:spPr>
          <a:xfrm>
            <a:off x="12451038" y="1091406"/>
            <a:ext cx="509587" cy="509587"/>
          </a:xfrm>
          <a:prstGeom prst="rect">
            <a:avLst/>
          </a:prstGeom>
        </p:spPr>
      </p:pic>
      <p:pic>
        <p:nvPicPr>
          <p:cNvPr id="38" name="PRÓXIMA PERGUNTA">
            <a:hlinkClick r:id="" action="ppaction://media"/>
            <a:extLst>
              <a:ext uri="{FF2B5EF4-FFF2-40B4-BE49-F238E27FC236}">
                <a16:creationId xmlns:a16="http://schemas.microsoft.com/office/drawing/2014/main" id="{D03ECEAE-95FB-7C0C-79F8-755EFA8492AC}"/>
              </a:ext>
            </a:extLst>
          </p:cNvPr>
          <p:cNvPicPr>
            <a:picLocks noChangeAspect="1"/>
          </p:cNvPicPr>
          <p:nvPr>
            <a:audioFile r:link="rId5"/>
            <p:extLst>
              <p:ext uri="{DAA4B4D4-6D71-4841-9C94-3DE7FCFB9230}">
                <p14:media xmlns:p14="http://schemas.microsoft.com/office/powerpoint/2010/main" r:embed="rId6">
                  <p14:trim end="126"/>
                </p14:media>
              </p:ext>
            </p:extLst>
          </p:nvPr>
        </p:nvPicPr>
        <p:blipFill>
          <a:blip r:embed="rId13"/>
          <a:stretch>
            <a:fillRect/>
          </a:stretch>
        </p:blipFill>
        <p:spPr>
          <a:xfrm>
            <a:off x="12451037" y="5511800"/>
            <a:ext cx="509587" cy="509587"/>
          </a:xfrm>
          <a:prstGeom prst="rect">
            <a:avLst/>
          </a:prstGeom>
        </p:spPr>
      </p:pic>
      <p:sp>
        <p:nvSpPr>
          <p:cNvPr id="6" name="tag1">
            <a:extLst>
              <a:ext uri="{FF2B5EF4-FFF2-40B4-BE49-F238E27FC236}">
                <a16:creationId xmlns:a16="http://schemas.microsoft.com/office/drawing/2014/main" id="{A3F6047F-9EEE-EF53-82CD-FFFE9EA2EFEF}"/>
              </a:ext>
            </a:extLst>
          </p:cNvPr>
          <p:cNvSpPr/>
          <p:nvPr/>
        </p:nvSpPr>
        <p:spPr>
          <a:xfrm>
            <a:off x="521986" y="2907989"/>
            <a:ext cx="396000" cy="396000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innerShdw blurRad="76200">
              <a:prstClr val="black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400" b="1">
                <a:solidFill>
                  <a:srgbClr val="3333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pic>
        <p:nvPicPr>
          <p:cNvPr id="22" name="!!logodomilhao">
            <a:extLst>
              <a:ext uri="{FF2B5EF4-FFF2-40B4-BE49-F238E27FC236}">
                <a16:creationId xmlns:a16="http://schemas.microsoft.com/office/drawing/2014/main" id="{0AF4CC5F-138F-90CF-77BC-323168F9649C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632282" y="0"/>
            <a:ext cx="1378078" cy="1480128"/>
          </a:xfrm>
          <a:prstGeom prst="rect">
            <a:avLst/>
          </a:prstGeom>
          <a:effectLst>
            <a:softEdge rad="25400"/>
          </a:effectLst>
        </p:spPr>
      </p:pic>
      <p:sp>
        <p:nvSpPr>
          <p:cNvPr id="23" name="Botaão Próxima">
            <a:hlinkClick r:id="rId15" action="ppaction://hlinksldjump"/>
            <a:extLst>
              <a:ext uri="{FF2B5EF4-FFF2-40B4-BE49-F238E27FC236}">
                <a16:creationId xmlns:a16="http://schemas.microsoft.com/office/drawing/2014/main" id="{968BE29D-B52B-29C6-CDC4-ED5F1B37A152}"/>
              </a:ext>
            </a:extLst>
          </p:cNvPr>
          <p:cNvSpPr/>
          <p:nvPr/>
        </p:nvSpPr>
        <p:spPr>
          <a:xfrm>
            <a:off x="8075144" y="5137864"/>
            <a:ext cx="2330219" cy="540000"/>
          </a:xfrm>
          <a:prstGeom prst="roundRect">
            <a:avLst/>
          </a:prstGeom>
          <a:gradFill flip="none" rotWithShape="1">
            <a:gsLst>
              <a:gs pos="0">
                <a:schemeClr val="accent6"/>
              </a:gs>
              <a:gs pos="59000">
                <a:schemeClr val="accent6">
                  <a:lumMod val="75000"/>
                </a:schemeClr>
              </a:gs>
              <a:gs pos="100000">
                <a:schemeClr val="accent6">
                  <a:lumMod val="50000"/>
                </a:schemeClr>
              </a:gs>
            </a:gsLst>
            <a:lin ang="19200000" scaled="0"/>
            <a:tileRect/>
          </a:gradFill>
          <a:ln w="19050">
            <a:solidFill>
              <a:schemeClr val="bg1"/>
            </a:solidFill>
          </a:ln>
          <a:effectLst>
            <a:outerShdw blurRad="381000" dist="1270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rIns="108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1" i="0" u="none" strike="noStrike" kern="1200" cap="none" spc="0" normalizeH="0" baseline="0" noProof="0" dirty="0">
                <a:ln w="3175">
                  <a:noFill/>
                </a:ln>
                <a:solidFill>
                  <a:prstClr val="white"/>
                </a:solidFill>
                <a:effectLst>
                  <a:outerShdw blurRad="1270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Arial" panose="020B0604020202020204" pitchFamily="34" charset="0"/>
                <a:ea typeface="Open Sans Extrabold" panose="020B0906030804020204" pitchFamily="34" charset="0"/>
                <a:cs typeface="Arial" panose="020B0604020202020204" pitchFamily="34" charset="0"/>
              </a:rPr>
              <a:t>Explicação</a:t>
            </a:r>
          </a:p>
        </p:txBody>
      </p:sp>
    </p:spTree>
    <p:extLst>
      <p:ext uri="{BB962C8B-B14F-4D97-AF65-F5344CB8AC3E}">
        <p14:creationId xmlns:p14="http://schemas.microsoft.com/office/powerpoint/2010/main" val="24750819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ac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accel="5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accel="5000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accel="5000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accel="50000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2500"/>
                            </p:stCondLst>
                            <p:childTnLst>
                              <p:par>
                                <p:cTn id="38" presetID="1" presetClass="mediacall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cmd type="call" cmd="playFrom(0.0)">
                                      <p:cBhvr>
                                        <p:cTn id="39" dur="1" fill="hold"/>
                                        <p:tgtEl>
                                          <p:spTgt spid="3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40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41" dur="1" fill="hold"/>
                                        <p:tgtEl>
                                          <p:spTgt spid="3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4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8" presetClass="emph" presetSubtype="0" repeatCount="indefinite" autoRev="1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600000">
                                      <p:cBhvr>
                                        <p:cTn id="48" dur="1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6000"/>
                            </p:stCondLst>
                            <p:childTnLst>
                              <p:par>
                                <p:cTn id="5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0833E-6 4.07407E-6 L -2.70833E-6 0.3206 " pathEditMode="relative" rAng="0" ptsTypes="AA">
                                      <p:cBhvr>
                                        <p:cTn id="56" dur="500" spd="-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601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6500"/>
                            </p:stCondLst>
                            <p:childTnLst>
                              <p:par>
                                <p:cTn id="58" presetID="6" presetClass="emph" presetSubtype="0" repeatCount="indefinite" autoRev="1" fill="hold" grpId="2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Scale>
                                      <p:cBhvr>
                                        <p:cTn id="59" dur="500" fill="hold"/>
                                        <p:tgtEl>
                                          <p:spTgt spid="23"/>
                                        </p:tgtEl>
                                      </p:cBhvr>
                                      <p:by x="90000" y="9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60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1" fill="hold">
                      <p:stCondLst>
                        <p:cond delay="0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9" presetClass="emph" presetSubtype="0" repeatCount="2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4" dur="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FF00"/>
                                      </p:to>
                                    </p:animClr>
                                    <p:animClr clrSpc="rgb" dir="cw">
                                      <p:cBhvr>
                                        <p:cTn id="65" dur="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FF00"/>
                                      </p:to>
                                    </p:animClr>
                                    <p:set>
                                      <p:cBhvr>
                                        <p:cTn id="66" dur="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7" dur="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3" presetClass="emph" presetSubtype="2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500"/>
                            </p:stCondLst>
                            <p:childTnLst>
                              <p:par>
                                <p:cTn id="71" presetID="1" presetClass="mediacall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cmd type="call" cmd="playFrom(0.0)">
                                      <p:cBhvr>
                                        <p:cTn id="72" dur="1" fill="hold"/>
                                        <p:tgtEl>
                                          <p:spTgt spid="3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seq concurrent="1" nextAc="seek">
              <p:cTn id="73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4" fill="hold">
                      <p:stCondLst>
                        <p:cond delay="0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9" presetClass="emph" presetSubtype="0" repeatCount="2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7" dur="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  <p:animClr clrSpc="rgb" dir="cw">
                                      <p:cBhvr>
                                        <p:cTn id="78" dur="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  <p:set>
                                      <p:cBhvr>
                                        <p:cTn id="79" dur="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0" dur="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3" presetClass="emph" presetSubtype="2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  <p:seq concurrent="1" nextAc="seek">
              <p:cTn id="83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4" fill="hold">
                      <p:stCondLst>
                        <p:cond delay="0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9" presetClass="emph" presetSubtype="0" repeatCount="2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7" dur="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  <p:animClr clrSpc="rgb" dir="cw">
                                      <p:cBhvr>
                                        <p:cTn id="88" dur="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  <p:set>
                                      <p:cBhvr>
                                        <p:cTn id="89" dur="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0" dur="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3" presetClass="emph" presetSubtype="2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93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4" fill="hold">
                      <p:stCondLst>
                        <p:cond delay="0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9" presetClass="emph" presetSubtype="0" repeatCount="2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7" dur="2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  <p:animClr clrSpc="rgb" dir="cw">
                                      <p:cBhvr>
                                        <p:cTn id="98" dur="2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  <p:set>
                                      <p:cBhvr>
                                        <p:cTn id="99" dur="2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0" dur="2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3" presetClass="emph" presetSubtype="2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  <p:audio>
              <p:cMediaNode vol="80000" numSld="999">
                <p:cTn id="103" fill="remove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5"/>
                </p:tgtEl>
              </p:cMediaNode>
            </p:audio>
            <p:audio>
              <p:cMediaNode vol="80000" numSld="999">
                <p:cTn id="104" fill="remove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7"/>
                </p:tgtEl>
              </p:cMediaNode>
            </p:audio>
            <p:audio>
              <p:cMediaNode vol="80000" numSld="999">
                <p:cTn id="105" fill="remove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8"/>
                </p:tgtEl>
              </p:cMediaNode>
            </p:audio>
          </p:childTnLst>
        </p:cTn>
      </p:par>
    </p:tnLst>
    <p:bldLst>
      <p:bldP spid="5" grpId="0" animBg="1"/>
      <p:bldP spid="5" grpId="1" animBg="1"/>
      <p:bldP spid="5" grpId="2" animBg="1"/>
      <p:bldP spid="8" grpId="0" animBg="1"/>
      <p:bldP spid="8" grpId="1" animBg="1"/>
      <p:bldP spid="8" grpId="2" animBg="1"/>
      <p:bldP spid="14" grpId="0" animBg="1"/>
      <p:bldP spid="14" grpId="1" animBg="1"/>
      <p:bldP spid="14" grpId="2" animBg="1"/>
      <p:bldP spid="11" grpId="0" animBg="1"/>
      <p:bldP spid="11" grpId="1" animBg="1"/>
      <p:bldP spid="11" grpId="2" animBg="1"/>
      <p:bldP spid="9" grpId="0" animBg="1"/>
      <p:bldP spid="12" grpId="0" animBg="1"/>
      <p:bldP spid="15" grpId="0" animBg="1"/>
      <p:bldP spid="16" grpId="0" animBg="1"/>
      <p:bldP spid="6" grpId="0" animBg="1"/>
      <p:bldP spid="23" grpId="0" animBg="1"/>
      <p:bldP spid="23" grpId="1" animBg="1"/>
      <p:bldP spid="23" grpId="2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A6F55BFC-284B-A271-7397-E5524C8B2560}"/>
              </a:ext>
            </a:extLst>
          </p:cNvPr>
          <p:cNvSpPr txBox="1"/>
          <p:nvPr/>
        </p:nvSpPr>
        <p:spPr>
          <a:xfrm>
            <a:off x="300596" y="230485"/>
            <a:ext cx="83862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algn="ctr">
              <a:defRPr sz="2400" b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</a:rPr>
              <a:t>FROTA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392AE545-E82F-D862-B150-CB8BBCBB9B6A}"/>
              </a:ext>
            </a:extLst>
          </p:cNvPr>
          <p:cNvSpPr txBox="1"/>
          <p:nvPr/>
        </p:nvSpPr>
        <p:spPr>
          <a:xfrm>
            <a:off x="8684386" y="4153520"/>
            <a:ext cx="1039743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2008</a:t>
            </a:r>
          </a:p>
        </p:txBody>
      </p:sp>
      <p:pic>
        <p:nvPicPr>
          <p:cNvPr id="109" name="Imagem 108" descr="Uma imagem contendo edifício, no interior, homem, mesa&#10;&#10;Descrição gerada automaticamente">
            <a:extLst>
              <a:ext uri="{FF2B5EF4-FFF2-40B4-BE49-F238E27FC236}">
                <a16:creationId xmlns:a16="http://schemas.microsoft.com/office/drawing/2014/main" id="{2F051D00-5EB0-9673-FDDB-E340CA9D388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2047" b="2047"/>
          <a:stretch/>
        </p:blipFill>
        <p:spPr>
          <a:xfrm>
            <a:off x="-1" y="-1"/>
            <a:ext cx="12192001" cy="6858001"/>
          </a:xfrm>
          <a:prstGeom prst="rect">
            <a:avLst/>
          </a:prstGeom>
        </p:spPr>
      </p:pic>
      <p:sp>
        <p:nvSpPr>
          <p:cNvPr id="7" name="Retângulo 6">
            <a:extLst>
              <a:ext uri="{FF2B5EF4-FFF2-40B4-BE49-F238E27FC236}">
                <a16:creationId xmlns:a16="http://schemas.microsoft.com/office/drawing/2014/main" id="{07DCF59F-1D2D-C694-DBAA-FA53D3B59728}"/>
              </a:ext>
            </a:extLst>
          </p:cNvPr>
          <p:cNvSpPr/>
          <p:nvPr/>
        </p:nvSpPr>
        <p:spPr>
          <a:xfrm>
            <a:off x="4816484" y="2680542"/>
            <a:ext cx="3509750" cy="22276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B73A6C94-9751-A3D0-D9B1-BC4E4B6BCD8B}"/>
              </a:ext>
            </a:extLst>
          </p:cNvPr>
          <p:cNvSpPr/>
          <p:nvPr/>
        </p:nvSpPr>
        <p:spPr>
          <a:xfrm>
            <a:off x="4838396" y="4484606"/>
            <a:ext cx="3509750" cy="22276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37512352-4D0B-9B51-1C83-12DDD205820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16485" y="152400"/>
            <a:ext cx="3531662" cy="6313714"/>
          </a:xfrm>
          <a:prstGeom prst="rect">
            <a:avLst/>
          </a:prstGeom>
        </p:spPr>
      </p:pic>
      <p:sp>
        <p:nvSpPr>
          <p:cNvPr id="28" name="Botaão Próxima">
            <a:hlinkClick r:id="rId5" action="ppaction://hlinksldjump"/>
            <a:extLst>
              <a:ext uri="{FF2B5EF4-FFF2-40B4-BE49-F238E27FC236}">
                <a16:creationId xmlns:a16="http://schemas.microsoft.com/office/drawing/2014/main" id="{E807D155-73C4-81DA-71B9-9DF43ECA968C}"/>
              </a:ext>
            </a:extLst>
          </p:cNvPr>
          <p:cNvSpPr/>
          <p:nvPr/>
        </p:nvSpPr>
        <p:spPr>
          <a:xfrm>
            <a:off x="9499683" y="5742490"/>
            <a:ext cx="2330219" cy="540000"/>
          </a:xfrm>
          <a:prstGeom prst="roundRect">
            <a:avLst/>
          </a:prstGeom>
          <a:gradFill flip="none" rotWithShape="1">
            <a:gsLst>
              <a:gs pos="0">
                <a:schemeClr val="accent6"/>
              </a:gs>
              <a:gs pos="59000">
                <a:schemeClr val="accent6">
                  <a:lumMod val="75000"/>
                </a:schemeClr>
              </a:gs>
              <a:gs pos="100000">
                <a:schemeClr val="accent6">
                  <a:lumMod val="50000"/>
                </a:schemeClr>
              </a:gs>
            </a:gsLst>
            <a:lin ang="19200000" scaled="0"/>
            <a:tileRect/>
          </a:gradFill>
          <a:ln w="19050">
            <a:solidFill>
              <a:schemeClr val="bg1"/>
            </a:solidFill>
          </a:ln>
          <a:effectLst>
            <a:outerShdw blurRad="381000" dist="1270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rIns="108000" rtlCol="0" anchor="ctr"/>
          <a:lstStyle/>
          <a:p>
            <a:pPr algn="ctr"/>
            <a:r>
              <a:rPr lang="pt-BR" sz="1400" b="1">
                <a:ln w="3175">
                  <a:noFill/>
                </a:ln>
                <a:effectLst>
                  <a:outerShdw blurRad="1270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Arial" panose="020B0604020202020204" pitchFamily="34" charset="0"/>
                <a:ea typeface="Open Sans Extrabold" panose="020B0906030804020204" pitchFamily="34" charset="0"/>
                <a:cs typeface="Arial" panose="020B0604020202020204" pitchFamily="34" charset="0"/>
              </a:rPr>
              <a:t>PRÓXIMA PERGUNTA</a:t>
            </a:r>
          </a:p>
        </p:txBody>
      </p:sp>
    </p:spTree>
    <p:extLst>
      <p:ext uri="{BB962C8B-B14F-4D97-AF65-F5344CB8AC3E}">
        <p14:creationId xmlns:p14="http://schemas.microsoft.com/office/powerpoint/2010/main" val="3002285269"/>
      </p:ext>
    </p:extLst>
  </p:cSld>
  <p:clrMapOvr>
    <a:masterClrMapping/>
  </p:clrMapOvr>
  <p:transition spd="slow">
    <p:push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11022E-16 -3.33333E-6 L 1.11022E-16 0.32061 " pathEditMode="relative" rAng="0" ptsTypes="AA">
                                      <p:cBhvr>
                                        <p:cTn id="11" dur="500" spd="-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601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6" presetClass="emph" presetSubtype="0" repeatCount="indefinite" autoRev="1" fill="hold" grpId="2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Scale>
                                      <p:cBhvr>
                                        <p:cTn id="14" dur="500" fill="hold"/>
                                        <p:tgtEl>
                                          <p:spTgt spid="28"/>
                                        </p:tgtEl>
                                      </p:cBhvr>
                                      <p:by x="90000" y="9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28" grpId="1" animBg="1"/>
      <p:bldP spid="28" grpId="2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Espaço Reservado para Imagem 25">
            <a:extLst>
              <a:ext uri="{FF2B5EF4-FFF2-40B4-BE49-F238E27FC236}">
                <a16:creationId xmlns:a16="http://schemas.microsoft.com/office/drawing/2014/main" id="{928B330F-4F14-860C-B56B-D92BBA0DB27C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779" b="25717"/>
          <a:stretch/>
        </p:blipFill>
        <p:spPr>
          <a:xfrm>
            <a:off x="6096001" y="0"/>
            <a:ext cx="6096000" cy="6858000"/>
          </a:xfrm>
        </p:spPr>
      </p:pic>
      <p:sp>
        <p:nvSpPr>
          <p:cNvPr id="5" name="resposta1">
            <a:extLst>
              <a:ext uri="{FF2B5EF4-FFF2-40B4-BE49-F238E27FC236}">
                <a16:creationId xmlns:a16="http://schemas.microsoft.com/office/drawing/2014/main" id="{D8927D95-95B0-BA2F-1ECA-13CFCB685297}"/>
              </a:ext>
            </a:extLst>
          </p:cNvPr>
          <p:cNvSpPr/>
          <p:nvPr/>
        </p:nvSpPr>
        <p:spPr>
          <a:xfrm>
            <a:off x="417962" y="2839373"/>
            <a:ext cx="5220000" cy="540000"/>
          </a:xfrm>
          <a:prstGeom prst="roundRect">
            <a:avLst/>
          </a:prstGeom>
          <a:gradFill flip="none" rotWithShape="1">
            <a:gsLst>
              <a:gs pos="0">
                <a:srgbClr val="C40000"/>
              </a:gs>
              <a:gs pos="36000">
                <a:srgbClr val="9B0000"/>
              </a:gs>
              <a:gs pos="78000">
                <a:srgbClr val="640000"/>
              </a:gs>
            </a:gsLst>
            <a:lin ang="19200000" scaled="0"/>
            <a:tileRect/>
          </a:gradFill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76000" rIns="180000" rtlCol="0" anchor="ctr"/>
          <a:lstStyle/>
          <a:p>
            <a:r>
              <a:rPr lang="pt-BR" dirty="0">
                <a:ln w="3175">
                  <a:noFill/>
                </a:ln>
                <a:effectLst>
                  <a:outerShdw blurRad="1270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Arial" panose="020B0604020202020204" pitchFamily="34" charset="0"/>
                <a:ea typeface="Open Sans Extrabold" panose="020B0906030804020204" pitchFamily="34" charset="0"/>
                <a:cs typeface="Arial" panose="020B0604020202020204" pitchFamily="34" charset="0"/>
              </a:rPr>
              <a:t>1h</a:t>
            </a:r>
          </a:p>
        </p:txBody>
      </p:sp>
      <p:sp>
        <p:nvSpPr>
          <p:cNvPr id="8" name="resposta4">
            <a:hlinkClick r:id="rId10" action="ppaction://hlinksldjump"/>
            <a:extLst>
              <a:ext uri="{FF2B5EF4-FFF2-40B4-BE49-F238E27FC236}">
                <a16:creationId xmlns:a16="http://schemas.microsoft.com/office/drawing/2014/main" id="{FA877B18-1F02-B31D-C4AE-EF93206C77D0}"/>
              </a:ext>
            </a:extLst>
          </p:cNvPr>
          <p:cNvSpPr/>
          <p:nvPr/>
        </p:nvSpPr>
        <p:spPr>
          <a:xfrm>
            <a:off x="417962" y="5137864"/>
            <a:ext cx="5220000" cy="540000"/>
          </a:xfrm>
          <a:prstGeom prst="roundRect">
            <a:avLst/>
          </a:prstGeom>
          <a:gradFill flip="none" rotWithShape="1">
            <a:gsLst>
              <a:gs pos="0">
                <a:srgbClr val="C40000"/>
              </a:gs>
              <a:gs pos="36000">
                <a:srgbClr val="9B0000"/>
              </a:gs>
              <a:gs pos="78000">
                <a:srgbClr val="640000"/>
              </a:gs>
            </a:gsLst>
            <a:lin ang="19200000" scaled="0"/>
            <a:tileRect/>
          </a:gradFill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76000" rIns="180000" rtlCol="0" anchor="ctr"/>
          <a:lstStyle/>
          <a:p>
            <a:r>
              <a:rPr lang="pt-BR" dirty="0">
                <a:ln w="3175">
                  <a:noFill/>
                </a:ln>
                <a:effectLst>
                  <a:outerShdw blurRad="1270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Arial" panose="020B0604020202020204" pitchFamily="34" charset="0"/>
                <a:ea typeface="Open Sans Extrabold" panose="020B0906030804020204" pitchFamily="34" charset="0"/>
                <a:cs typeface="Arial" panose="020B0604020202020204" pitchFamily="34" charset="0"/>
              </a:rPr>
              <a:t>20 min</a:t>
            </a:r>
          </a:p>
        </p:txBody>
      </p:sp>
      <p:sp>
        <p:nvSpPr>
          <p:cNvPr id="14" name="resposta2">
            <a:hlinkClick r:id="rId11" action="ppaction://hlinksldjump"/>
            <a:extLst>
              <a:ext uri="{FF2B5EF4-FFF2-40B4-BE49-F238E27FC236}">
                <a16:creationId xmlns:a16="http://schemas.microsoft.com/office/drawing/2014/main" id="{EC367AE1-89B0-0178-D030-42EC51253F8A}"/>
              </a:ext>
            </a:extLst>
          </p:cNvPr>
          <p:cNvSpPr/>
          <p:nvPr/>
        </p:nvSpPr>
        <p:spPr>
          <a:xfrm>
            <a:off x="417962" y="3605537"/>
            <a:ext cx="5220000" cy="540000"/>
          </a:xfrm>
          <a:prstGeom prst="roundRect">
            <a:avLst/>
          </a:prstGeom>
          <a:gradFill flip="none" rotWithShape="1">
            <a:gsLst>
              <a:gs pos="0">
                <a:srgbClr val="C40000"/>
              </a:gs>
              <a:gs pos="36000">
                <a:srgbClr val="9B0000"/>
              </a:gs>
              <a:gs pos="78000">
                <a:srgbClr val="640000"/>
              </a:gs>
            </a:gsLst>
            <a:lin ang="19200000" scaled="0"/>
            <a:tileRect/>
          </a:gradFill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76000" rIns="180000" rtlCol="0" anchor="ctr"/>
          <a:lstStyle/>
          <a:p>
            <a:r>
              <a:rPr lang="pt-BR" dirty="0">
                <a:ln w="3175">
                  <a:noFill/>
                </a:ln>
                <a:effectLst>
                  <a:outerShdw blurRad="1270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Arial" panose="020B0604020202020204" pitchFamily="34" charset="0"/>
                <a:ea typeface="Open Sans Extrabold" panose="020B0906030804020204" pitchFamily="34" charset="0"/>
                <a:cs typeface="Arial" panose="020B0604020202020204" pitchFamily="34" charset="0"/>
              </a:rPr>
              <a:t>2h</a:t>
            </a:r>
          </a:p>
        </p:txBody>
      </p:sp>
      <p:sp>
        <p:nvSpPr>
          <p:cNvPr id="11" name="resposta3">
            <a:hlinkClick r:id="rId12" action="ppaction://hlinksldjump"/>
            <a:extLst>
              <a:ext uri="{FF2B5EF4-FFF2-40B4-BE49-F238E27FC236}">
                <a16:creationId xmlns:a16="http://schemas.microsoft.com/office/drawing/2014/main" id="{EF597833-8F93-94D6-572D-287CB24CA478}"/>
              </a:ext>
            </a:extLst>
          </p:cNvPr>
          <p:cNvSpPr/>
          <p:nvPr/>
        </p:nvSpPr>
        <p:spPr>
          <a:xfrm>
            <a:off x="417962" y="4371701"/>
            <a:ext cx="5220000" cy="540000"/>
          </a:xfrm>
          <a:prstGeom prst="roundRect">
            <a:avLst/>
          </a:prstGeom>
          <a:gradFill flip="none" rotWithShape="1">
            <a:gsLst>
              <a:gs pos="0">
                <a:srgbClr val="C40000"/>
              </a:gs>
              <a:gs pos="36000">
                <a:srgbClr val="9B0000"/>
              </a:gs>
              <a:gs pos="78000">
                <a:srgbClr val="640000"/>
              </a:gs>
            </a:gsLst>
            <a:lin ang="19200000" scaled="0"/>
            <a:tileRect/>
          </a:gradFill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76000" rIns="180000" rtlCol="0" anchor="ctr"/>
          <a:lstStyle/>
          <a:p>
            <a:r>
              <a:rPr lang="pt-BR" dirty="0">
                <a:ln w="3175">
                  <a:noFill/>
                </a:ln>
                <a:effectLst>
                  <a:outerShdw blurRad="1270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Arial" panose="020B0604020202020204" pitchFamily="34" charset="0"/>
                <a:ea typeface="Open Sans Extrabold" panose="020B0906030804020204" pitchFamily="34" charset="0"/>
                <a:cs typeface="Arial" panose="020B0604020202020204" pitchFamily="34" charset="0"/>
              </a:rPr>
              <a:t>40 min</a:t>
            </a:r>
          </a:p>
        </p:txBody>
      </p:sp>
      <p:sp>
        <p:nvSpPr>
          <p:cNvPr id="9" name="tag2">
            <a:extLst>
              <a:ext uri="{FF2B5EF4-FFF2-40B4-BE49-F238E27FC236}">
                <a16:creationId xmlns:a16="http://schemas.microsoft.com/office/drawing/2014/main" id="{35450299-ED4F-C379-D072-B45CD1371CEC}"/>
              </a:ext>
            </a:extLst>
          </p:cNvPr>
          <p:cNvSpPr/>
          <p:nvPr/>
        </p:nvSpPr>
        <p:spPr>
          <a:xfrm>
            <a:off x="521986" y="3674430"/>
            <a:ext cx="396000" cy="396000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innerShdw blurRad="76200">
              <a:prstClr val="black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400" b="1">
                <a:solidFill>
                  <a:srgbClr val="3333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12" name="tag3">
            <a:extLst>
              <a:ext uri="{FF2B5EF4-FFF2-40B4-BE49-F238E27FC236}">
                <a16:creationId xmlns:a16="http://schemas.microsoft.com/office/drawing/2014/main" id="{E2F00987-29C4-7085-9E54-4EB47B7D98A5}"/>
              </a:ext>
            </a:extLst>
          </p:cNvPr>
          <p:cNvSpPr/>
          <p:nvPr/>
        </p:nvSpPr>
        <p:spPr>
          <a:xfrm>
            <a:off x="521986" y="4441343"/>
            <a:ext cx="396000" cy="396000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innerShdw blurRad="76200">
              <a:prstClr val="black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400" b="1">
                <a:solidFill>
                  <a:srgbClr val="3333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15" name="tag4">
            <a:extLst>
              <a:ext uri="{FF2B5EF4-FFF2-40B4-BE49-F238E27FC236}">
                <a16:creationId xmlns:a16="http://schemas.microsoft.com/office/drawing/2014/main" id="{5C1AFDDC-FE2D-1311-F315-A47975467FFA}"/>
              </a:ext>
            </a:extLst>
          </p:cNvPr>
          <p:cNvSpPr/>
          <p:nvPr/>
        </p:nvSpPr>
        <p:spPr>
          <a:xfrm>
            <a:off x="521986" y="5209864"/>
            <a:ext cx="396000" cy="396000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innerShdw blurRad="76200">
              <a:prstClr val="black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400" b="1">
                <a:solidFill>
                  <a:srgbClr val="3333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sp>
        <p:nvSpPr>
          <p:cNvPr id="16" name="pergunta">
            <a:extLst>
              <a:ext uri="{FF2B5EF4-FFF2-40B4-BE49-F238E27FC236}">
                <a16:creationId xmlns:a16="http://schemas.microsoft.com/office/drawing/2014/main" id="{5C85B2F6-BC68-3DD9-F93D-A8A8110BC8EC}"/>
              </a:ext>
            </a:extLst>
          </p:cNvPr>
          <p:cNvSpPr/>
          <p:nvPr/>
        </p:nvSpPr>
        <p:spPr>
          <a:xfrm>
            <a:off x="-410817" y="1442277"/>
            <a:ext cx="6785113" cy="1152000"/>
          </a:xfrm>
          <a:prstGeom prst="roundRect">
            <a:avLst/>
          </a:prstGeom>
          <a:gradFill flip="none" rotWithShape="1">
            <a:gsLst>
              <a:gs pos="0">
                <a:srgbClr val="C40000"/>
              </a:gs>
              <a:gs pos="59000">
                <a:srgbClr val="9B0000"/>
              </a:gs>
              <a:gs pos="100000">
                <a:srgbClr val="640000"/>
              </a:gs>
            </a:gsLst>
            <a:lin ang="19200000" scaled="0"/>
            <a:tileRect/>
          </a:gradFill>
          <a:ln w="31750">
            <a:solidFill>
              <a:schemeClr val="bg1"/>
            </a:solidFill>
          </a:ln>
          <a:effectLst>
            <a:outerShdw blurRad="381000" dist="1270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8000" rIns="180000" rtlCol="0" anchor="ctr"/>
          <a:lstStyle/>
          <a:p>
            <a:r>
              <a:rPr lang="pt-BR" sz="2000" b="1" dirty="0">
                <a:ln w="3175">
                  <a:noFill/>
                </a:ln>
                <a:effectLst>
                  <a:outerShdw blurRad="1270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Open Sans Extrabold" panose="020B0906030804020204" pitchFamily="34" charset="0"/>
                <a:cs typeface="Arial" panose="020B0604020202020204" pitchFamily="34" charset="0"/>
              </a:rPr>
              <a:t>Qual o tempo de trem entre o Centro e o Aeroporto?</a:t>
            </a:r>
          </a:p>
        </p:txBody>
      </p:sp>
      <p:pic>
        <p:nvPicPr>
          <p:cNvPr id="35" name="CERTA A RESPOSTA">
            <a:hlinkClick r:id="" action="ppaction://media"/>
            <a:extLst>
              <a:ext uri="{FF2B5EF4-FFF2-40B4-BE49-F238E27FC236}">
                <a16:creationId xmlns:a16="http://schemas.microsoft.com/office/drawing/2014/main" id="{CF86B15D-1E94-24C3-2726-F3E1640A9E1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3"/>
          <a:stretch>
            <a:fillRect/>
          </a:stretch>
        </p:blipFill>
        <p:spPr>
          <a:xfrm>
            <a:off x="12451038" y="4365625"/>
            <a:ext cx="509587" cy="509588"/>
          </a:xfrm>
          <a:prstGeom prst="rect">
            <a:avLst/>
          </a:prstGeom>
        </p:spPr>
      </p:pic>
      <p:pic>
        <p:nvPicPr>
          <p:cNvPr id="37" name="QUAL É A RESPOSTA CERTA">
            <a:hlinkClick r:id="" action="ppaction://media"/>
            <a:extLst>
              <a:ext uri="{FF2B5EF4-FFF2-40B4-BE49-F238E27FC236}">
                <a16:creationId xmlns:a16="http://schemas.microsoft.com/office/drawing/2014/main" id="{ADF2E76B-AC30-C8C0-8F60-C23C62892178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3"/>
          <a:stretch>
            <a:fillRect/>
          </a:stretch>
        </p:blipFill>
        <p:spPr>
          <a:xfrm>
            <a:off x="12451038" y="1091406"/>
            <a:ext cx="509587" cy="509587"/>
          </a:xfrm>
          <a:prstGeom prst="rect">
            <a:avLst/>
          </a:prstGeom>
        </p:spPr>
      </p:pic>
      <p:pic>
        <p:nvPicPr>
          <p:cNvPr id="38" name="PRÓXIMA PERGUNTA">
            <a:hlinkClick r:id="" action="ppaction://media"/>
            <a:extLst>
              <a:ext uri="{FF2B5EF4-FFF2-40B4-BE49-F238E27FC236}">
                <a16:creationId xmlns:a16="http://schemas.microsoft.com/office/drawing/2014/main" id="{D03ECEAE-95FB-7C0C-79F8-755EFA8492AC}"/>
              </a:ext>
            </a:extLst>
          </p:cNvPr>
          <p:cNvPicPr>
            <a:picLocks noChangeAspect="1"/>
          </p:cNvPicPr>
          <p:nvPr>
            <a:audioFile r:link="rId5"/>
            <p:extLst>
              <p:ext uri="{DAA4B4D4-6D71-4841-9C94-3DE7FCFB9230}">
                <p14:media xmlns:p14="http://schemas.microsoft.com/office/powerpoint/2010/main" r:embed="rId6">
                  <p14:trim end="126"/>
                </p14:media>
              </p:ext>
            </p:extLst>
          </p:nvPr>
        </p:nvPicPr>
        <p:blipFill>
          <a:blip r:embed="rId13"/>
          <a:stretch>
            <a:fillRect/>
          </a:stretch>
        </p:blipFill>
        <p:spPr>
          <a:xfrm>
            <a:off x="12451037" y="5511800"/>
            <a:ext cx="509587" cy="509587"/>
          </a:xfrm>
          <a:prstGeom prst="rect">
            <a:avLst/>
          </a:prstGeom>
        </p:spPr>
      </p:pic>
      <p:sp>
        <p:nvSpPr>
          <p:cNvPr id="6" name="tag1">
            <a:extLst>
              <a:ext uri="{FF2B5EF4-FFF2-40B4-BE49-F238E27FC236}">
                <a16:creationId xmlns:a16="http://schemas.microsoft.com/office/drawing/2014/main" id="{A3F6047F-9EEE-EF53-82CD-FFFE9EA2EFEF}"/>
              </a:ext>
            </a:extLst>
          </p:cNvPr>
          <p:cNvSpPr/>
          <p:nvPr/>
        </p:nvSpPr>
        <p:spPr>
          <a:xfrm>
            <a:off x="521986" y="2907989"/>
            <a:ext cx="396000" cy="396000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innerShdw blurRad="76200">
              <a:prstClr val="black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400" b="1">
                <a:solidFill>
                  <a:srgbClr val="3333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pic>
        <p:nvPicPr>
          <p:cNvPr id="22" name="!!logodomilhao">
            <a:extLst>
              <a:ext uri="{FF2B5EF4-FFF2-40B4-BE49-F238E27FC236}">
                <a16:creationId xmlns:a16="http://schemas.microsoft.com/office/drawing/2014/main" id="{564F920A-0011-DB9D-C0CE-5C7238273CA9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632282" y="0"/>
            <a:ext cx="1378078" cy="1480128"/>
          </a:xfrm>
          <a:prstGeom prst="rect">
            <a:avLst/>
          </a:prstGeom>
          <a:effectLst>
            <a:softEdge rad="25400"/>
          </a:effectLst>
        </p:spPr>
      </p:pic>
      <p:sp>
        <p:nvSpPr>
          <p:cNvPr id="23" name="Botaão Próxima">
            <a:hlinkClick r:id="rId15" action="ppaction://hlinksldjump"/>
            <a:extLst>
              <a:ext uri="{FF2B5EF4-FFF2-40B4-BE49-F238E27FC236}">
                <a16:creationId xmlns:a16="http://schemas.microsoft.com/office/drawing/2014/main" id="{D29071D6-70D8-E8EF-4D0A-1BB8B77ED63F}"/>
              </a:ext>
            </a:extLst>
          </p:cNvPr>
          <p:cNvSpPr/>
          <p:nvPr/>
        </p:nvSpPr>
        <p:spPr>
          <a:xfrm>
            <a:off x="8267650" y="4971800"/>
            <a:ext cx="2330219" cy="540000"/>
          </a:xfrm>
          <a:prstGeom prst="roundRect">
            <a:avLst/>
          </a:prstGeom>
          <a:gradFill flip="none" rotWithShape="1">
            <a:gsLst>
              <a:gs pos="0">
                <a:schemeClr val="accent6"/>
              </a:gs>
              <a:gs pos="59000">
                <a:schemeClr val="accent6">
                  <a:lumMod val="75000"/>
                </a:schemeClr>
              </a:gs>
              <a:gs pos="100000">
                <a:schemeClr val="accent6">
                  <a:lumMod val="50000"/>
                </a:schemeClr>
              </a:gs>
            </a:gsLst>
            <a:lin ang="19200000" scaled="0"/>
            <a:tileRect/>
          </a:gradFill>
          <a:ln w="19050">
            <a:solidFill>
              <a:schemeClr val="bg1"/>
            </a:solidFill>
          </a:ln>
          <a:effectLst>
            <a:outerShdw blurRad="381000" dist="1270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rIns="108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1" i="0" u="none" strike="noStrike" kern="1200" cap="none" spc="0" normalizeH="0" baseline="0" noProof="0" dirty="0">
                <a:ln w="3175">
                  <a:noFill/>
                </a:ln>
                <a:solidFill>
                  <a:prstClr val="white"/>
                </a:solidFill>
                <a:effectLst>
                  <a:outerShdw blurRad="1270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Arial" panose="020B0604020202020204" pitchFamily="34" charset="0"/>
                <a:ea typeface="Open Sans Extrabold" panose="020B0906030804020204" pitchFamily="34" charset="0"/>
                <a:cs typeface="Arial" panose="020B0604020202020204" pitchFamily="34" charset="0"/>
              </a:rPr>
              <a:t>Explicação</a:t>
            </a:r>
          </a:p>
        </p:txBody>
      </p:sp>
    </p:spTree>
    <p:extLst>
      <p:ext uri="{BB962C8B-B14F-4D97-AF65-F5344CB8AC3E}">
        <p14:creationId xmlns:p14="http://schemas.microsoft.com/office/powerpoint/2010/main" val="3629353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ac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accel="5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accel="5000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accel="5000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accel="50000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2500"/>
                            </p:stCondLst>
                            <p:childTnLst>
                              <p:par>
                                <p:cTn id="38" presetID="1" presetClass="mediacall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cmd type="call" cmd="playFrom(0.0)">
                                      <p:cBhvr>
                                        <p:cTn id="39" dur="1" fill="hold"/>
                                        <p:tgtEl>
                                          <p:spTgt spid="3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40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41" dur="1" fill="hold"/>
                                        <p:tgtEl>
                                          <p:spTgt spid="3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4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8" presetClass="emph" presetSubtype="0" repeatCount="indefinite" autoRev="1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600000">
                                      <p:cBhvr>
                                        <p:cTn id="48" dur="1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6000"/>
                            </p:stCondLst>
                            <p:childTnLst>
                              <p:par>
                                <p:cTn id="5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08333E-6 -1.85185E-6 L 2.08333E-6 0.3206 " pathEditMode="relative" rAng="0" ptsTypes="AA">
                                      <p:cBhvr>
                                        <p:cTn id="56" dur="500" spd="-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601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6500"/>
                            </p:stCondLst>
                            <p:childTnLst>
                              <p:par>
                                <p:cTn id="58" presetID="6" presetClass="emph" presetSubtype="0" repeatCount="indefinite" autoRev="1" fill="hold" grpId="2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Scale>
                                      <p:cBhvr>
                                        <p:cTn id="59" dur="500" fill="hold"/>
                                        <p:tgtEl>
                                          <p:spTgt spid="23"/>
                                        </p:tgtEl>
                                      </p:cBhvr>
                                      <p:by x="90000" y="9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60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1" fill="hold">
                      <p:stCondLst>
                        <p:cond delay="0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9" presetClass="emph" presetSubtype="0" repeatCount="2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4" dur="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FF00"/>
                                      </p:to>
                                    </p:animClr>
                                    <p:animClr clrSpc="rgb" dir="cw">
                                      <p:cBhvr>
                                        <p:cTn id="65" dur="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FF00"/>
                                      </p:to>
                                    </p:animClr>
                                    <p:set>
                                      <p:cBhvr>
                                        <p:cTn id="66" dur="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7" dur="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3" presetClass="emph" presetSubtype="2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500"/>
                            </p:stCondLst>
                            <p:childTnLst>
                              <p:par>
                                <p:cTn id="71" presetID="1" presetClass="mediacall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cmd type="call" cmd="playFrom(0.0)">
                                      <p:cBhvr>
                                        <p:cTn id="72" dur="1" fill="hold"/>
                                        <p:tgtEl>
                                          <p:spTgt spid="3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seq concurrent="1" nextAc="seek">
              <p:cTn id="73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4" fill="hold">
                      <p:stCondLst>
                        <p:cond delay="0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9" presetClass="emph" presetSubtype="0" repeatCount="2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7" dur="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  <p:animClr clrSpc="rgb" dir="cw">
                                      <p:cBhvr>
                                        <p:cTn id="78" dur="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  <p:set>
                                      <p:cBhvr>
                                        <p:cTn id="79" dur="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0" dur="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3" presetClass="emph" presetSubtype="2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  <p:seq concurrent="1" nextAc="seek">
              <p:cTn id="83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4" fill="hold">
                      <p:stCondLst>
                        <p:cond delay="0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9" presetClass="emph" presetSubtype="0" repeatCount="2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7" dur="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  <p:animClr clrSpc="rgb" dir="cw">
                                      <p:cBhvr>
                                        <p:cTn id="88" dur="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  <p:set>
                                      <p:cBhvr>
                                        <p:cTn id="89" dur="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0" dur="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3" presetClass="emph" presetSubtype="2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93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4" fill="hold">
                      <p:stCondLst>
                        <p:cond delay="0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9" presetClass="emph" presetSubtype="0" repeatCount="2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7" dur="2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  <p:animClr clrSpc="rgb" dir="cw">
                                      <p:cBhvr>
                                        <p:cTn id="98" dur="2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  <p:set>
                                      <p:cBhvr>
                                        <p:cTn id="99" dur="2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0" dur="2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3" presetClass="emph" presetSubtype="2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  <p:audio>
              <p:cMediaNode vol="80000" numSld="999">
                <p:cTn id="103" fill="remove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5"/>
                </p:tgtEl>
              </p:cMediaNode>
            </p:audio>
            <p:audio>
              <p:cMediaNode vol="80000" numSld="999">
                <p:cTn id="104" fill="remove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7"/>
                </p:tgtEl>
              </p:cMediaNode>
            </p:audio>
            <p:audio>
              <p:cMediaNode vol="80000" numSld="999">
                <p:cTn id="105" fill="remove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8"/>
                </p:tgtEl>
              </p:cMediaNode>
            </p:audio>
          </p:childTnLst>
        </p:cTn>
      </p:par>
    </p:tnLst>
    <p:bldLst>
      <p:bldP spid="5" grpId="0" animBg="1"/>
      <p:bldP spid="5" grpId="1" animBg="1"/>
      <p:bldP spid="5" grpId="2" animBg="1"/>
      <p:bldP spid="8" grpId="0" animBg="1"/>
      <p:bldP spid="8" grpId="1" animBg="1"/>
      <p:bldP spid="8" grpId="2" animBg="1"/>
      <p:bldP spid="14" grpId="0" animBg="1"/>
      <p:bldP spid="14" grpId="1" animBg="1"/>
      <p:bldP spid="14" grpId="2" animBg="1"/>
      <p:bldP spid="11" grpId="0" animBg="1"/>
      <p:bldP spid="11" grpId="1" animBg="1"/>
      <p:bldP spid="11" grpId="2" animBg="1"/>
      <p:bldP spid="9" grpId="0" animBg="1"/>
      <p:bldP spid="12" grpId="0" animBg="1"/>
      <p:bldP spid="15" grpId="0" animBg="1"/>
      <p:bldP spid="16" grpId="0" animBg="1"/>
      <p:bldP spid="6" grpId="0" animBg="1"/>
      <p:bldP spid="23" grpId="0" animBg="1"/>
      <p:bldP spid="23" grpId="1" animBg="1"/>
      <p:bldP spid="23" grpId="2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FEC6C0-C7F5-DAFA-7A33-7C3CD5CF5C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Uma imagem contendo edifício, frente, mesa, homem&#10;&#10;Descrição gerada automaticamente">
            <a:extLst>
              <a:ext uri="{FF2B5EF4-FFF2-40B4-BE49-F238E27FC236}">
                <a16:creationId xmlns:a16="http://schemas.microsoft.com/office/drawing/2014/main" id="{B2E84CF7-6E39-1DAA-6B52-3C633EACC3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8A9BEB93-35C9-64BE-552E-CB944A4E9C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67000" y="914966"/>
            <a:ext cx="7707085" cy="3199834"/>
          </a:xfrm>
          <a:prstGeom prst="rect">
            <a:avLst/>
          </a:prstGeom>
        </p:spPr>
      </p:pic>
      <p:sp>
        <p:nvSpPr>
          <p:cNvPr id="28" name="Botaão Próxima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E807D155-73C4-81DA-71B9-9DF43ECA968C}"/>
              </a:ext>
            </a:extLst>
          </p:cNvPr>
          <p:cNvSpPr/>
          <p:nvPr/>
        </p:nvSpPr>
        <p:spPr>
          <a:xfrm>
            <a:off x="9711438" y="5673034"/>
            <a:ext cx="2330219" cy="540000"/>
          </a:xfrm>
          <a:prstGeom prst="roundRect">
            <a:avLst/>
          </a:prstGeom>
          <a:gradFill flip="none" rotWithShape="1">
            <a:gsLst>
              <a:gs pos="0">
                <a:schemeClr val="accent6"/>
              </a:gs>
              <a:gs pos="59000">
                <a:schemeClr val="accent6">
                  <a:lumMod val="75000"/>
                </a:schemeClr>
              </a:gs>
              <a:gs pos="100000">
                <a:schemeClr val="accent6">
                  <a:lumMod val="50000"/>
                </a:schemeClr>
              </a:gs>
            </a:gsLst>
            <a:lin ang="19200000" scaled="0"/>
            <a:tileRect/>
          </a:gradFill>
          <a:ln w="19050">
            <a:solidFill>
              <a:schemeClr val="bg1"/>
            </a:solidFill>
          </a:ln>
          <a:effectLst>
            <a:outerShdw blurRad="381000" dist="1270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rIns="108000" rtlCol="0" anchor="ctr"/>
          <a:lstStyle/>
          <a:p>
            <a:pPr algn="ctr"/>
            <a:r>
              <a:rPr lang="pt-BR" sz="1400" b="1">
                <a:ln w="3175">
                  <a:noFill/>
                </a:ln>
                <a:effectLst>
                  <a:outerShdw blurRad="1270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Arial" panose="020B0604020202020204" pitchFamily="34" charset="0"/>
                <a:ea typeface="Open Sans Extrabold" panose="020B0906030804020204" pitchFamily="34" charset="0"/>
                <a:cs typeface="Arial" panose="020B0604020202020204" pitchFamily="34" charset="0"/>
              </a:rPr>
              <a:t>PRÓXIMA PERGUNTA</a:t>
            </a:r>
          </a:p>
        </p:txBody>
      </p:sp>
    </p:spTree>
    <p:extLst>
      <p:ext uri="{BB962C8B-B14F-4D97-AF65-F5344CB8AC3E}">
        <p14:creationId xmlns:p14="http://schemas.microsoft.com/office/powerpoint/2010/main" val="22475588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11022E-16 -3.33333E-6 L 1.11022E-16 0.32061 " pathEditMode="relative" rAng="0" ptsTypes="AA">
                                      <p:cBhvr>
                                        <p:cTn id="11" dur="500" spd="-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601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6" presetClass="emph" presetSubtype="0" repeatCount="indefinite" autoRev="1" fill="hold" grpId="2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Scale>
                                      <p:cBhvr>
                                        <p:cTn id="14" dur="500" fill="hold"/>
                                        <p:tgtEl>
                                          <p:spTgt spid="28"/>
                                        </p:tgtEl>
                                      </p:cBhvr>
                                      <p:by x="90000" y="9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28" grpId="1" animBg="1"/>
      <p:bldP spid="28" grpId="2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Espaço Reservado para Imagem 24">
            <a:extLst>
              <a:ext uri="{FF2B5EF4-FFF2-40B4-BE49-F238E27FC236}">
                <a16:creationId xmlns:a16="http://schemas.microsoft.com/office/drawing/2014/main" id="{3DAC238B-8A65-D7F4-0C8E-8AC92CF2F412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2946" b="27884"/>
          <a:stretch/>
        </p:blipFill>
        <p:spPr>
          <a:xfrm>
            <a:off x="6096001" y="0"/>
            <a:ext cx="6096000" cy="6858000"/>
          </a:xfrm>
        </p:spPr>
      </p:pic>
      <p:sp>
        <p:nvSpPr>
          <p:cNvPr id="5" name="resposta4">
            <a:extLst>
              <a:ext uri="{FF2B5EF4-FFF2-40B4-BE49-F238E27FC236}">
                <a16:creationId xmlns:a16="http://schemas.microsoft.com/office/drawing/2014/main" id="{D8927D95-95B0-BA2F-1ECA-13CFCB685297}"/>
              </a:ext>
            </a:extLst>
          </p:cNvPr>
          <p:cNvSpPr/>
          <p:nvPr/>
        </p:nvSpPr>
        <p:spPr>
          <a:xfrm>
            <a:off x="417962" y="5148574"/>
            <a:ext cx="5220000" cy="540000"/>
          </a:xfrm>
          <a:prstGeom prst="roundRect">
            <a:avLst/>
          </a:prstGeom>
          <a:gradFill flip="none" rotWithShape="1">
            <a:gsLst>
              <a:gs pos="0">
                <a:srgbClr val="C40000"/>
              </a:gs>
              <a:gs pos="36000">
                <a:srgbClr val="9B0000"/>
              </a:gs>
              <a:gs pos="78000">
                <a:srgbClr val="640000"/>
              </a:gs>
            </a:gsLst>
            <a:lin ang="19200000" scaled="0"/>
            <a:tileRect/>
          </a:gradFill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76000" rIns="180000" rtlCol="0" anchor="ctr"/>
          <a:lstStyle/>
          <a:p>
            <a:r>
              <a:rPr lang="pt-BR" dirty="0">
                <a:ln w="3175">
                  <a:noFill/>
                </a:ln>
                <a:effectLst>
                  <a:outerShdw blurRad="1270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Arial" panose="020B0604020202020204" pitchFamily="34" charset="0"/>
                <a:ea typeface="Open Sans Extrabold" panose="020B0906030804020204" pitchFamily="34" charset="0"/>
                <a:cs typeface="Arial" panose="020B0604020202020204" pitchFamily="34" charset="0"/>
              </a:rPr>
              <a:t>Uma ponte estaiada em curva</a:t>
            </a:r>
          </a:p>
        </p:txBody>
      </p:sp>
      <p:sp>
        <p:nvSpPr>
          <p:cNvPr id="8" name="resposta1">
            <a:hlinkClick r:id="rId10" action="ppaction://hlinksldjump"/>
            <a:extLst>
              <a:ext uri="{FF2B5EF4-FFF2-40B4-BE49-F238E27FC236}">
                <a16:creationId xmlns:a16="http://schemas.microsoft.com/office/drawing/2014/main" id="{FA877B18-1F02-B31D-C4AE-EF93206C77D0}"/>
              </a:ext>
            </a:extLst>
          </p:cNvPr>
          <p:cNvSpPr/>
          <p:nvPr/>
        </p:nvSpPr>
        <p:spPr>
          <a:xfrm>
            <a:off x="417962" y="2845949"/>
            <a:ext cx="5220000" cy="540000"/>
          </a:xfrm>
          <a:prstGeom prst="roundRect">
            <a:avLst/>
          </a:prstGeom>
          <a:gradFill flip="none" rotWithShape="1">
            <a:gsLst>
              <a:gs pos="0">
                <a:srgbClr val="C40000"/>
              </a:gs>
              <a:gs pos="36000">
                <a:srgbClr val="9B0000"/>
              </a:gs>
              <a:gs pos="78000">
                <a:srgbClr val="640000"/>
              </a:gs>
            </a:gsLst>
            <a:lin ang="19200000" scaled="0"/>
            <a:tileRect/>
          </a:gradFill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76000" rIns="180000" rtlCol="0" anchor="ctr"/>
          <a:lstStyle/>
          <a:p>
            <a:r>
              <a:rPr lang="pt-BR" dirty="0">
                <a:ln w="3175">
                  <a:noFill/>
                </a:ln>
                <a:effectLst>
                  <a:outerShdw blurRad="1270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Arial" panose="020B0604020202020204" pitchFamily="34" charset="0"/>
                <a:ea typeface="Open Sans Extrabold" panose="020B0906030804020204" pitchFamily="34" charset="0"/>
                <a:cs typeface="Arial" panose="020B0604020202020204" pitchFamily="34" charset="0"/>
              </a:rPr>
              <a:t>Um túnel submerso</a:t>
            </a:r>
          </a:p>
        </p:txBody>
      </p:sp>
      <p:sp>
        <p:nvSpPr>
          <p:cNvPr id="14" name="resposta2">
            <a:hlinkClick r:id="rId11" action="ppaction://hlinksldjump"/>
            <a:extLst>
              <a:ext uri="{FF2B5EF4-FFF2-40B4-BE49-F238E27FC236}">
                <a16:creationId xmlns:a16="http://schemas.microsoft.com/office/drawing/2014/main" id="{EC367AE1-89B0-0178-D030-42EC51253F8A}"/>
              </a:ext>
            </a:extLst>
          </p:cNvPr>
          <p:cNvSpPr/>
          <p:nvPr/>
        </p:nvSpPr>
        <p:spPr>
          <a:xfrm>
            <a:off x="417962" y="3605537"/>
            <a:ext cx="5220000" cy="540000"/>
          </a:xfrm>
          <a:prstGeom prst="roundRect">
            <a:avLst/>
          </a:prstGeom>
          <a:gradFill flip="none" rotWithShape="1">
            <a:gsLst>
              <a:gs pos="0">
                <a:srgbClr val="C40000"/>
              </a:gs>
              <a:gs pos="36000">
                <a:srgbClr val="9B0000"/>
              </a:gs>
              <a:gs pos="78000">
                <a:srgbClr val="640000"/>
              </a:gs>
            </a:gsLst>
            <a:lin ang="19200000" scaled="0"/>
            <a:tileRect/>
          </a:gradFill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76000" rIns="180000" rtlCol="0" anchor="ctr"/>
          <a:lstStyle/>
          <a:p>
            <a:r>
              <a:rPr lang="pt-BR" dirty="0">
                <a:ln w="3175">
                  <a:noFill/>
                </a:ln>
                <a:effectLst>
                  <a:outerShdw blurRad="1270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Arial" panose="020B0604020202020204" pitchFamily="34" charset="0"/>
                <a:ea typeface="Open Sans Extrabold" panose="020B0906030804020204" pitchFamily="34" charset="0"/>
                <a:cs typeface="Arial" panose="020B0604020202020204" pitchFamily="34" charset="0"/>
              </a:rPr>
              <a:t>Um trilho Suspenso</a:t>
            </a:r>
          </a:p>
        </p:txBody>
      </p:sp>
      <p:sp>
        <p:nvSpPr>
          <p:cNvPr id="11" name="resposta3">
            <a:hlinkClick r:id="rId12" action="ppaction://hlinksldjump"/>
            <a:extLst>
              <a:ext uri="{FF2B5EF4-FFF2-40B4-BE49-F238E27FC236}">
                <a16:creationId xmlns:a16="http://schemas.microsoft.com/office/drawing/2014/main" id="{EF597833-8F93-94D6-572D-287CB24CA478}"/>
              </a:ext>
            </a:extLst>
          </p:cNvPr>
          <p:cNvSpPr/>
          <p:nvPr/>
        </p:nvSpPr>
        <p:spPr>
          <a:xfrm>
            <a:off x="417962" y="4371701"/>
            <a:ext cx="5220000" cy="540000"/>
          </a:xfrm>
          <a:prstGeom prst="roundRect">
            <a:avLst/>
          </a:prstGeom>
          <a:gradFill flip="none" rotWithShape="1">
            <a:gsLst>
              <a:gs pos="0">
                <a:srgbClr val="C40000"/>
              </a:gs>
              <a:gs pos="36000">
                <a:srgbClr val="9B0000"/>
              </a:gs>
              <a:gs pos="78000">
                <a:srgbClr val="640000"/>
              </a:gs>
            </a:gsLst>
            <a:lin ang="19200000" scaled="0"/>
            <a:tileRect/>
          </a:gradFill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76000" rIns="180000" rtlCol="0" anchor="ctr"/>
          <a:lstStyle/>
          <a:p>
            <a:r>
              <a:rPr lang="pt-BR" dirty="0">
                <a:ln w="3175">
                  <a:noFill/>
                </a:ln>
                <a:effectLst>
                  <a:outerShdw blurRad="1270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Arial" panose="020B0604020202020204" pitchFamily="34" charset="0"/>
                <a:ea typeface="Open Sans Extrabold" panose="020B0906030804020204" pitchFamily="34" charset="0"/>
                <a:cs typeface="Arial" panose="020B0604020202020204" pitchFamily="34" charset="0"/>
              </a:rPr>
              <a:t>Um viaduto de dois andares</a:t>
            </a:r>
          </a:p>
        </p:txBody>
      </p:sp>
      <p:sp>
        <p:nvSpPr>
          <p:cNvPr id="9" name="tag2">
            <a:extLst>
              <a:ext uri="{FF2B5EF4-FFF2-40B4-BE49-F238E27FC236}">
                <a16:creationId xmlns:a16="http://schemas.microsoft.com/office/drawing/2014/main" id="{35450299-ED4F-C379-D072-B45CD1371CEC}"/>
              </a:ext>
            </a:extLst>
          </p:cNvPr>
          <p:cNvSpPr/>
          <p:nvPr/>
        </p:nvSpPr>
        <p:spPr>
          <a:xfrm>
            <a:off x="521986" y="3674430"/>
            <a:ext cx="396000" cy="396000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innerShdw blurRad="76200">
              <a:prstClr val="black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400" b="1">
                <a:solidFill>
                  <a:srgbClr val="3333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12" name="tag3">
            <a:extLst>
              <a:ext uri="{FF2B5EF4-FFF2-40B4-BE49-F238E27FC236}">
                <a16:creationId xmlns:a16="http://schemas.microsoft.com/office/drawing/2014/main" id="{E2F00987-29C4-7085-9E54-4EB47B7D98A5}"/>
              </a:ext>
            </a:extLst>
          </p:cNvPr>
          <p:cNvSpPr/>
          <p:nvPr/>
        </p:nvSpPr>
        <p:spPr>
          <a:xfrm>
            <a:off x="521986" y="4441343"/>
            <a:ext cx="396000" cy="396000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innerShdw blurRad="76200">
              <a:prstClr val="black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400" b="1">
                <a:solidFill>
                  <a:srgbClr val="3333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15" name="tag4">
            <a:extLst>
              <a:ext uri="{FF2B5EF4-FFF2-40B4-BE49-F238E27FC236}">
                <a16:creationId xmlns:a16="http://schemas.microsoft.com/office/drawing/2014/main" id="{5C1AFDDC-FE2D-1311-F315-A47975467FFA}"/>
              </a:ext>
            </a:extLst>
          </p:cNvPr>
          <p:cNvSpPr/>
          <p:nvPr/>
        </p:nvSpPr>
        <p:spPr>
          <a:xfrm>
            <a:off x="521986" y="5209864"/>
            <a:ext cx="396000" cy="396000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innerShdw blurRad="76200">
              <a:prstClr val="black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400" b="1">
                <a:solidFill>
                  <a:srgbClr val="3333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sp>
        <p:nvSpPr>
          <p:cNvPr id="16" name="pergunta">
            <a:extLst>
              <a:ext uri="{FF2B5EF4-FFF2-40B4-BE49-F238E27FC236}">
                <a16:creationId xmlns:a16="http://schemas.microsoft.com/office/drawing/2014/main" id="{5C85B2F6-BC68-3DD9-F93D-A8A8110BC8EC}"/>
              </a:ext>
            </a:extLst>
          </p:cNvPr>
          <p:cNvSpPr/>
          <p:nvPr/>
        </p:nvSpPr>
        <p:spPr>
          <a:xfrm>
            <a:off x="-410817" y="1442277"/>
            <a:ext cx="6785113" cy="1152000"/>
          </a:xfrm>
          <a:prstGeom prst="roundRect">
            <a:avLst/>
          </a:prstGeom>
          <a:gradFill flip="none" rotWithShape="1">
            <a:gsLst>
              <a:gs pos="0">
                <a:srgbClr val="C40000"/>
              </a:gs>
              <a:gs pos="59000">
                <a:srgbClr val="9B0000"/>
              </a:gs>
              <a:gs pos="100000">
                <a:srgbClr val="640000"/>
              </a:gs>
            </a:gsLst>
            <a:lin ang="19200000" scaled="0"/>
            <a:tileRect/>
          </a:gradFill>
          <a:ln w="31750">
            <a:solidFill>
              <a:schemeClr val="bg1"/>
            </a:solidFill>
          </a:ln>
          <a:effectLst>
            <a:outerShdw blurRad="381000" dist="1270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8000" rIns="180000" rtlCol="0" anchor="ctr"/>
          <a:lstStyle/>
          <a:p>
            <a:r>
              <a:rPr lang="pt-BR" sz="2000" b="1" dirty="0">
                <a:ln w="3175">
                  <a:noFill/>
                </a:ln>
                <a:effectLst>
                  <a:outerShdw blurRad="1270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Open Sans Extrabold" panose="020B0906030804020204" pitchFamily="34" charset="0"/>
                <a:cs typeface="Arial" panose="020B0604020202020204" pitchFamily="34" charset="0"/>
              </a:rPr>
              <a:t>O Expresso Aeroporto passa por uma estrutura única no Brasil. Qual é ela?</a:t>
            </a:r>
          </a:p>
        </p:txBody>
      </p:sp>
      <p:pic>
        <p:nvPicPr>
          <p:cNvPr id="35" name="CERTA A RESPOSTA">
            <a:hlinkClick r:id="" action="ppaction://media"/>
            <a:extLst>
              <a:ext uri="{FF2B5EF4-FFF2-40B4-BE49-F238E27FC236}">
                <a16:creationId xmlns:a16="http://schemas.microsoft.com/office/drawing/2014/main" id="{CF86B15D-1E94-24C3-2726-F3E1640A9E1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3"/>
          <a:stretch>
            <a:fillRect/>
          </a:stretch>
        </p:blipFill>
        <p:spPr>
          <a:xfrm>
            <a:off x="12451038" y="4365625"/>
            <a:ext cx="509587" cy="509588"/>
          </a:xfrm>
          <a:prstGeom prst="rect">
            <a:avLst/>
          </a:prstGeom>
        </p:spPr>
      </p:pic>
      <p:pic>
        <p:nvPicPr>
          <p:cNvPr id="37" name="QUAL É A RESPOSTA CERTA">
            <a:hlinkClick r:id="" action="ppaction://media"/>
            <a:extLst>
              <a:ext uri="{FF2B5EF4-FFF2-40B4-BE49-F238E27FC236}">
                <a16:creationId xmlns:a16="http://schemas.microsoft.com/office/drawing/2014/main" id="{ADF2E76B-AC30-C8C0-8F60-C23C62892178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3"/>
          <a:stretch>
            <a:fillRect/>
          </a:stretch>
        </p:blipFill>
        <p:spPr>
          <a:xfrm>
            <a:off x="12451038" y="1091406"/>
            <a:ext cx="509587" cy="509587"/>
          </a:xfrm>
          <a:prstGeom prst="rect">
            <a:avLst/>
          </a:prstGeom>
        </p:spPr>
      </p:pic>
      <p:pic>
        <p:nvPicPr>
          <p:cNvPr id="38" name="PRÓXIMA PERGUNTA">
            <a:hlinkClick r:id="" action="ppaction://media"/>
            <a:extLst>
              <a:ext uri="{FF2B5EF4-FFF2-40B4-BE49-F238E27FC236}">
                <a16:creationId xmlns:a16="http://schemas.microsoft.com/office/drawing/2014/main" id="{D03ECEAE-95FB-7C0C-79F8-755EFA8492AC}"/>
              </a:ext>
            </a:extLst>
          </p:cNvPr>
          <p:cNvPicPr>
            <a:picLocks noChangeAspect="1"/>
          </p:cNvPicPr>
          <p:nvPr>
            <a:audioFile r:link="rId5"/>
            <p:extLst>
              <p:ext uri="{DAA4B4D4-6D71-4841-9C94-3DE7FCFB9230}">
                <p14:media xmlns:p14="http://schemas.microsoft.com/office/powerpoint/2010/main" r:embed="rId6">
                  <p14:trim end="126"/>
                </p14:media>
              </p:ext>
            </p:extLst>
          </p:nvPr>
        </p:nvPicPr>
        <p:blipFill>
          <a:blip r:embed="rId13"/>
          <a:stretch>
            <a:fillRect/>
          </a:stretch>
        </p:blipFill>
        <p:spPr>
          <a:xfrm>
            <a:off x="12451037" y="5511800"/>
            <a:ext cx="509587" cy="509587"/>
          </a:xfrm>
          <a:prstGeom prst="rect">
            <a:avLst/>
          </a:prstGeom>
        </p:spPr>
      </p:pic>
      <p:sp>
        <p:nvSpPr>
          <p:cNvPr id="6" name="tag1">
            <a:extLst>
              <a:ext uri="{FF2B5EF4-FFF2-40B4-BE49-F238E27FC236}">
                <a16:creationId xmlns:a16="http://schemas.microsoft.com/office/drawing/2014/main" id="{A3F6047F-9EEE-EF53-82CD-FFFE9EA2EFEF}"/>
              </a:ext>
            </a:extLst>
          </p:cNvPr>
          <p:cNvSpPr/>
          <p:nvPr/>
        </p:nvSpPr>
        <p:spPr>
          <a:xfrm>
            <a:off x="521986" y="2907989"/>
            <a:ext cx="396000" cy="396000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innerShdw blurRad="76200">
              <a:prstClr val="black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400" b="1">
                <a:solidFill>
                  <a:srgbClr val="3333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pic>
        <p:nvPicPr>
          <p:cNvPr id="22" name="!!logodomilhao">
            <a:extLst>
              <a:ext uri="{FF2B5EF4-FFF2-40B4-BE49-F238E27FC236}">
                <a16:creationId xmlns:a16="http://schemas.microsoft.com/office/drawing/2014/main" id="{E6B7ED74-B05E-C321-3FB1-3CC5B8F490EF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632282" y="0"/>
            <a:ext cx="1378078" cy="1480128"/>
          </a:xfrm>
          <a:prstGeom prst="rect">
            <a:avLst/>
          </a:prstGeom>
          <a:effectLst>
            <a:softEdge rad="25400"/>
          </a:effectLst>
        </p:spPr>
      </p:pic>
      <p:sp>
        <p:nvSpPr>
          <p:cNvPr id="23" name="Botaão Próxima">
            <a:hlinkClick r:id="rId15" action="ppaction://hlinksldjump"/>
            <a:extLst>
              <a:ext uri="{FF2B5EF4-FFF2-40B4-BE49-F238E27FC236}">
                <a16:creationId xmlns:a16="http://schemas.microsoft.com/office/drawing/2014/main" id="{59361B59-33FA-7B1D-9763-AEF6621387A9}"/>
              </a:ext>
            </a:extLst>
          </p:cNvPr>
          <p:cNvSpPr/>
          <p:nvPr/>
        </p:nvSpPr>
        <p:spPr>
          <a:xfrm>
            <a:off x="8075144" y="5137864"/>
            <a:ext cx="2330219" cy="540000"/>
          </a:xfrm>
          <a:prstGeom prst="roundRect">
            <a:avLst/>
          </a:prstGeom>
          <a:gradFill flip="none" rotWithShape="1">
            <a:gsLst>
              <a:gs pos="0">
                <a:schemeClr val="accent6"/>
              </a:gs>
              <a:gs pos="59000">
                <a:schemeClr val="accent6">
                  <a:lumMod val="75000"/>
                </a:schemeClr>
              </a:gs>
              <a:gs pos="100000">
                <a:schemeClr val="accent6">
                  <a:lumMod val="50000"/>
                </a:schemeClr>
              </a:gs>
            </a:gsLst>
            <a:lin ang="19200000" scaled="0"/>
            <a:tileRect/>
          </a:gradFill>
          <a:ln w="19050">
            <a:solidFill>
              <a:schemeClr val="bg1"/>
            </a:solidFill>
          </a:ln>
          <a:effectLst>
            <a:outerShdw blurRad="381000" dist="1270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rIns="108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1" i="0" u="none" strike="noStrike" kern="1200" cap="none" spc="0" normalizeH="0" baseline="0" noProof="0" dirty="0">
                <a:ln w="3175">
                  <a:noFill/>
                </a:ln>
                <a:solidFill>
                  <a:prstClr val="white"/>
                </a:solidFill>
                <a:effectLst>
                  <a:outerShdw blurRad="1270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Arial" panose="020B0604020202020204" pitchFamily="34" charset="0"/>
                <a:ea typeface="Open Sans Extrabold" panose="020B0906030804020204" pitchFamily="34" charset="0"/>
                <a:cs typeface="Arial" panose="020B0604020202020204" pitchFamily="34" charset="0"/>
              </a:rPr>
              <a:t>Explicação</a:t>
            </a:r>
          </a:p>
        </p:txBody>
      </p:sp>
    </p:spTree>
    <p:extLst>
      <p:ext uri="{BB962C8B-B14F-4D97-AF65-F5344CB8AC3E}">
        <p14:creationId xmlns:p14="http://schemas.microsoft.com/office/powerpoint/2010/main" val="41565711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ac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accel="5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accel="5000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accel="5000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accel="50000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2500"/>
                            </p:stCondLst>
                            <p:childTnLst>
                              <p:par>
                                <p:cTn id="38" presetID="1" presetClass="mediacall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cmd type="call" cmd="playFrom(0.0)">
                                      <p:cBhvr>
                                        <p:cTn id="39" dur="1" fill="hold"/>
                                        <p:tgtEl>
                                          <p:spTgt spid="3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40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41" dur="1" fill="hold"/>
                                        <p:tgtEl>
                                          <p:spTgt spid="3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4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8" presetClass="emph" presetSubtype="0" repeatCount="indefinite" autoRev="1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600000">
                                      <p:cBhvr>
                                        <p:cTn id="48" dur="1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6000"/>
                            </p:stCondLst>
                            <p:childTnLst>
                              <p:par>
                                <p:cTn id="5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0833E-6 4.07407E-6 L -2.70833E-6 0.3206 " pathEditMode="relative" rAng="0" ptsTypes="AA">
                                      <p:cBhvr>
                                        <p:cTn id="56" dur="500" spd="-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601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6500"/>
                            </p:stCondLst>
                            <p:childTnLst>
                              <p:par>
                                <p:cTn id="58" presetID="6" presetClass="emph" presetSubtype="0" repeatCount="indefinite" autoRev="1" fill="hold" grpId="2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Scale>
                                      <p:cBhvr>
                                        <p:cTn id="59" dur="500" fill="hold"/>
                                        <p:tgtEl>
                                          <p:spTgt spid="23"/>
                                        </p:tgtEl>
                                      </p:cBhvr>
                                      <p:by x="90000" y="9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60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1" fill="hold">
                      <p:stCondLst>
                        <p:cond delay="0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9" presetClass="emph" presetSubtype="0" repeatCount="2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4" dur="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FF00"/>
                                      </p:to>
                                    </p:animClr>
                                    <p:animClr clrSpc="rgb" dir="cw">
                                      <p:cBhvr>
                                        <p:cTn id="65" dur="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FF00"/>
                                      </p:to>
                                    </p:animClr>
                                    <p:set>
                                      <p:cBhvr>
                                        <p:cTn id="66" dur="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7" dur="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3" presetClass="emph" presetSubtype="2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500"/>
                            </p:stCondLst>
                            <p:childTnLst>
                              <p:par>
                                <p:cTn id="71" presetID="1" presetClass="mediacall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cmd type="call" cmd="playFrom(0.0)">
                                      <p:cBhvr>
                                        <p:cTn id="72" dur="1" fill="hold"/>
                                        <p:tgtEl>
                                          <p:spTgt spid="3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seq concurrent="1" nextAc="seek">
              <p:cTn id="73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4" fill="hold">
                      <p:stCondLst>
                        <p:cond delay="0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9" presetClass="emph" presetSubtype="0" repeatCount="2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7" dur="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  <p:animClr clrSpc="rgb" dir="cw">
                                      <p:cBhvr>
                                        <p:cTn id="78" dur="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  <p:set>
                                      <p:cBhvr>
                                        <p:cTn id="79" dur="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0" dur="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3" presetClass="emph" presetSubtype="2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  <p:seq concurrent="1" nextAc="seek">
              <p:cTn id="83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4" fill="hold">
                      <p:stCondLst>
                        <p:cond delay="0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9" presetClass="emph" presetSubtype="0" repeatCount="2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7" dur="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  <p:animClr clrSpc="rgb" dir="cw">
                                      <p:cBhvr>
                                        <p:cTn id="88" dur="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  <p:set>
                                      <p:cBhvr>
                                        <p:cTn id="89" dur="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0" dur="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3" presetClass="emph" presetSubtype="2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93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4" fill="hold">
                      <p:stCondLst>
                        <p:cond delay="0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9" presetClass="emph" presetSubtype="0" repeatCount="2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7" dur="2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  <p:animClr clrSpc="rgb" dir="cw">
                                      <p:cBhvr>
                                        <p:cTn id="98" dur="2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  <p:set>
                                      <p:cBhvr>
                                        <p:cTn id="99" dur="2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0" dur="2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3" presetClass="emph" presetSubtype="2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  <p:audio>
              <p:cMediaNode vol="80000" numSld="999">
                <p:cTn id="103" fill="remove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5"/>
                </p:tgtEl>
              </p:cMediaNode>
            </p:audio>
            <p:audio>
              <p:cMediaNode vol="80000" numSld="999">
                <p:cTn id="104" fill="remove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7"/>
                </p:tgtEl>
              </p:cMediaNode>
            </p:audio>
            <p:audio>
              <p:cMediaNode vol="80000" numSld="999">
                <p:cTn id="105" fill="remove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8"/>
                </p:tgtEl>
              </p:cMediaNode>
            </p:audio>
          </p:childTnLst>
        </p:cTn>
      </p:par>
    </p:tnLst>
    <p:bldLst>
      <p:bldP spid="5" grpId="0" animBg="1"/>
      <p:bldP spid="5" grpId="1" animBg="1"/>
      <p:bldP spid="5" grpId="2" animBg="1"/>
      <p:bldP spid="8" grpId="0" animBg="1"/>
      <p:bldP spid="8" grpId="1" animBg="1"/>
      <p:bldP spid="8" grpId="2" animBg="1"/>
      <p:bldP spid="14" grpId="0" animBg="1"/>
      <p:bldP spid="14" grpId="1" animBg="1"/>
      <p:bldP spid="14" grpId="2" animBg="1"/>
      <p:bldP spid="11" grpId="0" animBg="1"/>
      <p:bldP spid="11" grpId="1" animBg="1"/>
      <p:bldP spid="11" grpId="2" animBg="1"/>
      <p:bldP spid="9" grpId="0" animBg="1"/>
      <p:bldP spid="12" grpId="0" animBg="1"/>
      <p:bldP spid="15" grpId="0" animBg="1"/>
      <p:bldP spid="16" grpId="0" animBg="1"/>
      <p:bldP spid="6" grpId="0" animBg="1"/>
      <p:bldP spid="23" grpId="0" animBg="1"/>
      <p:bldP spid="23" grpId="1" animBg="1"/>
      <p:bldP spid="23" grpId="2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81D77F-7371-6EA9-CA75-CF220448C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Uma imagem contendo edifício, rampa, homem, fazendo&#10;&#10;Descrição gerada automaticamente">
            <a:hlinkClick r:id="rId3" action="ppaction://hlinksldjump"/>
            <a:extLst>
              <a:ext uri="{FF2B5EF4-FFF2-40B4-BE49-F238E27FC236}">
                <a16:creationId xmlns:a16="http://schemas.microsoft.com/office/drawing/2014/main" id="{D8737D6C-D69F-1F20-226B-D6D74A504D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0C75ED37-A9B5-FC01-CB62-B3BC563F54B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187378" y="1514168"/>
            <a:ext cx="6681918" cy="3215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86992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C00000"/>
            </a:gs>
            <a:gs pos="100000">
              <a:schemeClr val="tx1">
                <a:lumMod val="85000"/>
                <a:lumOff val="15000"/>
              </a:schemeClr>
            </a:gs>
          </a:gsLst>
          <a:lin ang="81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7">
            <a:extLst>
              <a:ext uri="{FF2B5EF4-FFF2-40B4-BE49-F238E27FC236}">
                <a16:creationId xmlns:a16="http://schemas.microsoft.com/office/drawing/2014/main" id="{AF47984B-59F1-7176-A115-158B29114E0E}"/>
              </a:ext>
            </a:extLst>
          </p:cNvPr>
          <p:cNvSpPr txBox="1"/>
          <p:nvPr/>
        </p:nvSpPr>
        <p:spPr>
          <a:xfrm>
            <a:off x="8746332" y="-11965950"/>
            <a:ext cx="1005403" cy="16342935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9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8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7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5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4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3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2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1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</p:txBody>
      </p:sp>
      <p:sp>
        <p:nvSpPr>
          <p:cNvPr id="8" name="N6">
            <a:extLst>
              <a:ext uri="{FF2B5EF4-FFF2-40B4-BE49-F238E27FC236}">
                <a16:creationId xmlns:a16="http://schemas.microsoft.com/office/drawing/2014/main" id="{FE3BD9AB-7F50-A4B5-5F53-70354EF481F4}"/>
              </a:ext>
            </a:extLst>
          </p:cNvPr>
          <p:cNvSpPr txBox="1"/>
          <p:nvPr/>
        </p:nvSpPr>
        <p:spPr>
          <a:xfrm>
            <a:off x="7805114" y="2671817"/>
            <a:ext cx="1005403" cy="16342935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9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8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7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5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4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3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2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1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</p:txBody>
      </p:sp>
      <p:sp>
        <p:nvSpPr>
          <p:cNvPr id="7" name="N5">
            <a:extLst>
              <a:ext uri="{FF2B5EF4-FFF2-40B4-BE49-F238E27FC236}">
                <a16:creationId xmlns:a16="http://schemas.microsoft.com/office/drawing/2014/main" id="{D60E20A6-40DE-61FF-BC52-780641776D60}"/>
              </a:ext>
            </a:extLst>
          </p:cNvPr>
          <p:cNvSpPr txBox="1"/>
          <p:nvPr/>
        </p:nvSpPr>
        <p:spPr>
          <a:xfrm>
            <a:off x="6863896" y="-11965950"/>
            <a:ext cx="1005403" cy="16342935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9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8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7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5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4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3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2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1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</p:txBody>
      </p:sp>
      <p:sp>
        <p:nvSpPr>
          <p:cNvPr id="6" name="N4">
            <a:extLst>
              <a:ext uri="{FF2B5EF4-FFF2-40B4-BE49-F238E27FC236}">
                <a16:creationId xmlns:a16="http://schemas.microsoft.com/office/drawing/2014/main" id="{B55EA620-A448-2ACD-AF8D-A6933BC4F87F}"/>
              </a:ext>
            </a:extLst>
          </p:cNvPr>
          <p:cNvSpPr txBox="1"/>
          <p:nvPr/>
        </p:nvSpPr>
        <p:spPr>
          <a:xfrm>
            <a:off x="5546009" y="2671817"/>
            <a:ext cx="1005403" cy="16342935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9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8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7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5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4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3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2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1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</p:txBody>
      </p:sp>
      <p:sp>
        <p:nvSpPr>
          <p:cNvPr id="5" name="N3">
            <a:extLst>
              <a:ext uri="{FF2B5EF4-FFF2-40B4-BE49-F238E27FC236}">
                <a16:creationId xmlns:a16="http://schemas.microsoft.com/office/drawing/2014/main" id="{EAC23BB9-25AA-23D1-BBA8-4E96A8121B22}"/>
              </a:ext>
            </a:extLst>
          </p:cNvPr>
          <p:cNvSpPr txBox="1"/>
          <p:nvPr/>
        </p:nvSpPr>
        <p:spPr>
          <a:xfrm>
            <a:off x="4604791" y="-11965950"/>
            <a:ext cx="1005403" cy="16342935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9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8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7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5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4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3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2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1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</p:txBody>
      </p:sp>
      <p:sp>
        <p:nvSpPr>
          <p:cNvPr id="4" name="N2">
            <a:extLst>
              <a:ext uri="{FF2B5EF4-FFF2-40B4-BE49-F238E27FC236}">
                <a16:creationId xmlns:a16="http://schemas.microsoft.com/office/drawing/2014/main" id="{95EF8A55-2A5D-C739-62DE-9F54AB9D7812}"/>
              </a:ext>
            </a:extLst>
          </p:cNvPr>
          <p:cNvSpPr txBox="1"/>
          <p:nvPr/>
        </p:nvSpPr>
        <p:spPr>
          <a:xfrm>
            <a:off x="3663573" y="2671817"/>
            <a:ext cx="1005403" cy="16342935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9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8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7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5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4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3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2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1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</p:txBody>
      </p:sp>
      <p:sp>
        <p:nvSpPr>
          <p:cNvPr id="3" name="N1">
            <a:extLst>
              <a:ext uri="{FF2B5EF4-FFF2-40B4-BE49-F238E27FC236}">
                <a16:creationId xmlns:a16="http://schemas.microsoft.com/office/drawing/2014/main" id="{321860B9-DC15-351B-F334-054EAF2E4D85}"/>
              </a:ext>
            </a:extLst>
          </p:cNvPr>
          <p:cNvSpPr txBox="1"/>
          <p:nvPr/>
        </p:nvSpPr>
        <p:spPr>
          <a:xfrm>
            <a:off x="2446833" y="-11965950"/>
            <a:ext cx="1005403" cy="16342935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9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8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7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5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4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3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2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1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</p:txBody>
      </p:sp>
      <p:grpSp>
        <p:nvGrpSpPr>
          <p:cNvPr id="34" name="!!mascara">
            <a:extLst>
              <a:ext uri="{FF2B5EF4-FFF2-40B4-BE49-F238E27FC236}">
                <a16:creationId xmlns:a16="http://schemas.microsoft.com/office/drawing/2014/main" id="{C287DD8F-17E0-D7CA-89A4-3F01919A018C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 useBgFill="1">
          <p:nvSpPr>
            <p:cNvPr id="9" name="Forma Livre: Forma 8">
              <a:extLst>
                <a:ext uri="{FF2B5EF4-FFF2-40B4-BE49-F238E27FC236}">
                  <a16:creationId xmlns:a16="http://schemas.microsoft.com/office/drawing/2014/main" id="{43DD7F38-D131-0688-54CD-A4DDB6A95DE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0"/>
              <a:ext cx="12192000" cy="6858000"/>
            </a:xfrm>
            <a:custGeom>
              <a:avLst/>
              <a:gdLst>
                <a:gd name="connsiteX0" fmla="*/ 2566220 w 12192000"/>
                <a:gd name="connsiteY0" fmla="*/ 2632290 h 6858000"/>
                <a:gd name="connsiteX1" fmla="*/ 2322443 w 12192000"/>
                <a:gd name="connsiteY1" fmla="*/ 2876067 h 6858000"/>
                <a:gd name="connsiteX2" fmla="*/ 2322443 w 12192000"/>
                <a:gd name="connsiteY2" fmla="*/ 3851145 h 6858000"/>
                <a:gd name="connsiteX3" fmla="*/ 2566220 w 12192000"/>
                <a:gd name="connsiteY3" fmla="*/ 4094922 h 6858000"/>
                <a:gd name="connsiteX4" fmla="*/ 9625780 w 12192000"/>
                <a:gd name="connsiteY4" fmla="*/ 4094922 h 6858000"/>
                <a:gd name="connsiteX5" fmla="*/ 9869557 w 12192000"/>
                <a:gd name="connsiteY5" fmla="*/ 3851145 h 6858000"/>
                <a:gd name="connsiteX6" fmla="*/ 9869557 w 12192000"/>
                <a:gd name="connsiteY6" fmla="*/ 2876067 h 6858000"/>
                <a:gd name="connsiteX7" fmla="*/ 9625780 w 12192000"/>
                <a:gd name="connsiteY7" fmla="*/ 2632290 h 6858000"/>
                <a:gd name="connsiteX8" fmla="*/ 0 w 12192000"/>
                <a:gd name="connsiteY8" fmla="*/ 0 h 6858000"/>
                <a:gd name="connsiteX9" fmla="*/ 12192000 w 12192000"/>
                <a:gd name="connsiteY9" fmla="*/ 0 h 6858000"/>
                <a:gd name="connsiteX10" fmla="*/ 12192000 w 12192000"/>
                <a:gd name="connsiteY10" fmla="*/ 6858000 h 6858000"/>
                <a:gd name="connsiteX11" fmla="*/ 0 w 12192000"/>
                <a:gd name="connsiteY11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192000" h="6858000">
                  <a:moveTo>
                    <a:pt x="2566220" y="2632290"/>
                  </a:moveTo>
                  <a:cubicBezTo>
                    <a:pt x="2431586" y="2632290"/>
                    <a:pt x="2322443" y="2741433"/>
                    <a:pt x="2322443" y="2876067"/>
                  </a:cubicBezTo>
                  <a:lnTo>
                    <a:pt x="2322443" y="3851145"/>
                  </a:lnTo>
                  <a:cubicBezTo>
                    <a:pt x="2322443" y="3985779"/>
                    <a:pt x="2431586" y="4094922"/>
                    <a:pt x="2566220" y="4094922"/>
                  </a:cubicBezTo>
                  <a:lnTo>
                    <a:pt x="9625780" y="4094922"/>
                  </a:lnTo>
                  <a:cubicBezTo>
                    <a:pt x="9760414" y="4094922"/>
                    <a:pt x="9869557" y="3985779"/>
                    <a:pt x="9869557" y="3851145"/>
                  </a:cubicBezTo>
                  <a:lnTo>
                    <a:pt x="9869557" y="2876067"/>
                  </a:lnTo>
                  <a:cubicBezTo>
                    <a:pt x="9869557" y="2741433"/>
                    <a:pt x="9760414" y="2632290"/>
                    <a:pt x="9625780" y="2632290"/>
                  </a:cubicBezTo>
                  <a:close/>
                  <a:moveTo>
                    <a:pt x="0" y="0"/>
                  </a:moveTo>
                  <a:lnTo>
                    <a:pt x="12192000" y="0"/>
                  </a:lnTo>
                  <a:lnTo>
                    <a:pt x="12192000" y="6858000"/>
                  </a:lnTo>
                  <a:lnTo>
                    <a:pt x="0" y="6858000"/>
                  </a:lnTo>
                  <a:close/>
                </a:path>
              </a:pathLst>
            </a:custGeom>
            <a:ln>
              <a:noFill/>
            </a:ln>
            <a:effectLst>
              <a:outerShdw blurRad="3810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0" name="CaixaDeTexto 9">
              <a:extLst>
                <a:ext uri="{FF2B5EF4-FFF2-40B4-BE49-F238E27FC236}">
                  <a16:creationId xmlns:a16="http://schemas.microsoft.com/office/drawing/2014/main" id="{4014AAB1-279C-87A1-6A54-69E5927AF183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40326" y="330615"/>
              <a:ext cx="11111348" cy="985530"/>
            </a:xfrm>
            <a:prstGeom prst="roundRect">
              <a:avLst>
                <a:gd name="adj" fmla="val 26924"/>
              </a:avLst>
            </a:prstGeom>
            <a:solidFill>
              <a:srgbClr val="FFC000"/>
            </a:solidFill>
            <a:ln w="19050">
              <a:noFill/>
            </a:ln>
            <a:effectLst>
              <a:outerShdw blurRad="635000" dist="2540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 anchorCtr="1"/>
            <a:lstStyle>
              <a:defPPr>
                <a:defRPr lang="pt-BR"/>
              </a:defPPr>
              <a:lvl1pPr algn="ctr">
                <a:defRPr b="1">
                  <a:ln w="3175">
                    <a:noFill/>
                  </a:ln>
                  <a:solidFill>
                    <a:srgbClr val="FF0000"/>
                  </a:solidFill>
                  <a:latin typeface="Arial Narrow" panose="020B0606020202030204" pitchFamily="34" charset="0"/>
                  <a:ea typeface="Open Sans Extrabold" panose="020B0906030804020204" pitchFamily="34" charset="0"/>
                  <a:cs typeface="Arial" panose="020B0604020202020204" pitchFamily="34" charset="0"/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4400" b="1" i="0" u="none" strike="noStrike" kern="1200" cap="none" spc="600" normalizeH="0" baseline="0" noProof="0">
                  <a:ln w="3175"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Open Sans Extrabold" panose="020B0906030804020204" pitchFamily="34" charset="0"/>
                  <a:cs typeface="Arial" panose="020B0604020202020204" pitchFamily="34" charset="0"/>
                </a:rPr>
                <a:t>VOCÊ ERROU!</a:t>
              </a:r>
            </a:p>
          </p:txBody>
        </p:sp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6893B8BF-F8F5-DB56-E87C-8ED5CBA7FCB6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226072" y="2180704"/>
              <a:ext cx="206883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24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Arial" panose="020B0604020202020204" pitchFamily="34" charset="0"/>
                </a:rPr>
                <a:t>Você ganhou:</a:t>
              </a:r>
            </a:p>
          </p:txBody>
        </p:sp>
        <p:sp>
          <p:nvSpPr>
            <p:cNvPr id="12" name="CaixaDeTexto 11">
              <a:extLst>
                <a:ext uri="{FF2B5EF4-FFF2-40B4-BE49-F238E27FC236}">
                  <a16:creationId xmlns:a16="http://schemas.microsoft.com/office/drawing/2014/main" id="{E77C9F72-334E-862C-ACF5-323EF2E8C72C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667254" y="2555761"/>
              <a:ext cx="64472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28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R$</a:t>
              </a:r>
            </a:p>
          </p:txBody>
        </p:sp>
        <p:sp>
          <p:nvSpPr>
            <p:cNvPr id="13" name="Elipse 12">
              <a:extLst>
                <a:ext uri="{FF2B5EF4-FFF2-40B4-BE49-F238E27FC236}">
                  <a16:creationId xmlns:a16="http://schemas.microsoft.com/office/drawing/2014/main" id="{D879FEC9-3C93-4084-1DC0-039C3A2FA1A8}"/>
                </a:ext>
              </a:extLst>
            </p:cNvPr>
            <p:cNvSpPr>
              <a:spLocks noGrp="1" noRot="1" noChangeAspect="1" noMove="1" noResize="1" noEditPoints="1" noAdjustHandles="1" noChangeArrowheads="1" noChangeShapeType="1"/>
            </p:cNvSpPr>
            <p:nvPr/>
          </p:nvSpPr>
          <p:spPr>
            <a:xfrm>
              <a:off x="3480684" y="3646074"/>
              <a:ext cx="180000" cy="180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4" name="Elipse 13">
              <a:extLst>
                <a:ext uri="{FF2B5EF4-FFF2-40B4-BE49-F238E27FC236}">
                  <a16:creationId xmlns:a16="http://schemas.microsoft.com/office/drawing/2014/main" id="{4014B435-FE21-6F3F-D0A3-96A450E125B7}"/>
                </a:ext>
              </a:extLst>
            </p:cNvPr>
            <p:cNvSpPr>
              <a:spLocks noGrp="1" noRot="1" noChangeAspect="1" noMove="1" noResize="1" noEditPoints="1" noAdjustHandles="1" noChangeArrowheads="1" noChangeShapeType="1"/>
            </p:cNvSpPr>
            <p:nvPr/>
          </p:nvSpPr>
          <p:spPr>
            <a:xfrm>
              <a:off x="6610570" y="3646074"/>
              <a:ext cx="180000" cy="180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grpSp>
        <p:nvGrpSpPr>
          <p:cNvPr id="15" name="barra de progresso">
            <a:extLst>
              <a:ext uri="{FF2B5EF4-FFF2-40B4-BE49-F238E27FC236}">
                <a16:creationId xmlns:a16="http://schemas.microsoft.com/office/drawing/2014/main" id="{D7DF4F7E-B4C8-F5D8-B5B0-9D68AE4528F9}"/>
              </a:ext>
            </a:extLst>
          </p:cNvPr>
          <p:cNvGrpSpPr/>
          <p:nvPr/>
        </p:nvGrpSpPr>
        <p:grpSpPr>
          <a:xfrm>
            <a:off x="540326" y="6168042"/>
            <a:ext cx="11111348" cy="216000"/>
            <a:chOff x="540326" y="6168042"/>
            <a:chExt cx="11111348" cy="216000"/>
          </a:xfrm>
        </p:grpSpPr>
        <p:sp useBgFill="1">
          <p:nvSpPr>
            <p:cNvPr id="16" name="Retângulo: Cantos Arredondados 15">
              <a:extLst>
                <a:ext uri="{FF2B5EF4-FFF2-40B4-BE49-F238E27FC236}">
                  <a16:creationId xmlns:a16="http://schemas.microsoft.com/office/drawing/2014/main" id="{645F6494-8FFC-74C9-3BEE-6344C16689C9}"/>
                </a:ext>
              </a:extLst>
            </p:cNvPr>
            <p:cNvSpPr/>
            <p:nvPr/>
          </p:nvSpPr>
          <p:spPr>
            <a:xfrm>
              <a:off x="540326" y="6168042"/>
              <a:ext cx="540000" cy="216000"/>
            </a:xfrm>
            <a:prstGeom prst="roundRect">
              <a:avLst>
                <a:gd name="adj" fmla="val 50000"/>
              </a:avLst>
            </a:prstGeom>
            <a:ln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17" name="Retângulo: Cantos Arredondados 16">
              <a:extLst>
                <a:ext uri="{FF2B5EF4-FFF2-40B4-BE49-F238E27FC236}">
                  <a16:creationId xmlns:a16="http://schemas.microsoft.com/office/drawing/2014/main" id="{D0360543-989E-44E5-018D-E2B5E5E7950A}"/>
                </a:ext>
              </a:extLst>
            </p:cNvPr>
            <p:cNvSpPr/>
            <p:nvPr/>
          </p:nvSpPr>
          <p:spPr>
            <a:xfrm>
              <a:off x="1245083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18" name="Retângulo: Cantos Arredondados 17">
              <a:extLst>
                <a:ext uri="{FF2B5EF4-FFF2-40B4-BE49-F238E27FC236}">
                  <a16:creationId xmlns:a16="http://schemas.microsoft.com/office/drawing/2014/main" id="{832CD0D4-B00B-66F6-AC8B-2047BB5D1C88}"/>
                </a:ext>
              </a:extLst>
            </p:cNvPr>
            <p:cNvSpPr/>
            <p:nvPr/>
          </p:nvSpPr>
          <p:spPr>
            <a:xfrm>
              <a:off x="1949840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19" name="Retângulo: Cantos Arredondados 18">
              <a:extLst>
                <a:ext uri="{FF2B5EF4-FFF2-40B4-BE49-F238E27FC236}">
                  <a16:creationId xmlns:a16="http://schemas.microsoft.com/office/drawing/2014/main" id="{09C5ED91-4829-2188-7144-57BB65B5895C}"/>
                </a:ext>
              </a:extLst>
            </p:cNvPr>
            <p:cNvSpPr/>
            <p:nvPr/>
          </p:nvSpPr>
          <p:spPr>
            <a:xfrm>
              <a:off x="2654597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20" name="Retângulo: Cantos Arredondados 19">
              <a:extLst>
                <a:ext uri="{FF2B5EF4-FFF2-40B4-BE49-F238E27FC236}">
                  <a16:creationId xmlns:a16="http://schemas.microsoft.com/office/drawing/2014/main" id="{B5F9D68A-2A87-C90C-1D98-7737129DB43B}"/>
                </a:ext>
              </a:extLst>
            </p:cNvPr>
            <p:cNvSpPr/>
            <p:nvPr/>
          </p:nvSpPr>
          <p:spPr>
            <a:xfrm>
              <a:off x="3359354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21" name="Retângulo: Cantos Arredondados 20">
              <a:extLst>
                <a:ext uri="{FF2B5EF4-FFF2-40B4-BE49-F238E27FC236}">
                  <a16:creationId xmlns:a16="http://schemas.microsoft.com/office/drawing/2014/main" id="{A3EAB60E-42B2-0210-E6AD-787A54CF5E6B}"/>
                </a:ext>
              </a:extLst>
            </p:cNvPr>
            <p:cNvSpPr/>
            <p:nvPr/>
          </p:nvSpPr>
          <p:spPr>
            <a:xfrm>
              <a:off x="4064111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22" name="Retângulo: Cantos Arredondados 21">
              <a:extLst>
                <a:ext uri="{FF2B5EF4-FFF2-40B4-BE49-F238E27FC236}">
                  <a16:creationId xmlns:a16="http://schemas.microsoft.com/office/drawing/2014/main" id="{7805FE38-3DA6-AA69-5A21-5FDF35D7E06F}"/>
                </a:ext>
              </a:extLst>
            </p:cNvPr>
            <p:cNvSpPr/>
            <p:nvPr/>
          </p:nvSpPr>
          <p:spPr>
            <a:xfrm>
              <a:off x="4768868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23" name="Retângulo: Cantos Arredondados 22">
              <a:extLst>
                <a:ext uri="{FF2B5EF4-FFF2-40B4-BE49-F238E27FC236}">
                  <a16:creationId xmlns:a16="http://schemas.microsoft.com/office/drawing/2014/main" id="{2F3233F8-5476-5095-85DB-1E53D02FFF73}"/>
                </a:ext>
              </a:extLst>
            </p:cNvPr>
            <p:cNvSpPr/>
            <p:nvPr/>
          </p:nvSpPr>
          <p:spPr>
            <a:xfrm>
              <a:off x="5473625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24" name="Retângulo: Cantos Arredondados 23">
              <a:extLst>
                <a:ext uri="{FF2B5EF4-FFF2-40B4-BE49-F238E27FC236}">
                  <a16:creationId xmlns:a16="http://schemas.microsoft.com/office/drawing/2014/main" id="{BE1456AE-ED2B-72A9-D02A-1CD0F978D85D}"/>
                </a:ext>
              </a:extLst>
            </p:cNvPr>
            <p:cNvSpPr/>
            <p:nvPr/>
          </p:nvSpPr>
          <p:spPr>
            <a:xfrm>
              <a:off x="6178382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25" name="Retângulo: Cantos Arredondados 24">
              <a:extLst>
                <a:ext uri="{FF2B5EF4-FFF2-40B4-BE49-F238E27FC236}">
                  <a16:creationId xmlns:a16="http://schemas.microsoft.com/office/drawing/2014/main" id="{4755B973-D05B-1281-55E7-74B61C8A4505}"/>
                </a:ext>
              </a:extLst>
            </p:cNvPr>
            <p:cNvSpPr/>
            <p:nvPr/>
          </p:nvSpPr>
          <p:spPr>
            <a:xfrm>
              <a:off x="6883139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26" name="Retângulo: Cantos Arredondados 25">
              <a:extLst>
                <a:ext uri="{FF2B5EF4-FFF2-40B4-BE49-F238E27FC236}">
                  <a16:creationId xmlns:a16="http://schemas.microsoft.com/office/drawing/2014/main" id="{23BB2712-A117-128D-132B-22540621C404}"/>
                </a:ext>
              </a:extLst>
            </p:cNvPr>
            <p:cNvSpPr/>
            <p:nvPr/>
          </p:nvSpPr>
          <p:spPr>
            <a:xfrm>
              <a:off x="7587896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27" name="Retângulo: Cantos Arredondados 26">
              <a:extLst>
                <a:ext uri="{FF2B5EF4-FFF2-40B4-BE49-F238E27FC236}">
                  <a16:creationId xmlns:a16="http://schemas.microsoft.com/office/drawing/2014/main" id="{1F3E133E-5E8D-EA78-A60D-62DE8FA3C825}"/>
                </a:ext>
              </a:extLst>
            </p:cNvPr>
            <p:cNvSpPr/>
            <p:nvPr/>
          </p:nvSpPr>
          <p:spPr>
            <a:xfrm>
              <a:off x="8292653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28" name="Retângulo: Cantos Arredondados 27">
              <a:extLst>
                <a:ext uri="{FF2B5EF4-FFF2-40B4-BE49-F238E27FC236}">
                  <a16:creationId xmlns:a16="http://schemas.microsoft.com/office/drawing/2014/main" id="{52F08055-4C07-9D7D-B51F-6C5520201AFF}"/>
                </a:ext>
              </a:extLst>
            </p:cNvPr>
            <p:cNvSpPr/>
            <p:nvPr/>
          </p:nvSpPr>
          <p:spPr>
            <a:xfrm>
              <a:off x="8997410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29" name="Retângulo: Cantos Arredondados 28">
              <a:extLst>
                <a:ext uri="{FF2B5EF4-FFF2-40B4-BE49-F238E27FC236}">
                  <a16:creationId xmlns:a16="http://schemas.microsoft.com/office/drawing/2014/main" id="{915F56B7-CB97-B128-3798-360BFADDFBFE}"/>
                </a:ext>
              </a:extLst>
            </p:cNvPr>
            <p:cNvSpPr/>
            <p:nvPr/>
          </p:nvSpPr>
          <p:spPr>
            <a:xfrm>
              <a:off x="9702167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30" name="Retângulo: Cantos Arredondados 29">
              <a:extLst>
                <a:ext uri="{FF2B5EF4-FFF2-40B4-BE49-F238E27FC236}">
                  <a16:creationId xmlns:a16="http://schemas.microsoft.com/office/drawing/2014/main" id="{6422418E-AA0B-8E26-FC84-D410772659AF}"/>
                </a:ext>
              </a:extLst>
            </p:cNvPr>
            <p:cNvSpPr/>
            <p:nvPr/>
          </p:nvSpPr>
          <p:spPr>
            <a:xfrm>
              <a:off x="10406924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31" name="Retângulo: Cantos Arredondados 30">
              <a:extLst>
                <a:ext uri="{FF2B5EF4-FFF2-40B4-BE49-F238E27FC236}">
                  <a16:creationId xmlns:a16="http://schemas.microsoft.com/office/drawing/2014/main" id="{E640292C-BE19-1E3C-A127-339B803D0EC0}"/>
                </a:ext>
              </a:extLst>
            </p:cNvPr>
            <p:cNvSpPr/>
            <p:nvPr/>
          </p:nvSpPr>
          <p:spPr>
            <a:xfrm>
              <a:off x="11111674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pic>
        <p:nvPicPr>
          <p:cNvPr id="32" name="emoji">
            <a:extLst>
              <a:ext uri="{FF2B5EF4-FFF2-40B4-BE49-F238E27FC236}">
                <a16:creationId xmlns:a16="http://schemas.microsoft.com/office/drawing/2014/main" id="{D5E21F0E-C48A-B95C-AD66-20556A0DDDF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343083" y="1938181"/>
            <a:ext cx="1085856" cy="1085856"/>
          </a:xfrm>
          <a:prstGeom prst="rect">
            <a:avLst/>
          </a:prstGeom>
          <a:effectLst>
            <a:outerShdw blurRad="635000" dist="190500" dir="2700000" algn="tl" rotWithShape="0">
              <a:prstClr val="black">
                <a:alpha val="60000"/>
              </a:prstClr>
            </a:outerShdw>
          </a:effectLst>
        </p:spPr>
      </p:pic>
      <p:pic>
        <p:nvPicPr>
          <p:cNvPr id="37" name="que pena, vc errou">
            <a:hlinkClick r:id="" action="ppaction://media"/>
            <a:extLst>
              <a:ext uri="{FF2B5EF4-FFF2-40B4-BE49-F238E27FC236}">
                <a16:creationId xmlns:a16="http://schemas.microsoft.com/office/drawing/2014/main" id="{E7877330-4976-EF07-7A6B-DC501CA5A40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-772973" y="206871"/>
            <a:ext cx="509587" cy="509587"/>
          </a:xfrm>
          <a:prstGeom prst="rect">
            <a:avLst/>
          </a:prstGeom>
        </p:spPr>
      </p:pic>
      <p:sp>
        <p:nvSpPr>
          <p:cNvPr id="36" name="Botaão Próxima">
            <a:hlinkClick r:id="rId7" action="ppaction://hlinksldjump"/>
            <a:extLst>
              <a:ext uri="{FF2B5EF4-FFF2-40B4-BE49-F238E27FC236}">
                <a16:creationId xmlns:a16="http://schemas.microsoft.com/office/drawing/2014/main" id="{D8D6BADB-9107-265C-0220-AFB0512FE4EB}"/>
              </a:ext>
            </a:extLst>
          </p:cNvPr>
          <p:cNvSpPr/>
          <p:nvPr/>
        </p:nvSpPr>
        <p:spPr>
          <a:xfrm>
            <a:off x="9142497" y="5271949"/>
            <a:ext cx="2330219" cy="540000"/>
          </a:xfrm>
          <a:prstGeom prst="roundRect">
            <a:avLst/>
          </a:prstGeom>
          <a:gradFill flip="none" rotWithShape="1">
            <a:gsLst>
              <a:gs pos="0">
                <a:schemeClr val="accent6"/>
              </a:gs>
              <a:gs pos="59000">
                <a:schemeClr val="accent6">
                  <a:lumMod val="75000"/>
                </a:schemeClr>
              </a:gs>
              <a:gs pos="100000">
                <a:schemeClr val="accent6">
                  <a:lumMod val="50000"/>
                </a:schemeClr>
              </a:gs>
            </a:gsLst>
            <a:lin ang="19200000" scaled="0"/>
            <a:tileRect/>
          </a:gradFill>
          <a:ln w="19050">
            <a:solidFill>
              <a:schemeClr val="bg1"/>
            </a:solidFill>
          </a:ln>
          <a:effectLst>
            <a:outerShdw blurRad="381000" dist="1270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rIns="108000" rtlCol="0" anchor="ctr"/>
          <a:lstStyle/>
          <a:p>
            <a:pPr algn="ctr"/>
            <a:r>
              <a:rPr lang="pt-BR" sz="1400" b="1" dirty="0">
                <a:ln w="3175">
                  <a:noFill/>
                </a:ln>
                <a:effectLst>
                  <a:outerShdw blurRad="1270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Arial" panose="020B0604020202020204" pitchFamily="34" charset="0"/>
                <a:ea typeface="Open Sans Extrabold" panose="020B0906030804020204" pitchFamily="34" charset="0"/>
                <a:cs typeface="Arial" panose="020B0604020202020204" pitchFamily="34" charset="0"/>
              </a:rPr>
              <a:t>Voltar</a:t>
            </a:r>
          </a:p>
        </p:txBody>
      </p:sp>
    </p:spTree>
    <p:extLst>
      <p:ext uri="{BB962C8B-B14F-4D97-AF65-F5344CB8AC3E}">
        <p14:creationId xmlns:p14="http://schemas.microsoft.com/office/powerpoint/2010/main" val="195514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2040" fill="hold"/>
                                            <p:tgtEl>
                                              <p:spTgt spid="37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  <p:par>
                                    <p:cTn id="7" presetID="2" presetClass="entr" presetSubtype="4" fill="hold" grpId="0" nodeType="with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9" dur="20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10" dur="20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1" presetID="2" presetClass="entr" presetSubtype="1" fill="hold" grpId="0" nodeType="with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13" dur="20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14" dur="20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5" presetID="2" presetClass="entr" presetSubtype="4" fill="hold" grpId="0" nodeType="with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17" dur="20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18" dur="20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9" presetID="2" presetClass="entr" presetSubtype="1" fill="hold" grpId="0" nodeType="with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21" dur="20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22" dur="20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3" presetID="2" presetClass="entr" presetSubtype="4" fill="hold" grpId="0" nodeType="with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25" dur="20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26" dur="20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7" presetID="2" presetClass="entr" presetSubtype="1" fill="hold" grpId="0" nodeType="with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29" dur="20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30" dur="20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1" presetID="2" presetClass="entr" presetSubtype="4" fill="hold" grpId="0" nodeType="with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33" dur="20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34" dur="20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5" presetID="23" presetClass="entr" presetSubtype="32" fill="hold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7" dur="5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4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8" dur="5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4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9" presetID="22" presetClass="entr" presetSubtype="8" fill="hold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4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41" dur="1000"/>
                                            <p:tgtEl>
                                              <p:spTgt spid="1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2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43" dur="indefinite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44" dur="indefinite"/>
                                            <p:tgtEl>
                                              <p:spTgt spid="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5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46" dur="indefinite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47" dur="indefinite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8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49" dur="indefinite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50" dur="indefinite"/>
                                            <p:tgtEl>
                                              <p:spTgt spid="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1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52" dur="indefinite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53" dur="indefinite"/>
                                            <p:tgtEl>
                                              <p:spTgt spid="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4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55" dur="indefinite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56" dur="indefinite"/>
                                            <p:tgtEl>
                                              <p:spTgt spid="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7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58" dur="indefinite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59" dur="indefinite"/>
                                            <p:tgtEl>
                                              <p:spTgt spid="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0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61" dur="indefinite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62" dur="indefinite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63" fill="hold">
                                <p:stCondLst>
                                  <p:cond delay="2040"/>
                                </p:stCondLst>
                                <p:childTnLst>
                                  <p:par>
                                    <p:cTn id="64" presetID="5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66" dur="50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7" dur="50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68" dur="500"/>
                                            <p:tgtEl>
                                              <p:spTgt spid="3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9" presetID="42" presetClass="path" presetSubtype="0" accel="50000" decel="5000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2.70833E-6 -1.85185E-6 L -2.70833E-6 0.3206 " pathEditMode="relative" rAng="0" ptsTypes="AA">
                                          <p:cBhvr>
                                            <p:cTn id="70" dur="500" spd="-10000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16019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71" fill="hold">
                                <p:stCondLst>
                                  <p:cond delay="2540"/>
                                </p:stCondLst>
                                <p:childTnLst>
                                  <p:par>
                                    <p:cTn id="72" presetID="6" presetClass="emph" presetSubtype="0" repeatCount="indefinite" autoRev="1" fill="hold" grpId="2" nodeType="afterEffect">
                                      <p:stCondLst>
                                        <p:cond delay="0"/>
                                      </p:stCondLst>
                                      <p:endCondLst>
                                        <p:cond evt="onNext" delay="0">
                                          <p:tgtEl>
                                            <p:sldTgt/>
                                          </p:tgtEl>
                                        </p:cond>
                                      </p:endCondLst>
                                      <p:childTnLst>
                                        <p:animScale>
                                          <p:cBhvr>
                                            <p:cTn id="73" dur="500" fill="hold"/>
                                            <p:tgtEl>
                                              <p:spTgt spid="36"/>
                                            </p:tgtEl>
                                          </p:cBhvr>
                                          <p:by x="90000" y="90000"/>
                                        </p:animScale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>
                    <p:cTn id="74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37"/>
                    </p:tgtEl>
                  </p:cMediaNode>
                </p:audio>
              </p:childTnLst>
            </p:cTn>
          </p:par>
        </p:tnLst>
        <p:bldLst>
          <p:bldP spid="2" grpId="0"/>
          <p:bldP spid="2" grpId="1"/>
          <p:bldP spid="8" grpId="0"/>
          <p:bldP spid="8" grpId="1"/>
          <p:bldP spid="7" grpId="0"/>
          <p:bldP spid="7" grpId="1"/>
          <p:bldP spid="6" grpId="0"/>
          <p:bldP spid="6" grpId="1"/>
          <p:bldP spid="5" grpId="0"/>
          <p:bldP spid="5" grpId="1"/>
          <p:bldP spid="4" grpId="0"/>
          <p:bldP spid="4" grpId="1"/>
          <p:bldP spid="3" grpId="0"/>
          <p:bldP spid="3" grpId="1"/>
          <p:bldP spid="36" grpId="0" animBg="1"/>
          <p:bldP spid="36" grpId="1" animBg="1"/>
          <p:bldP spid="36" grpId="2" animBg="1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2040" fill="hold"/>
                                            <p:tgtEl>
                                              <p:spTgt spid="37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  <p:par>
                                    <p:cTn id="7" presetID="2" presetClass="entr" presetSubtype="4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9" dur="20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0" dur="20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1" presetID="2" presetClass="entr" presetSubtype="1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3" dur="20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4" dur="20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5" presetID="2" presetClass="entr" presetSubtype="4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7" dur="20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8" dur="20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9" presetID="2" presetClass="entr" presetSubtype="1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1" dur="20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2" dur="20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3" presetID="2" presetClass="entr" presetSubtype="4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5" dur="20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6" dur="20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7" presetID="2" presetClass="entr" presetSubtype="1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9" dur="20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0" dur="20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1" presetID="2" presetClass="entr" presetSubtype="4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3" dur="20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4" dur="20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5" presetID="23" presetClass="entr" presetSubtype="32" fill="hold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7" dur="5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4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8" dur="5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4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9" presetID="22" presetClass="entr" presetSubtype="8" fill="hold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4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41" dur="1000"/>
                                            <p:tgtEl>
                                              <p:spTgt spid="1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2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43" dur="indefinite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44" dur="indefinite"/>
                                            <p:tgtEl>
                                              <p:spTgt spid="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5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46" dur="indefinite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47" dur="indefinite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8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49" dur="indefinite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50" dur="indefinite"/>
                                            <p:tgtEl>
                                              <p:spTgt spid="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1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52" dur="indefinite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53" dur="indefinite"/>
                                            <p:tgtEl>
                                              <p:spTgt spid="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4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55" dur="indefinite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56" dur="indefinite"/>
                                            <p:tgtEl>
                                              <p:spTgt spid="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7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58" dur="indefinite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59" dur="indefinite"/>
                                            <p:tgtEl>
                                              <p:spTgt spid="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0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61" dur="indefinite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62" dur="indefinite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63" fill="hold">
                                <p:stCondLst>
                                  <p:cond delay="2040"/>
                                </p:stCondLst>
                                <p:childTnLst>
                                  <p:par>
                                    <p:cTn id="64" presetID="5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66" dur="50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7" dur="50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68" dur="500"/>
                                            <p:tgtEl>
                                              <p:spTgt spid="3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9" presetID="42" presetClass="path" presetSubtype="0" accel="50000" decel="5000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2.70833E-6 -1.85185E-6 L -2.70833E-6 0.3206 " pathEditMode="relative" rAng="0" ptsTypes="AA">
                                          <p:cBhvr>
                                            <p:cTn id="70" dur="500" spd="-10000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16019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71" fill="hold">
                                <p:stCondLst>
                                  <p:cond delay="2540"/>
                                </p:stCondLst>
                                <p:childTnLst>
                                  <p:par>
                                    <p:cTn id="72" presetID="6" presetClass="emph" presetSubtype="0" repeatCount="indefinite" autoRev="1" fill="hold" grpId="2" nodeType="afterEffect">
                                      <p:stCondLst>
                                        <p:cond delay="0"/>
                                      </p:stCondLst>
                                      <p:endCondLst>
                                        <p:cond evt="onNext" delay="0">
                                          <p:tgtEl>
                                            <p:sldTgt/>
                                          </p:tgtEl>
                                        </p:cond>
                                      </p:endCondLst>
                                      <p:childTnLst>
                                        <p:animScale>
                                          <p:cBhvr>
                                            <p:cTn id="73" dur="500" fill="hold"/>
                                            <p:tgtEl>
                                              <p:spTgt spid="36"/>
                                            </p:tgtEl>
                                          </p:cBhvr>
                                          <p:by x="90000" y="90000"/>
                                        </p:animScale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>
                    <p:cTn id="74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37"/>
                    </p:tgtEl>
                  </p:cMediaNode>
                </p:audio>
              </p:childTnLst>
            </p:cTn>
          </p:par>
        </p:tnLst>
        <p:bldLst>
          <p:bldP spid="2" grpId="0"/>
          <p:bldP spid="2" grpId="1"/>
          <p:bldP spid="8" grpId="0"/>
          <p:bldP spid="8" grpId="1"/>
          <p:bldP spid="7" grpId="0"/>
          <p:bldP spid="7" grpId="1"/>
          <p:bldP spid="6" grpId="0"/>
          <p:bldP spid="6" grpId="1"/>
          <p:bldP spid="5" grpId="0"/>
          <p:bldP spid="5" grpId="1"/>
          <p:bldP spid="4" grpId="0"/>
          <p:bldP spid="4" grpId="1"/>
          <p:bldP spid="3" grpId="0"/>
          <p:bldP spid="3" grpId="1"/>
          <p:bldP spid="36" grpId="0" animBg="1"/>
          <p:bldP spid="36" grpId="1" animBg="1"/>
          <p:bldP spid="36" grpId="2" animBg="1"/>
        </p:bldLst>
      </p:timing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C00000"/>
            </a:gs>
            <a:gs pos="100000">
              <a:schemeClr val="tx1">
                <a:lumMod val="85000"/>
                <a:lumOff val="15000"/>
              </a:schemeClr>
            </a:gs>
          </a:gsLst>
          <a:lin ang="81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7">
            <a:extLst>
              <a:ext uri="{FF2B5EF4-FFF2-40B4-BE49-F238E27FC236}">
                <a16:creationId xmlns:a16="http://schemas.microsoft.com/office/drawing/2014/main" id="{AF47984B-59F1-7176-A115-158B29114E0E}"/>
              </a:ext>
            </a:extLst>
          </p:cNvPr>
          <p:cNvSpPr txBox="1"/>
          <p:nvPr/>
        </p:nvSpPr>
        <p:spPr>
          <a:xfrm>
            <a:off x="8746332" y="-11965950"/>
            <a:ext cx="1005403" cy="16342935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9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8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7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5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4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3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2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1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</p:txBody>
      </p:sp>
      <p:sp>
        <p:nvSpPr>
          <p:cNvPr id="8" name="N6">
            <a:extLst>
              <a:ext uri="{FF2B5EF4-FFF2-40B4-BE49-F238E27FC236}">
                <a16:creationId xmlns:a16="http://schemas.microsoft.com/office/drawing/2014/main" id="{FE3BD9AB-7F50-A4B5-5F53-70354EF481F4}"/>
              </a:ext>
            </a:extLst>
          </p:cNvPr>
          <p:cNvSpPr txBox="1"/>
          <p:nvPr/>
        </p:nvSpPr>
        <p:spPr>
          <a:xfrm>
            <a:off x="7805114" y="2671817"/>
            <a:ext cx="1005403" cy="16342935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9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8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7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5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4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3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2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1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</p:txBody>
      </p:sp>
      <p:sp>
        <p:nvSpPr>
          <p:cNvPr id="7" name="N5">
            <a:extLst>
              <a:ext uri="{FF2B5EF4-FFF2-40B4-BE49-F238E27FC236}">
                <a16:creationId xmlns:a16="http://schemas.microsoft.com/office/drawing/2014/main" id="{D60E20A6-40DE-61FF-BC52-780641776D60}"/>
              </a:ext>
            </a:extLst>
          </p:cNvPr>
          <p:cNvSpPr txBox="1"/>
          <p:nvPr/>
        </p:nvSpPr>
        <p:spPr>
          <a:xfrm>
            <a:off x="6863896" y="-11965950"/>
            <a:ext cx="1005403" cy="16342935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9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8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7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5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4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3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2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1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</p:txBody>
      </p:sp>
      <p:sp>
        <p:nvSpPr>
          <p:cNvPr id="6" name="N4">
            <a:extLst>
              <a:ext uri="{FF2B5EF4-FFF2-40B4-BE49-F238E27FC236}">
                <a16:creationId xmlns:a16="http://schemas.microsoft.com/office/drawing/2014/main" id="{B55EA620-A448-2ACD-AF8D-A6933BC4F87F}"/>
              </a:ext>
            </a:extLst>
          </p:cNvPr>
          <p:cNvSpPr txBox="1"/>
          <p:nvPr/>
        </p:nvSpPr>
        <p:spPr>
          <a:xfrm>
            <a:off x="5546009" y="2671817"/>
            <a:ext cx="1005403" cy="16342935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9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8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7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5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4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3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2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1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</p:txBody>
      </p:sp>
      <p:sp>
        <p:nvSpPr>
          <p:cNvPr id="5" name="N3">
            <a:extLst>
              <a:ext uri="{FF2B5EF4-FFF2-40B4-BE49-F238E27FC236}">
                <a16:creationId xmlns:a16="http://schemas.microsoft.com/office/drawing/2014/main" id="{EAC23BB9-25AA-23D1-BBA8-4E96A8121B22}"/>
              </a:ext>
            </a:extLst>
          </p:cNvPr>
          <p:cNvSpPr txBox="1"/>
          <p:nvPr/>
        </p:nvSpPr>
        <p:spPr>
          <a:xfrm>
            <a:off x="4604791" y="-11965950"/>
            <a:ext cx="1005403" cy="16342935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9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8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7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5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4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3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2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1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</p:txBody>
      </p:sp>
      <p:sp>
        <p:nvSpPr>
          <p:cNvPr id="4" name="N2">
            <a:extLst>
              <a:ext uri="{FF2B5EF4-FFF2-40B4-BE49-F238E27FC236}">
                <a16:creationId xmlns:a16="http://schemas.microsoft.com/office/drawing/2014/main" id="{95EF8A55-2A5D-C739-62DE-9F54AB9D7812}"/>
              </a:ext>
            </a:extLst>
          </p:cNvPr>
          <p:cNvSpPr txBox="1"/>
          <p:nvPr/>
        </p:nvSpPr>
        <p:spPr>
          <a:xfrm>
            <a:off x="3663573" y="2671817"/>
            <a:ext cx="1005403" cy="16342935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9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8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7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5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4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3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2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1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</p:txBody>
      </p:sp>
      <p:sp>
        <p:nvSpPr>
          <p:cNvPr id="3" name="N1">
            <a:extLst>
              <a:ext uri="{FF2B5EF4-FFF2-40B4-BE49-F238E27FC236}">
                <a16:creationId xmlns:a16="http://schemas.microsoft.com/office/drawing/2014/main" id="{321860B9-DC15-351B-F334-054EAF2E4D85}"/>
              </a:ext>
            </a:extLst>
          </p:cNvPr>
          <p:cNvSpPr txBox="1"/>
          <p:nvPr/>
        </p:nvSpPr>
        <p:spPr>
          <a:xfrm>
            <a:off x="2446833" y="-11965950"/>
            <a:ext cx="1005403" cy="16342935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9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8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7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5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4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3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2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1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</p:txBody>
      </p:sp>
      <p:grpSp>
        <p:nvGrpSpPr>
          <p:cNvPr id="34" name="!!mascara">
            <a:extLst>
              <a:ext uri="{FF2B5EF4-FFF2-40B4-BE49-F238E27FC236}">
                <a16:creationId xmlns:a16="http://schemas.microsoft.com/office/drawing/2014/main" id="{C287DD8F-17E0-D7CA-89A4-3F01919A018C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 useBgFill="1">
          <p:nvSpPr>
            <p:cNvPr id="9" name="Forma Livre: Forma 8">
              <a:extLst>
                <a:ext uri="{FF2B5EF4-FFF2-40B4-BE49-F238E27FC236}">
                  <a16:creationId xmlns:a16="http://schemas.microsoft.com/office/drawing/2014/main" id="{43DD7F38-D131-0688-54CD-A4DDB6A95DE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0"/>
              <a:ext cx="12192000" cy="6858000"/>
            </a:xfrm>
            <a:custGeom>
              <a:avLst/>
              <a:gdLst>
                <a:gd name="connsiteX0" fmla="*/ 2566220 w 12192000"/>
                <a:gd name="connsiteY0" fmla="*/ 2632290 h 6858000"/>
                <a:gd name="connsiteX1" fmla="*/ 2322443 w 12192000"/>
                <a:gd name="connsiteY1" fmla="*/ 2876067 h 6858000"/>
                <a:gd name="connsiteX2" fmla="*/ 2322443 w 12192000"/>
                <a:gd name="connsiteY2" fmla="*/ 3851145 h 6858000"/>
                <a:gd name="connsiteX3" fmla="*/ 2566220 w 12192000"/>
                <a:gd name="connsiteY3" fmla="*/ 4094922 h 6858000"/>
                <a:gd name="connsiteX4" fmla="*/ 9625780 w 12192000"/>
                <a:gd name="connsiteY4" fmla="*/ 4094922 h 6858000"/>
                <a:gd name="connsiteX5" fmla="*/ 9869557 w 12192000"/>
                <a:gd name="connsiteY5" fmla="*/ 3851145 h 6858000"/>
                <a:gd name="connsiteX6" fmla="*/ 9869557 w 12192000"/>
                <a:gd name="connsiteY6" fmla="*/ 2876067 h 6858000"/>
                <a:gd name="connsiteX7" fmla="*/ 9625780 w 12192000"/>
                <a:gd name="connsiteY7" fmla="*/ 2632290 h 6858000"/>
                <a:gd name="connsiteX8" fmla="*/ 0 w 12192000"/>
                <a:gd name="connsiteY8" fmla="*/ 0 h 6858000"/>
                <a:gd name="connsiteX9" fmla="*/ 12192000 w 12192000"/>
                <a:gd name="connsiteY9" fmla="*/ 0 h 6858000"/>
                <a:gd name="connsiteX10" fmla="*/ 12192000 w 12192000"/>
                <a:gd name="connsiteY10" fmla="*/ 6858000 h 6858000"/>
                <a:gd name="connsiteX11" fmla="*/ 0 w 12192000"/>
                <a:gd name="connsiteY11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192000" h="6858000">
                  <a:moveTo>
                    <a:pt x="2566220" y="2632290"/>
                  </a:moveTo>
                  <a:cubicBezTo>
                    <a:pt x="2431586" y="2632290"/>
                    <a:pt x="2322443" y="2741433"/>
                    <a:pt x="2322443" y="2876067"/>
                  </a:cubicBezTo>
                  <a:lnTo>
                    <a:pt x="2322443" y="3851145"/>
                  </a:lnTo>
                  <a:cubicBezTo>
                    <a:pt x="2322443" y="3985779"/>
                    <a:pt x="2431586" y="4094922"/>
                    <a:pt x="2566220" y="4094922"/>
                  </a:cubicBezTo>
                  <a:lnTo>
                    <a:pt x="9625780" y="4094922"/>
                  </a:lnTo>
                  <a:cubicBezTo>
                    <a:pt x="9760414" y="4094922"/>
                    <a:pt x="9869557" y="3985779"/>
                    <a:pt x="9869557" y="3851145"/>
                  </a:cubicBezTo>
                  <a:lnTo>
                    <a:pt x="9869557" y="2876067"/>
                  </a:lnTo>
                  <a:cubicBezTo>
                    <a:pt x="9869557" y="2741433"/>
                    <a:pt x="9760414" y="2632290"/>
                    <a:pt x="9625780" y="2632290"/>
                  </a:cubicBezTo>
                  <a:close/>
                  <a:moveTo>
                    <a:pt x="0" y="0"/>
                  </a:moveTo>
                  <a:lnTo>
                    <a:pt x="12192000" y="0"/>
                  </a:lnTo>
                  <a:lnTo>
                    <a:pt x="12192000" y="6858000"/>
                  </a:lnTo>
                  <a:lnTo>
                    <a:pt x="0" y="6858000"/>
                  </a:lnTo>
                  <a:close/>
                </a:path>
              </a:pathLst>
            </a:custGeom>
            <a:ln>
              <a:noFill/>
            </a:ln>
            <a:effectLst>
              <a:outerShdw blurRad="3810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0" name="CaixaDeTexto 9">
              <a:extLst>
                <a:ext uri="{FF2B5EF4-FFF2-40B4-BE49-F238E27FC236}">
                  <a16:creationId xmlns:a16="http://schemas.microsoft.com/office/drawing/2014/main" id="{4014AAB1-279C-87A1-6A54-69E5927AF183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40326" y="330615"/>
              <a:ext cx="11111348" cy="985530"/>
            </a:xfrm>
            <a:prstGeom prst="roundRect">
              <a:avLst>
                <a:gd name="adj" fmla="val 26924"/>
              </a:avLst>
            </a:prstGeom>
            <a:solidFill>
              <a:srgbClr val="FFC000"/>
            </a:solidFill>
            <a:ln w="19050">
              <a:noFill/>
            </a:ln>
            <a:effectLst>
              <a:outerShdw blurRad="635000" dist="2540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 anchorCtr="1"/>
            <a:lstStyle>
              <a:defPPr>
                <a:defRPr lang="pt-BR"/>
              </a:defPPr>
              <a:lvl1pPr algn="ctr">
                <a:defRPr b="1">
                  <a:ln w="3175">
                    <a:noFill/>
                  </a:ln>
                  <a:solidFill>
                    <a:srgbClr val="FF0000"/>
                  </a:solidFill>
                  <a:latin typeface="Arial Narrow" panose="020B0606020202030204" pitchFamily="34" charset="0"/>
                  <a:ea typeface="Open Sans Extrabold" panose="020B0906030804020204" pitchFamily="34" charset="0"/>
                  <a:cs typeface="Arial" panose="020B0604020202020204" pitchFamily="34" charset="0"/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4400" b="1" i="0" u="none" strike="noStrike" kern="1200" cap="none" spc="600" normalizeH="0" baseline="0" noProof="0">
                  <a:ln w="3175"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Open Sans Extrabold" panose="020B0906030804020204" pitchFamily="34" charset="0"/>
                  <a:cs typeface="Arial" panose="020B0604020202020204" pitchFamily="34" charset="0"/>
                </a:rPr>
                <a:t>VOCÊ ERROU!</a:t>
              </a:r>
            </a:p>
          </p:txBody>
        </p:sp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6893B8BF-F8F5-DB56-E87C-8ED5CBA7FCB6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226072" y="2180704"/>
              <a:ext cx="206883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24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Arial" panose="020B0604020202020204" pitchFamily="34" charset="0"/>
                </a:rPr>
                <a:t>Você ganhou:</a:t>
              </a:r>
            </a:p>
          </p:txBody>
        </p:sp>
        <p:sp>
          <p:nvSpPr>
            <p:cNvPr id="12" name="CaixaDeTexto 11">
              <a:extLst>
                <a:ext uri="{FF2B5EF4-FFF2-40B4-BE49-F238E27FC236}">
                  <a16:creationId xmlns:a16="http://schemas.microsoft.com/office/drawing/2014/main" id="{E77C9F72-334E-862C-ACF5-323EF2E8C72C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667254" y="2555761"/>
              <a:ext cx="64472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28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R$</a:t>
              </a:r>
            </a:p>
          </p:txBody>
        </p:sp>
        <p:sp>
          <p:nvSpPr>
            <p:cNvPr id="13" name="Elipse 12">
              <a:extLst>
                <a:ext uri="{FF2B5EF4-FFF2-40B4-BE49-F238E27FC236}">
                  <a16:creationId xmlns:a16="http://schemas.microsoft.com/office/drawing/2014/main" id="{D879FEC9-3C93-4084-1DC0-039C3A2FA1A8}"/>
                </a:ext>
              </a:extLst>
            </p:cNvPr>
            <p:cNvSpPr>
              <a:spLocks noGrp="1" noRot="1" noChangeAspect="1" noMove="1" noResize="1" noEditPoints="1" noAdjustHandles="1" noChangeArrowheads="1" noChangeShapeType="1"/>
            </p:cNvSpPr>
            <p:nvPr/>
          </p:nvSpPr>
          <p:spPr>
            <a:xfrm>
              <a:off x="3480684" y="3646074"/>
              <a:ext cx="180000" cy="180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4" name="Elipse 13">
              <a:extLst>
                <a:ext uri="{FF2B5EF4-FFF2-40B4-BE49-F238E27FC236}">
                  <a16:creationId xmlns:a16="http://schemas.microsoft.com/office/drawing/2014/main" id="{4014B435-FE21-6F3F-D0A3-96A450E125B7}"/>
                </a:ext>
              </a:extLst>
            </p:cNvPr>
            <p:cNvSpPr>
              <a:spLocks noGrp="1" noRot="1" noChangeAspect="1" noMove="1" noResize="1" noEditPoints="1" noAdjustHandles="1" noChangeArrowheads="1" noChangeShapeType="1"/>
            </p:cNvSpPr>
            <p:nvPr/>
          </p:nvSpPr>
          <p:spPr>
            <a:xfrm>
              <a:off x="6610570" y="3646074"/>
              <a:ext cx="180000" cy="180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grpSp>
        <p:nvGrpSpPr>
          <p:cNvPr id="15" name="barra de progresso">
            <a:extLst>
              <a:ext uri="{FF2B5EF4-FFF2-40B4-BE49-F238E27FC236}">
                <a16:creationId xmlns:a16="http://schemas.microsoft.com/office/drawing/2014/main" id="{D7DF4F7E-B4C8-F5D8-B5B0-9D68AE4528F9}"/>
              </a:ext>
            </a:extLst>
          </p:cNvPr>
          <p:cNvGrpSpPr/>
          <p:nvPr/>
        </p:nvGrpSpPr>
        <p:grpSpPr>
          <a:xfrm>
            <a:off x="540326" y="6168042"/>
            <a:ext cx="11111348" cy="216000"/>
            <a:chOff x="540326" y="6168042"/>
            <a:chExt cx="11111348" cy="216000"/>
          </a:xfrm>
        </p:grpSpPr>
        <p:sp useBgFill="1">
          <p:nvSpPr>
            <p:cNvPr id="16" name="Retângulo: Cantos Arredondados 15">
              <a:extLst>
                <a:ext uri="{FF2B5EF4-FFF2-40B4-BE49-F238E27FC236}">
                  <a16:creationId xmlns:a16="http://schemas.microsoft.com/office/drawing/2014/main" id="{645F6494-8FFC-74C9-3BEE-6344C16689C9}"/>
                </a:ext>
              </a:extLst>
            </p:cNvPr>
            <p:cNvSpPr/>
            <p:nvPr/>
          </p:nvSpPr>
          <p:spPr>
            <a:xfrm>
              <a:off x="540326" y="6168042"/>
              <a:ext cx="540000" cy="216000"/>
            </a:xfrm>
            <a:prstGeom prst="roundRect">
              <a:avLst>
                <a:gd name="adj" fmla="val 50000"/>
              </a:avLst>
            </a:prstGeom>
            <a:ln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17" name="Retângulo: Cantos Arredondados 16">
              <a:extLst>
                <a:ext uri="{FF2B5EF4-FFF2-40B4-BE49-F238E27FC236}">
                  <a16:creationId xmlns:a16="http://schemas.microsoft.com/office/drawing/2014/main" id="{D0360543-989E-44E5-018D-E2B5E5E7950A}"/>
                </a:ext>
              </a:extLst>
            </p:cNvPr>
            <p:cNvSpPr/>
            <p:nvPr/>
          </p:nvSpPr>
          <p:spPr>
            <a:xfrm>
              <a:off x="1245083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18" name="Retângulo: Cantos Arredondados 17">
              <a:extLst>
                <a:ext uri="{FF2B5EF4-FFF2-40B4-BE49-F238E27FC236}">
                  <a16:creationId xmlns:a16="http://schemas.microsoft.com/office/drawing/2014/main" id="{832CD0D4-B00B-66F6-AC8B-2047BB5D1C88}"/>
                </a:ext>
              </a:extLst>
            </p:cNvPr>
            <p:cNvSpPr/>
            <p:nvPr/>
          </p:nvSpPr>
          <p:spPr>
            <a:xfrm>
              <a:off x="1949840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19" name="Retângulo: Cantos Arredondados 18">
              <a:extLst>
                <a:ext uri="{FF2B5EF4-FFF2-40B4-BE49-F238E27FC236}">
                  <a16:creationId xmlns:a16="http://schemas.microsoft.com/office/drawing/2014/main" id="{09C5ED91-4829-2188-7144-57BB65B5895C}"/>
                </a:ext>
              </a:extLst>
            </p:cNvPr>
            <p:cNvSpPr/>
            <p:nvPr/>
          </p:nvSpPr>
          <p:spPr>
            <a:xfrm>
              <a:off x="2654597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20" name="Retângulo: Cantos Arredondados 19">
              <a:extLst>
                <a:ext uri="{FF2B5EF4-FFF2-40B4-BE49-F238E27FC236}">
                  <a16:creationId xmlns:a16="http://schemas.microsoft.com/office/drawing/2014/main" id="{B5F9D68A-2A87-C90C-1D98-7737129DB43B}"/>
                </a:ext>
              </a:extLst>
            </p:cNvPr>
            <p:cNvSpPr/>
            <p:nvPr/>
          </p:nvSpPr>
          <p:spPr>
            <a:xfrm>
              <a:off x="3359354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21" name="Retângulo: Cantos Arredondados 20">
              <a:extLst>
                <a:ext uri="{FF2B5EF4-FFF2-40B4-BE49-F238E27FC236}">
                  <a16:creationId xmlns:a16="http://schemas.microsoft.com/office/drawing/2014/main" id="{A3EAB60E-42B2-0210-E6AD-787A54CF5E6B}"/>
                </a:ext>
              </a:extLst>
            </p:cNvPr>
            <p:cNvSpPr/>
            <p:nvPr/>
          </p:nvSpPr>
          <p:spPr>
            <a:xfrm>
              <a:off x="4064111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22" name="Retângulo: Cantos Arredondados 21">
              <a:extLst>
                <a:ext uri="{FF2B5EF4-FFF2-40B4-BE49-F238E27FC236}">
                  <a16:creationId xmlns:a16="http://schemas.microsoft.com/office/drawing/2014/main" id="{7805FE38-3DA6-AA69-5A21-5FDF35D7E06F}"/>
                </a:ext>
              </a:extLst>
            </p:cNvPr>
            <p:cNvSpPr/>
            <p:nvPr/>
          </p:nvSpPr>
          <p:spPr>
            <a:xfrm>
              <a:off x="4768868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23" name="Retângulo: Cantos Arredondados 22">
              <a:extLst>
                <a:ext uri="{FF2B5EF4-FFF2-40B4-BE49-F238E27FC236}">
                  <a16:creationId xmlns:a16="http://schemas.microsoft.com/office/drawing/2014/main" id="{2F3233F8-5476-5095-85DB-1E53D02FFF73}"/>
                </a:ext>
              </a:extLst>
            </p:cNvPr>
            <p:cNvSpPr/>
            <p:nvPr/>
          </p:nvSpPr>
          <p:spPr>
            <a:xfrm>
              <a:off x="5473625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24" name="Retângulo: Cantos Arredondados 23">
              <a:extLst>
                <a:ext uri="{FF2B5EF4-FFF2-40B4-BE49-F238E27FC236}">
                  <a16:creationId xmlns:a16="http://schemas.microsoft.com/office/drawing/2014/main" id="{BE1456AE-ED2B-72A9-D02A-1CD0F978D85D}"/>
                </a:ext>
              </a:extLst>
            </p:cNvPr>
            <p:cNvSpPr/>
            <p:nvPr/>
          </p:nvSpPr>
          <p:spPr>
            <a:xfrm>
              <a:off x="6178382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25" name="Retângulo: Cantos Arredondados 24">
              <a:extLst>
                <a:ext uri="{FF2B5EF4-FFF2-40B4-BE49-F238E27FC236}">
                  <a16:creationId xmlns:a16="http://schemas.microsoft.com/office/drawing/2014/main" id="{4755B973-D05B-1281-55E7-74B61C8A4505}"/>
                </a:ext>
              </a:extLst>
            </p:cNvPr>
            <p:cNvSpPr/>
            <p:nvPr/>
          </p:nvSpPr>
          <p:spPr>
            <a:xfrm>
              <a:off x="6883139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26" name="Retângulo: Cantos Arredondados 25">
              <a:extLst>
                <a:ext uri="{FF2B5EF4-FFF2-40B4-BE49-F238E27FC236}">
                  <a16:creationId xmlns:a16="http://schemas.microsoft.com/office/drawing/2014/main" id="{23BB2712-A117-128D-132B-22540621C404}"/>
                </a:ext>
              </a:extLst>
            </p:cNvPr>
            <p:cNvSpPr/>
            <p:nvPr/>
          </p:nvSpPr>
          <p:spPr>
            <a:xfrm>
              <a:off x="7587896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27" name="Retângulo: Cantos Arredondados 26">
              <a:extLst>
                <a:ext uri="{FF2B5EF4-FFF2-40B4-BE49-F238E27FC236}">
                  <a16:creationId xmlns:a16="http://schemas.microsoft.com/office/drawing/2014/main" id="{1F3E133E-5E8D-EA78-A60D-62DE8FA3C825}"/>
                </a:ext>
              </a:extLst>
            </p:cNvPr>
            <p:cNvSpPr/>
            <p:nvPr/>
          </p:nvSpPr>
          <p:spPr>
            <a:xfrm>
              <a:off x="8292653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28" name="Retângulo: Cantos Arredondados 27">
              <a:extLst>
                <a:ext uri="{FF2B5EF4-FFF2-40B4-BE49-F238E27FC236}">
                  <a16:creationId xmlns:a16="http://schemas.microsoft.com/office/drawing/2014/main" id="{52F08055-4C07-9D7D-B51F-6C5520201AFF}"/>
                </a:ext>
              </a:extLst>
            </p:cNvPr>
            <p:cNvSpPr/>
            <p:nvPr/>
          </p:nvSpPr>
          <p:spPr>
            <a:xfrm>
              <a:off x="8997410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29" name="Retângulo: Cantos Arredondados 28">
              <a:extLst>
                <a:ext uri="{FF2B5EF4-FFF2-40B4-BE49-F238E27FC236}">
                  <a16:creationId xmlns:a16="http://schemas.microsoft.com/office/drawing/2014/main" id="{915F56B7-CB97-B128-3798-360BFADDFBFE}"/>
                </a:ext>
              </a:extLst>
            </p:cNvPr>
            <p:cNvSpPr/>
            <p:nvPr/>
          </p:nvSpPr>
          <p:spPr>
            <a:xfrm>
              <a:off x="9702167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30" name="Retângulo: Cantos Arredondados 29">
              <a:extLst>
                <a:ext uri="{FF2B5EF4-FFF2-40B4-BE49-F238E27FC236}">
                  <a16:creationId xmlns:a16="http://schemas.microsoft.com/office/drawing/2014/main" id="{6422418E-AA0B-8E26-FC84-D410772659AF}"/>
                </a:ext>
              </a:extLst>
            </p:cNvPr>
            <p:cNvSpPr/>
            <p:nvPr/>
          </p:nvSpPr>
          <p:spPr>
            <a:xfrm>
              <a:off x="10406924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31" name="Retângulo: Cantos Arredondados 30">
              <a:extLst>
                <a:ext uri="{FF2B5EF4-FFF2-40B4-BE49-F238E27FC236}">
                  <a16:creationId xmlns:a16="http://schemas.microsoft.com/office/drawing/2014/main" id="{E640292C-BE19-1E3C-A127-339B803D0EC0}"/>
                </a:ext>
              </a:extLst>
            </p:cNvPr>
            <p:cNvSpPr/>
            <p:nvPr/>
          </p:nvSpPr>
          <p:spPr>
            <a:xfrm>
              <a:off x="11111674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pic>
        <p:nvPicPr>
          <p:cNvPr id="32" name="emoji">
            <a:extLst>
              <a:ext uri="{FF2B5EF4-FFF2-40B4-BE49-F238E27FC236}">
                <a16:creationId xmlns:a16="http://schemas.microsoft.com/office/drawing/2014/main" id="{D5E21F0E-C48A-B95C-AD66-20556A0DDDF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343083" y="1938181"/>
            <a:ext cx="1085856" cy="1085856"/>
          </a:xfrm>
          <a:prstGeom prst="rect">
            <a:avLst/>
          </a:prstGeom>
          <a:effectLst>
            <a:outerShdw blurRad="635000" dist="190500" dir="2700000" algn="tl" rotWithShape="0">
              <a:prstClr val="black">
                <a:alpha val="60000"/>
              </a:prstClr>
            </a:outerShdw>
          </a:effectLst>
        </p:spPr>
      </p:pic>
      <p:pic>
        <p:nvPicPr>
          <p:cNvPr id="37" name="que pena, vc errou">
            <a:hlinkClick r:id="" action="ppaction://media"/>
            <a:extLst>
              <a:ext uri="{FF2B5EF4-FFF2-40B4-BE49-F238E27FC236}">
                <a16:creationId xmlns:a16="http://schemas.microsoft.com/office/drawing/2014/main" id="{E7877330-4976-EF07-7A6B-DC501CA5A40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-772973" y="206871"/>
            <a:ext cx="509587" cy="509587"/>
          </a:xfrm>
          <a:prstGeom prst="rect">
            <a:avLst/>
          </a:prstGeom>
        </p:spPr>
      </p:pic>
      <p:sp>
        <p:nvSpPr>
          <p:cNvPr id="36" name="Botaão Próxima">
            <a:hlinkClick r:id="rId7" action="ppaction://hlinksldjump"/>
            <a:extLst>
              <a:ext uri="{FF2B5EF4-FFF2-40B4-BE49-F238E27FC236}">
                <a16:creationId xmlns:a16="http://schemas.microsoft.com/office/drawing/2014/main" id="{D8D6BADB-9107-265C-0220-AFB0512FE4EB}"/>
              </a:ext>
            </a:extLst>
          </p:cNvPr>
          <p:cNvSpPr/>
          <p:nvPr/>
        </p:nvSpPr>
        <p:spPr>
          <a:xfrm>
            <a:off x="9142497" y="5271949"/>
            <a:ext cx="2330219" cy="540000"/>
          </a:xfrm>
          <a:prstGeom prst="roundRect">
            <a:avLst/>
          </a:prstGeom>
          <a:gradFill flip="none" rotWithShape="1">
            <a:gsLst>
              <a:gs pos="0">
                <a:schemeClr val="accent6"/>
              </a:gs>
              <a:gs pos="59000">
                <a:schemeClr val="accent6">
                  <a:lumMod val="75000"/>
                </a:schemeClr>
              </a:gs>
              <a:gs pos="100000">
                <a:schemeClr val="accent6">
                  <a:lumMod val="50000"/>
                </a:schemeClr>
              </a:gs>
            </a:gsLst>
            <a:lin ang="19200000" scaled="0"/>
            <a:tileRect/>
          </a:gradFill>
          <a:ln w="19050">
            <a:solidFill>
              <a:schemeClr val="bg1"/>
            </a:solidFill>
          </a:ln>
          <a:effectLst>
            <a:outerShdw blurRad="381000" dist="1270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rIns="108000" rtlCol="0" anchor="ctr"/>
          <a:lstStyle/>
          <a:p>
            <a:pPr algn="ctr"/>
            <a:r>
              <a:rPr lang="pt-BR" sz="1400" b="1" dirty="0">
                <a:ln w="3175">
                  <a:noFill/>
                </a:ln>
                <a:effectLst>
                  <a:outerShdw blurRad="1270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Arial" panose="020B0604020202020204" pitchFamily="34" charset="0"/>
                <a:ea typeface="Open Sans Extrabold" panose="020B0906030804020204" pitchFamily="34" charset="0"/>
                <a:cs typeface="Arial" panose="020B0604020202020204" pitchFamily="34" charset="0"/>
              </a:rPr>
              <a:t>Voltar</a:t>
            </a:r>
          </a:p>
        </p:txBody>
      </p:sp>
    </p:spTree>
    <p:extLst>
      <p:ext uri="{BB962C8B-B14F-4D97-AF65-F5344CB8AC3E}">
        <p14:creationId xmlns:p14="http://schemas.microsoft.com/office/powerpoint/2010/main" val="3245658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2040" fill="hold"/>
                                            <p:tgtEl>
                                              <p:spTgt spid="37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  <p:par>
                                    <p:cTn id="7" presetID="2" presetClass="entr" presetSubtype="4" fill="hold" grpId="0" nodeType="with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9" dur="20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10" dur="20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1" presetID="2" presetClass="entr" presetSubtype="1" fill="hold" grpId="0" nodeType="with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13" dur="20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14" dur="20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5" presetID="2" presetClass="entr" presetSubtype="4" fill="hold" grpId="0" nodeType="with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17" dur="20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18" dur="20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9" presetID="2" presetClass="entr" presetSubtype="1" fill="hold" grpId="0" nodeType="with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21" dur="20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22" dur="20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3" presetID="2" presetClass="entr" presetSubtype="4" fill="hold" grpId="0" nodeType="with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25" dur="20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26" dur="20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7" presetID="2" presetClass="entr" presetSubtype="1" fill="hold" grpId="0" nodeType="with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29" dur="20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30" dur="20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1" presetID="2" presetClass="entr" presetSubtype="4" fill="hold" grpId="0" nodeType="with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33" dur="20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34" dur="20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5" presetID="23" presetClass="entr" presetSubtype="32" fill="hold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7" dur="5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4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8" dur="5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4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9" presetID="22" presetClass="entr" presetSubtype="8" fill="hold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4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41" dur="1000"/>
                                            <p:tgtEl>
                                              <p:spTgt spid="1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2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43" dur="indefinite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44" dur="indefinite"/>
                                            <p:tgtEl>
                                              <p:spTgt spid="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5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46" dur="indefinite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47" dur="indefinite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8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49" dur="indefinite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50" dur="indefinite"/>
                                            <p:tgtEl>
                                              <p:spTgt spid="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1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52" dur="indefinite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53" dur="indefinite"/>
                                            <p:tgtEl>
                                              <p:spTgt spid="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4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55" dur="indefinite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56" dur="indefinite"/>
                                            <p:tgtEl>
                                              <p:spTgt spid="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7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58" dur="indefinite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59" dur="indefinite"/>
                                            <p:tgtEl>
                                              <p:spTgt spid="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0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61" dur="indefinite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62" dur="indefinite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63" fill="hold">
                                <p:stCondLst>
                                  <p:cond delay="2040"/>
                                </p:stCondLst>
                                <p:childTnLst>
                                  <p:par>
                                    <p:cTn id="64" presetID="5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66" dur="50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7" dur="50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68" dur="500"/>
                                            <p:tgtEl>
                                              <p:spTgt spid="3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9" presetID="42" presetClass="path" presetSubtype="0" accel="50000" decel="5000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2.70833E-6 -1.85185E-6 L -2.70833E-6 0.3206 " pathEditMode="relative" rAng="0" ptsTypes="AA">
                                          <p:cBhvr>
                                            <p:cTn id="70" dur="500" spd="-10000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16019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71" fill="hold">
                                <p:stCondLst>
                                  <p:cond delay="2540"/>
                                </p:stCondLst>
                                <p:childTnLst>
                                  <p:par>
                                    <p:cTn id="72" presetID="6" presetClass="emph" presetSubtype="0" repeatCount="indefinite" autoRev="1" fill="hold" grpId="2" nodeType="afterEffect">
                                      <p:stCondLst>
                                        <p:cond delay="0"/>
                                      </p:stCondLst>
                                      <p:endCondLst>
                                        <p:cond evt="onNext" delay="0">
                                          <p:tgtEl>
                                            <p:sldTgt/>
                                          </p:tgtEl>
                                        </p:cond>
                                      </p:endCondLst>
                                      <p:childTnLst>
                                        <p:animScale>
                                          <p:cBhvr>
                                            <p:cTn id="73" dur="500" fill="hold"/>
                                            <p:tgtEl>
                                              <p:spTgt spid="36"/>
                                            </p:tgtEl>
                                          </p:cBhvr>
                                          <p:by x="90000" y="90000"/>
                                        </p:animScale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>
                    <p:cTn id="74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37"/>
                    </p:tgtEl>
                  </p:cMediaNode>
                </p:audio>
              </p:childTnLst>
            </p:cTn>
          </p:par>
        </p:tnLst>
        <p:bldLst>
          <p:bldP spid="2" grpId="0"/>
          <p:bldP spid="2" grpId="1"/>
          <p:bldP spid="8" grpId="0"/>
          <p:bldP spid="8" grpId="1"/>
          <p:bldP spid="7" grpId="0"/>
          <p:bldP spid="7" grpId="1"/>
          <p:bldP spid="6" grpId="0"/>
          <p:bldP spid="6" grpId="1"/>
          <p:bldP spid="5" grpId="0"/>
          <p:bldP spid="5" grpId="1"/>
          <p:bldP spid="4" grpId="0"/>
          <p:bldP spid="4" grpId="1"/>
          <p:bldP spid="3" grpId="0"/>
          <p:bldP spid="3" grpId="1"/>
          <p:bldP spid="36" grpId="0" animBg="1"/>
          <p:bldP spid="36" grpId="1" animBg="1"/>
          <p:bldP spid="36" grpId="2" animBg="1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2040" fill="hold"/>
                                            <p:tgtEl>
                                              <p:spTgt spid="37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  <p:par>
                                    <p:cTn id="7" presetID="2" presetClass="entr" presetSubtype="4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9" dur="20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0" dur="20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1" presetID="2" presetClass="entr" presetSubtype="1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3" dur="20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4" dur="20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5" presetID="2" presetClass="entr" presetSubtype="4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7" dur="20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8" dur="20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9" presetID="2" presetClass="entr" presetSubtype="1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1" dur="20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2" dur="20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3" presetID="2" presetClass="entr" presetSubtype="4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5" dur="20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6" dur="20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7" presetID="2" presetClass="entr" presetSubtype="1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9" dur="20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0" dur="20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1" presetID="2" presetClass="entr" presetSubtype="4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3" dur="20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4" dur="20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5" presetID="23" presetClass="entr" presetSubtype="32" fill="hold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7" dur="5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4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8" dur="5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4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9" presetID="22" presetClass="entr" presetSubtype="8" fill="hold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4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41" dur="1000"/>
                                            <p:tgtEl>
                                              <p:spTgt spid="1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2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43" dur="indefinite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44" dur="indefinite"/>
                                            <p:tgtEl>
                                              <p:spTgt spid="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5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46" dur="indefinite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47" dur="indefinite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8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49" dur="indefinite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50" dur="indefinite"/>
                                            <p:tgtEl>
                                              <p:spTgt spid="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1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52" dur="indefinite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53" dur="indefinite"/>
                                            <p:tgtEl>
                                              <p:spTgt spid="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4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55" dur="indefinite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56" dur="indefinite"/>
                                            <p:tgtEl>
                                              <p:spTgt spid="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7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58" dur="indefinite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59" dur="indefinite"/>
                                            <p:tgtEl>
                                              <p:spTgt spid="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0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61" dur="indefinite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62" dur="indefinite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63" fill="hold">
                                <p:stCondLst>
                                  <p:cond delay="2040"/>
                                </p:stCondLst>
                                <p:childTnLst>
                                  <p:par>
                                    <p:cTn id="64" presetID="5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66" dur="50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7" dur="50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68" dur="500"/>
                                            <p:tgtEl>
                                              <p:spTgt spid="3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9" presetID="42" presetClass="path" presetSubtype="0" accel="50000" decel="5000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2.70833E-6 -1.85185E-6 L -2.70833E-6 0.3206 " pathEditMode="relative" rAng="0" ptsTypes="AA">
                                          <p:cBhvr>
                                            <p:cTn id="70" dur="500" spd="-10000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16019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71" fill="hold">
                                <p:stCondLst>
                                  <p:cond delay="2540"/>
                                </p:stCondLst>
                                <p:childTnLst>
                                  <p:par>
                                    <p:cTn id="72" presetID="6" presetClass="emph" presetSubtype="0" repeatCount="indefinite" autoRev="1" fill="hold" grpId="2" nodeType="afterEffect">
                                      <p:stCondLst>
                                        <p:cond delay="0"/>
                                      </p:stCondLst>
                                      <p:endCondLst>
                                        <p:cond evt="onNext" delay="0">
                                          <p:tgtEl>
                                            <p:sldTgt/>
                                          </p:tgtEl>
                                        </p:cond>
                                      </p:endCondLst>
                                      <p:childTnLst>
                                        <p:animScale>
                                          <p:cBhvr>
                                            <p:cTn id="73" dur="500" fill="hold"/>
                                            <p:tgtEl>
                                              <p:spTgt spid="36"/>
                                            </p:tgtEl>
                                          </p:cBhvr>
                                          <p:by x="90000" y="90000"/>
                                        </p:animScale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>
                    <p:cTn id="74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37"/>
                    </p:tgtEl>
                  </p:cMediaNode>
                </p:audio>
              </p:childTnLst>
            </p:cTn>
          </p:par>
        </p:tnLst>
        <p:bldLst>
          <p:bldP spid="2" grpId="0"/>
          <p:bldP spid="2" grpId="1"/>
          <p:bldP spid="8" grpId="0"/>
          <p:bldP spid="8" grpId="1"/>
          <p:bldP spid="7" grpId="0"/>
          <p:bldP spid="7" grpId="1"/>
          <p:bldP spid="6" grpId="0"/>
          <p:bldP spid="6" grpId="1"/>
          <p:bldP spid="5" grpId="0"/>
          <p:bldP spid="5" grpId="1"/>
          <p:bldP spid="4" grpId="0"/>
          <p:bldP spid="4" grpId="1"/>
          <p:bldP spid="3" grpId="0"/>
          <p:bldP spid="3" grpId="1"/>
          <p:bldP spid="36" grpId="0" animBg="1"/>
          <p:bldP spid="36" grpId="1" animBg="1"/>
          <p:bldP spid="36" grpId="2" animBg="1"/>
        </p:bldLst>
      </p:timing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C00000"/>
            </a:gs>
            <a:gs pos="100000">
              <a:schemeClr val="tx1">
                <a:lumMod val="85000"/>
                <a:lumOff val="15000"/>
              </a:schemeClr>
            </a:gs>
          </a:gsLst>
          <a:lin ang="81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7">
            <a:extLst>
              <a:ext uri="{FF2B5EF4-FFF2-40B4-BE49-F238E27FC236}">
                <a16:creationId xmlns:a16="http://schemas.microsoft.com/office/drawing/2014/main" id="{AF47984B-59F1-7176-A115-158B29114E0E}"/>
              </a:ext>
            </a:extLst>
          </p:cNvPr>
          <p:cNvSpPr txBox="1"/>
          <p:nvPr/>
        </p:nvSpPr>
        <p:spPr>
          <a:xfrm>
            <a:off x="8746332" y="-11965950"/>
            <a:ext cx="1005403" cy="16342935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9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8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7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5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4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3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2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1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</p:txBody>
      </p:sp>
      <p:sp>
        <p:nvSpPr>
          <p:cNvPr id="8" name="N6">
            <a:extLst>
              <a:ext uri="{FF2B5EF4-FFF2-40B4-BE49-F238E27FC236}">
                <a16:creationId xmlns:a16="http://schemas.microsoft.com/office/drawing/2014/main" id="{FE3BD9AB-7F50-A4B5-5F53-70354EF481F4}"/>
              </a:ext>
            </a:extLst>
          </p:cNvPr>
          <p:cNvSpPr txBox="1"/>
          <p:nvPr/>
        </p:nvSpPr>
        <p:spPr>
          <a:xfrm>
            <a:off x="7805114" y="2671817"/>
            <a:ext cx="1005403" cy="16342935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9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8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7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5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4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3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2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1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</p:txBody>
      </p:sp>
      <p:sp>
        <p:nvSpPr>
          <p:cNvPr id="7" name="N5">
            <a:extLst>
              <a:ext uri="{FF2B5EF4-FFF2-40B4-BE49-F238E27FC236}">
                <a16:creationId xmlns:a16="http://schemas.microsoft.com/office/drawing/2014/main" id="{D60E20A6-40DE-61FF-BC52-780641776D60}"/>
              </a:ext>
            </a:extLst>
          </p:cNvPr>
          <p:cNvSpPr txBox="1"/>
          <p:nvPr/>
        </p:nvSpPr>
        <p:spPr>
          <a:xfrm>
            <a:off x="6863896" y="-11965950"/>
            <a:ext cx="1005403" cy="16342935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9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8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7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5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4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3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2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1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</p:txBody>
      </p:sp>
      <p:sp>
        <p:nvSpPr>
          <p:cNvPr id="6" name="N4">
            <a:extLst>
              <a:ext uri="{FF2B5EF4-FFF2-40B4-BE49-F238E27FC236}">
                <a16:creationId xmlns:a16="http://schemas.microsoft.com/office/drawing/2014/main" id="{B55EA620-A448-2ACD-AF8D-A6933BC4F87F}"/>
              </a:ext>
            </a:extLst>
          </p:cNvPr>
          <p:cNvSpPr txBox="1"/>
          <p:nvPr/>
        </p:nvSpPr>
        <p:spPr>
          <a:xfrm>
            <a:off x="5546009" y="2671817"/>
            <a:ext cx="1005403" cy="16342935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9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8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7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5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4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3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2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1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</p:txBody>
      </p:sp>
      <p:sp>
        <p:nvSpPr>
          <p:cNvPr id="5" name="N3">
            <a:extLst>
              <a:ext uri="{FF2B5EF4-FFF2-40B4-BE49-F238E27FC236}">
                <a16:creationId xmlns:a16="http://schemas.microsoft.com/office/drawing/2014/main" id="{EAC23BB9-25AA-23D1-BBA8-4E96A8121B22}"/>
              </a:ext>
            </a:extLst>
          </p:cNvPr>
          <p:cNvSpPr txBox="1"/>
          <p:nvPr/>
        </p:nvSpPr>
        <p:spPr>
          <a:xfrm>
            <a:off x="4604791" y="-11965950"/>
            <a:ext cx="1005403" cy="16342935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9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8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7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5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4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3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2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1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</p:txBody>
      </p:sp>
      <p:sp>
        <p:nvSpPr>
          <p:cNvPr id="4" name="N2">
            <a:extLst>
              <a:ext uri="{FF2B5EF4-FFF2-40B4-BE49-F238E27FC236}">
                <a16:creationId xmlns:a16="http://schemas.microsoft.com/office/drawing/2014/main" id="{95EF8A55-2A5D-C739-62DE-9F54AB9D7812}"/>
              </a:ext>
            </a:extLst>
          </p:cNvPr>
          <p:cNvSpPr txBox="1"/>
          <p:nvPr/>
        </p:nvSpPr>
        <p:spPr>
          <a:xfrm>
            <a:off x="3663573" y="2671817"/>
            <a:ext cx="1005403" cy="16342935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9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8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7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5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4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3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2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1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</p:txBody>
      </p:sp>
      <p:sp>
        <p:nvSpPr>
          <p:cNvPr id="3" name="N1">
            <a:extLst>
              <a:ext uri="{FF2B5EF4-FFF2-40B4-BE49-F238E27FC236}">
                <a16:creationId xmlns:a16="http://schemas.microsoft.com/office/drawing/2014/main" id="{321860B9-DC15-351B-F334-054EAF2E4D85}"/>
              </a:ext>
            </a:extLst>
          </p:cNvPr>
          <p:cNvSpPr txBox="1"/>
          <p:nvPr/>
        </p:nvSpPr>
        <p:spPr>
          <a:xfrm>
            <a:off x="2446833" y="-11965950"/>
            <a:ext cx="1005403" cy="16342935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9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8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7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5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4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3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2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1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</p:txBody>
      </p:sp>
      <p:grpSp>
        <p:nvGrpSpPr>
          <p:cNvPr id="34" name="!!mascara">
            <a:extLst>
              <a:ext uri="{FF2B5EF4-FFF2-40B4-BE49-F238E27FC236}">
                <a16:creationId xmlns:a16="http://schemas.microsoft.com/office/drawing/2014/main" id="{C287DD8F-17E0-D7CA-89A4-3F01919A018C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 useBgFill="1">
          <p:nvSpPr>
            <p:cNvPr id="9" name="Forma Livre: Forma 8">
              <a:extLst>
                <a:ext uri="{FF2B5EF4-FFF2-40B4-BE49-F238E27FC236}">
                  <a16:creationId xmlns:a16="http://schemas.microsoft.com/office/drawing/2014/main" id="{43DD7F38-D131-0688-54CD-A4DDB6A95DE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0"/>
              <a:ext cx="12192000" cy="6858000"/>
            </a:xfrm>
            <a:custGeom>
              <a:avLst/>
              <a:gdLst>
                <a:gd name="connsiteX0" fmla="*/ 2566220 w 12192000"/>
                <a:gd name="connsiteY0" fmla="*/ 2632290 h 6858000"/>
                <a:gd name="connsiteX1" fmla="*/ 2322443 w 12192000"/>
                <a:gd name="connsiteY1" fmla="*/ 2876067 h 6858000"/>
                <a:gd name="connsiteX2" fmla="*/ 2322443 w 12192000"/>
                <a:gd name="connsiteY2" fmla="*/ 3851145 h 6858000"/>
                <a:gd name="connsiteX3" fmla="*/ 2566220 w 12192000"/>
                <a:gd name="connsiteY3" fmla="*/ 4094922 h 6858000"/>
                <a:gd name="connsiteX4" fmla="*/ 9625780 w 12192000"/>
                <a:gd name="connsiteY4" fmla="*/ 4094922 h 6858000"/>
                <a:gd name="connsiteX5" fmla="*/ 9869557 w 12192000"/>
                <a:gd name="connsiteY5" fmla="*/ 3851145 h 6858000"/>
                <a:gd name="connsiteX6" fmla="*/ 9869557 w 12192000"/>
                <a:gd name="connsiteY6" fmla="*/ 2876067 h 6858000"/>
                <a:gd name="connsiteX7" fmla="*/ 9625780 w 12192000"/>
                <a:gd name="connsiteY7" fmla="*/ 2632290 h 6858000"/>
                <a:gd name="connsiteX8" fmla="*/ 0 w 12192000"/>
                <a:gd name="connsiteY8" fmla="*/ 0 h 6858000"/>
                <a:gd name="connsiteX9" fmla="*/ 12192000 w 12192000"/>
                <a:gd name="connsiteY9" fmla="*/ 0 h 6858000"/>
                <a:gd name="connsiteX10" fmla="*/ 12192000 w 12192000"/>
                <a:gd name="connsiteY10" fmla="*/ 6858000 h 6858000"/>
                <a:gd name="connsiteX11" fmla="*/ 0 w 12192000"/>
                <a:gd name="connsiteY11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192000" h="6858000">
                  <a:moveTo>
                    <a:pt x="2566220" y="2632290"/>
                  </a:moveTo>
                  <a:cubicBezTo>
                    <a:pt x="2431586" y="2632290"/>
                    <a:pt x="2322443" y="2741433"/>
                    <a:pt x="2322443" y="2876067"/>
                  </a:cubicBezTo>
                  <a:lnTo>
                    <a:pt x="2322443" y="3851145"/>
                  </a:lnTo>
                  <a:cubicBezTo>
                    <a:pt x="2322443" y="3985779"/>
                    <a:pt x="2431586" y="4094922"/>
                    <a:pt x="2566220" y="4094922"/>
                  </a:cubicBezTo>
                  <a:lnTo>
                    <a:pt x="9625780" y="4094922"/>
                  </a:lnTo>
                  <a:cubicBezTo>
                    <a:pt x="9760414" y="4094922"/>
                    <a:pt x="9869557" y="3985779"/>
                    <a:pt x="9869557" y="3851145"/>
                  </a:cubicBezTo>
                  <a:lnTo>
                    <a:pt x="9869557" y="2876067"/>
                  </a:lnTo>
                  <a:cubicBezTo>
                    <a:pt x="9869557" y="2741433"/>
                    <a:pt x="9760414" y="2632290"/>
                    <a:pt x="9625780" y="2632290"/>
                  </a:cubicBezTo>
                  <a:close/>
                  <a:moveTo>
                    <a:pt x="0" y="0"/>
                  </a:moveTo>
                  <a:lnTo>
                    <a:pt x="12192000" y="0"/>
                  </a:lnTo>
                  <a:lnTo>
                    <a:pt x="12192000" y="6858000"/>
                  </a:lnTo>
                  <a:lnTo>
                    <a:pt x="0" y="6858000"/>
                  </a:lnTo>
                  <a:close/>
                </a:path>
              </a:pathLst>
            </a:custGeom>
            <a:ln>
              <a:noFill/>
            </a:ln>
            <a:effectLst>
              <a:outerShdw blurRad="3810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0" name="CaixaDeTexto 9">
              <a:extLst>
                <a:ext uri="{FF2B5EF4-FFF2-40B4-BE49-F238E27FC236}">
                  <a16:creationId xmlns:a16="http://schemas.microsoft.com/office/drawing/2014/main" id="{4014AAB1-279C-87A1-6A54-69E5927AF183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40326" y="330615"/>
              <a:ext cx="11111348" cy="985530"/>
            </a:xfrm>
            <a:prstGeom prst="roundRect">
              <a:avLst>
                <a:gd name="adj" fmla="val 26924"/>
              </a:avLst>
            </a:prstGeom>
            <a:solidFill>
              <a:srgbClr val="FFC000"/>
            </a:solidFill>
            <a:ln w="19050">
              <a:noFill/>
            </a:ln>
            <a:effectLst>
              <a:outerShdw blurRad="635000" dist="2540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 anchorCtr="1"/>
            <a:lstStyle>
              <a:defPPr>
                <a:defRPr lang="pt-BR"/>
              </a:defPPr>
              <a:lvl1pPr algn="ctr">
                <a:defRPr b="1">
                  <a:ln w="3175">
                    <a:noFill/>
                  </a:ln>
                  <a:solidFill>
                    <a:srgbClr val="FF0000"/>
                  </a:solidFill>
                  <a:latin typeface="Arial Narrow" panose="020B0606020202030204" pitchFamily="34" charset="0"/>
                  <a:ea typeface="Open Sans Extrabold" panose="020B0906030804020204" pitchFamily="34" charset="0"/>
                  <a:cs typeface="Arial" panose="020B0604020202020204" pitchFamily="34" charset="0"/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4400" b="1" i="0" u="none" strike="noStrike" kern="1200" cap="none" spc="600" normalizeH="0" baseline="0" noProof="0">
                  <a:ln w="3175"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Open Sans Extrabold" panose="020B0906030804020204" pitchFamily="34" charset="0"/>
                  <a:cs typeface="Arial" panose="020B0604020202020204" pitchFamily="34" charset="0"/>
                </a:rPr>
                <a:t>VOCÊ ERROU!</a:t>
              </a:r>
            </a:p>
          </p:txBody>
        </p:sp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6893B8BF-F8F5-DB56-E87C-8ED5CBA7FCB6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226072" y="2180704"/>
              <a:ext cx="206883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24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Arial" panose="020B0604020202020204" pitchFamily="34" charset="0"/>
                </a:rPr>
                <a:t>Você ganhou:</a:t>
              </a:r>
            </a:p>
          </p:txBody>
        </p:sp>
        <p:sp>
          <p:nvSpPr>
            <p:cNvPr id="12" name="CaixaDeTexto 11">
              <a:extLst>
                <a:ext uri="{FF2B5EF4-FFF2-40B4-BE49-F238E27FC236}">
                  <a16:creationId xmlns:a16="http://schemas.microsoft.com/office/drawing/2014/main" id="{E77C9F72-334E-862C-ACF5-323EF2E8C72C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667254" y="2555761"/>
              <a:ext cx="64472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28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R$</a:t>
              </a:r>
            </a:p>
          </p:txBody>
        </p:sp>
        <p:sp>
          <p:nvSpPr>
            <p:cNvPr id="13" name="Elipse 12">
              <a:extLst>
                <a:ext uri="{FF2B5EF4-FFF2-40B4-BE49-F238E27FC236}">
                  <a16:creationId xmlns:a16="http://schemas.microsoft.com/office/drawing/2014/main" id="{D879FEC9-3C93-4084-1DC0-039C3A2FA1A8}"/>
                </a:ext>
              </a:extLst>
            </p:cNvPr>
            <p:cNvSpPr>
              <a:spLocks noGrp="1" noRot="1" noChangeAspect="1" noMove="1" noResize="1" noEditPoints="1" noAdjustHandles="1" noChangeArrowheads="1" noChangeShapeType="1"/>
            </p:cNvSpPr>
            <p:nvPr/>
          </p:nvSpPr>
          <p:spPr>
            <a:xfrm>
              <a:off x="3480684" y="3646074"/>
              <a:ext cx="180000" cy="180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4" name="Elipse 13">
              <a:extLst>
                <a:ext uri="{FF2B5EF4-FFF2-40B4-BE49-F238E27FC236}">
                  <a16:creationId xmlns:a16="http://schemas.microsoft.com/office/drawing/2014/main" id="{4014B435-FE21-6F3F-D0A3-96A450E125B7}"/>
                </a:ext>
              </a:extLst>
            </p:cNvPr>
            <p:cNvSpPr>
              <a:spLocks noGrp="1" noRot="1" noChangeAspect="1" noMove="1" noResize="1" noEditPoints="1" noAdjustHandles="1" noChangeArrowheads="1" noChangeShapeType="1"/>
            </p:cNvSpPr>
            <p:nvPr/>
          </p:nvSpPr>
          <p:spPr>
            <a:xfrm>
              <a:off x="6610570" y="3646074"/>
              <a:ext cx="180000" cy="180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grpSp>
        <p:nvGrpSpPr>
          <p:cNvPr id="15" name="barra de progresso">
            <a:extLst>
              <a:ext uri="{FF2B5EF4-FFF2-40B4-BE49-F238E27FC236}">
                <a16:creationId xmlns:a16="http://schemas.microsoft.com/office/drawing/2014/main" id="{D7DF4F7E-B4C8-F5D8-B5B0-9D68AE4528F9}"/>
              </a:ext>
            </a:extLst>
          </p:cNvPr>
          <p:cNvGrpSpPr/>
          <p:nvPr/>
        </p:nvGrpSpPr>
        <p:grpSpPr>
          <a:xfrm>
            <a:off x="540326" y="6168042"/>
            <a:ext cx="11111348" cy="216000"/>
            <a:chOff x="540326" y="6168042"/>
            <a:chExt cx="11111348" cy="216000"/>
          </a:xfrm>
        </p:grpSpPr>
        <p:sp useBgFill="1">
          <p:nvSpPr>
            <p:cNvPr id="16" name="Retângulo: Cantos Arredondados 15">
              <a:extLst>
                <a:ext uri="{FF2B5EF4-FFF2-40B4-BE49-F238E27FC236}">
                  <a16:creationId xmlns:a16="http://schemas.microsoft.com/office/drawing/2014/main" id="{645F6494-8FFC-74C9-3BEE-6344C16689C9}"/>
                </a:ext>
              </a:extLst>
            </p:cNvPr>
            <p:cNvSpPr/>
            <p:nvPr/>
          </p:nvSpPr>
          <p:spPr>
            <a:xfrm>
              <a:off x="540326" y="6168042"/>
              <a:ext cx="540000" cy="216000"/>
            </a:xfrm>
            <a:prstGeom prst="roundRect">
              <a:avLst>
                <a:gd name="adj" fmla="val 50000"/>
              </a:avLst>
            </a:prstGeom>
            <a:ln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17" name="Retângulo: Cantos Arredondados 16">
              <a:extLst>
                <a:ext uri="{FF2B5EF4-FFF2-40B4-BE49-F238E27FC236}">
                  <a16:creationId xmlns:a16="http://schemas.microsoft.com/office/drawing/2014/main" id="{D0360543-989E-44E5-018D-E2B5E5E7950A}"/>
                </a:ext>
              </a:extLst>
            </p:cNvPr>
            <p:cNvSpPr/>
            <p:nvPr/>
          </p:nvSpPr>
          <p:spPr>
            <a:xfrm>
              <a:off x="1245083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18" name="Retângulo: Cantos Arredondados 17">
              <a:extLst>
                <a:ext uri="{FF2B5EF4-FFF2-40B4-BE49-F238E27FC236}">
                  <a16:creationId xmlns:a16="http://schemas.microsoft.com/office/drawing/2014/main" id="{832CD0D4-B00B-66F6-AC8B-2047BB5D1C88}"/>
                </a:ext>
              </a:extLst>
            </p:cNvPr>
            <p:cNvSpPr/>
            <p:nvPr/>
          </p:nvSpPr>
          <p:spPr>
            <a:xfrm>
              <a:off x="1949840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19" name="Retângulo: Cantos Arredondados 18">
              <a:extLst>
                <a:ext uri="{FF2B5EF4-FFF2-40B4-BE49-F238E27FC236}">
                  <a16:creationId xmlns:a16="http://schemas.microsoft.com/office/drawing/2014/main" id="{09C5ED91-4829-2188-7144-57BB65B5895C}"/>
                </a:ext>
              </a:extLst>
            </p:cNvPr>
            <p:cNvSpPr/>
            <p:nvPr/>
          </p:nvSpPr>
          <p:spPr>
            <a:xfrm>
              <a:off x="2654597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20" name="Retângulo: Cantos Arredondados 19">
              <a:extLst>
                <a:ext uri="{FF2B5EF4-FFF2-40B4-BE49-F238E27FC236}">
                  <a16:creationId xmlns:a16="http://schemas.microsoft.com/office/drawing/2014/main" id="{B5F9D68A-2A87-C90C-1D98-7737129DB43B}"/>
                </a:ext>
              </a:extLst>
            </p:cNvPr>
            <p:cNvSpPr/>
            <p:nvPr/>
          </p:nvSpPr>
          <p:spPr>
            <a:xfrm>
              <a:off x="3359354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21" name="Retângulo: Cantos Arredondados 20">
              <a:extLst>
                <a:ext uri="{FF2B5EF4-FFF2-40B4-BE49-F238E27FC236}">
                  <a16:creationId xmlns:a16="http://schemas.microsoft.com/office/drawing/2014/main" id="{A3EAB60E-42B2-0210-E6AD-787A54CF5E6B}"/>
                </a:ext>
              </a:extLst>
            </p:cNvPr>
            <p:cNvSpPr/>
            <p:nvPr/>
          </p:nvSpPr>
          <p:spPr>
            <a:xfrm>
              <a:off x="4064111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22" name="Retângulo: Cantos Arredondados 21">
              <a:extLst>
                <a:ext uri="{FF2B5EF4-FFF2-40B4-BE49-F238E27FC236}">
                  <a16:creationId xmlns:a16="http://schemas.microsoft.com/office/drawing/2014/main" id="{7805FE38-3DA6-AA69-5A21-5FDF35D7E06F}"/>
                </a:ext>
              </a:extLst>
            </p:cNvPr>
            <p:cNvSpPr/>
            <p:nvPr/>
          </p:nvSpPr>
          <p:spPr>
            <a:xfrm>
              <a:off x="4768868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23" name="Retângulo: Cantos Arredondados 22">
              <a:extLst>
                <a:ext uri="{FF2B5EF4-FFF2-40B4-BE49-F238E27FC236}">
                  <a16:creationId xmlns:a16="http://schemas.microsoft.com/office/drawing/2014/main" id="{2F3233F8-5476-5095-85DB-1E53D02FFF73}"/>
                </a:ext>
              </a:extLst>
            </p:cNvPr>
            <p:cNvSpPr/>
            <p:nvPr/>
          </p:nvSpPr>
          <p:spPr>
            <a:xfrm>
              <a:off x="5473625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24" name="Retângulo: Cantos Arredondados 23">
              <a:extLst>
                <a:ext uri="{FF2B5EF4-FFF2-40B4-BE49-F238E27FC236}">
                  <a16:creationId xmlns:a16="http://schemas.microsoft.com/office/drawing/2014/main" id="{BE1456AE-ED2B-72A9-D02A-1CD0F978D85D}"/>
                </a:ext>
              </a:extLst>
            </p:cNvPr>
            <p:cNvSpPr/>
            <p:nvPr/>
          </p:nvSpPr>
          <p:spPr>
            <a:xfrm>
              <a:off x="6178382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25" name="Retângulo: Cantos Arredondados 24">
              <a:extLst>
                <a:ext uri="{FF2B5EF4-FFF2-40B4-BE49-F238E27FC236}">
                  <a16:creationId xmlns:a16="http://schemas.microsoft.com/office/drawing/2014/main" id="{4755B973-D05B-1281-55E7-74B61C8A4505}"/>
                </a:ext>
              </a:extLst>
            </p:cNvPr>
            <p:cNvSpPr/>
            <p:nvPr/>
          </p:nvSpPr>
          <p:spPr>
            <a:xfrm>
              <a:off x="6883139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26" name="Retângulo: Cantos Arredondados 25">
              <a:extLst>
                <a:ext uri="{FF2B5EF4-FFF2-40B4-BE49-F238E27FC236}">
                  <a16:creationId xmlns:a16="http://schemas.microsoft.com/office/drawing/2014/main" id="{23BB2712-A117-128D-132B-22540621C404}"/>
                </a:ext>
              </a:extLst>
            </p:cNvPr>
            <p:cNvSpPr/>
            <p:nvPr/>
          </p:nvSpPr>
          <p:spPr>
            <a:xfrm>
              <a:off x="7587896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27" name="Retângulo: Cantos Arredondados 26">
              <a:extLst>
                <a:ext uri="{FF2B5EF4-FFF2-40B4-BE49-F238E27FC236}">
                  <a16:creationId xmlns:a16="http://schemas.microsoft.com/office/drawing/2014/main" id="{1F3E133E-5E8D-EA78-A60D-62DE8FA3C825}"/>
                </a:ext>
              </a:extLst>
            </p:cNvPr>
            <p:cNvSpPr/>
            <p:nvPr/>
          </p:nvSpPr>
          <p:spPr>
            <a:xfrm>
              <a:off x="8292653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28" name="Retângulo: Cantos Arredondados 27">
              <a:extLst>
                <a:ext uri="{FF2B5EF4-FFF2-40B4-BE49-F238E27FC236}">
                  <a16:creationId xmlns:a16="http://schemas.microsoft.com/office/drawing/2014/main" id="{52F08055-4C07-9D7D-B51F-6C5520201AFF}"/>
                </a:ext>
              </a:extLst>
            </p:cNvPr>
            <p:cNvSpPr/>
            <p:nvPr/>
          </p:nvSpPr>
          <p:spPr>
            <a:xfrm>
              <a:off x="8997410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29" name="Retângulo: Cantos Arredondados 28">
              <a:extLst>
                <a:ext uri="{FF2B5EF4-FFF2-40B4-BE49-F238E27FC236}">
                  <a16:creationId xmlns:a16="http://schemas.microsoft.com/office/drawing/2014/main" id="{915F56B7-CB97-B128-3798-360BFADDFBFE}"/>
                </a:ext>
              </a:extLst>
            </p:cNvPr>
            <p:cNvSpPr/>
            <p:nvPr/>
          </p:nvSpPr>
          <p:spPr>
            <a:xfrm>
              <a:off x="9702167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30" name="Retângulo: Cantos Arredondados 29">
              <a:extLst>
                <a:ext uri="{FF2B5EF4-FFF2-40B4-BE49-F238E27FC236}">
                  <a16:creationId xmlns:a16="http://schemas.microsoft.com/office/drawing/2014/main" id="{6422418E-AA0B-8E26-FC84-D410772659AF}"/>
                </a:ext>
              </a:extLst>
            </p:cNvPr>
            <p:cNvSpPr/>
            <p:nvPr/>
          </p:nvSpPr>
          <p:spPr>
            <a:xfrm>
              <a:off x="10406924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31" name="Retângulo: Cantos Arredondados 30">
              <a:extLst>
                <a:ext uri="{FF2B5EF4-FFF2-40B4-BE49-F238E27FC236}">
                  <a16:creationId xmlns:a16="http://schemas.microsoft.com/office/drawing/2014/main" id="{E640292C-BE19-1E3C-A127-339B803D0EC0}"/>
                </a:ext>
              </a:extLst>
            </p:cNvPr>
            <p:cNvSpPr/>
            <p:nvPr/>
          </p:nvSpPr>
          <p:spPr>
            <a:xfrm>
              <a:off x="11111674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pic>
        <p:nvPicPr>
          <p:cNvPr id="32" name="emoji">
            <a:extLst>
              <a:ext uri="{FF2B5EF4-FFF2-40B4-BE49-F238E27FC236}">
                <a16:creationId xmlns:a16="http://schemas.microsoft.com/office/drawing/2014/main" id="{D5E21F0E-C48A-B95C-AD66-20556A0DDDF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343083" y="1938181"/>
            <a:ext cx="1085856" cy="1085856"/>
          </a:xfrm>
          <a:prstGeom prst="rect">
            <a:avLst/>
          </a:prstGeom>
          <a:effectLst>
            <a:outerShdw blurRad="635000" dist="190500" dir="2700000" algn="tl" rotWithShape="0">
              <a:prstClr val="black">
                <a:alpha val="60000"/>
              </a:prstClr>
            </a:outerShdw>
          </a:effectLst>
        </p:spPr>
      </p:pic>
      <p:pic>
        <p:nvPicPr>
          <p:cNvPr id="37" name="que pena, vc errou">
            <a:hlinkClick r:id="" action="ppaction://media"/>
            <a:extLst>
              <a:ext uri="{FF2B5EF4-FFF2-40B4-BE49-F238E27FC236}">
                <a16:creationId xmlns:a16="http://schemas.microsoft.com/office/drawing/2014/main" id="{E7877330-4976-EF07-7A6B-DC501CA5A40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-772973" y="206871"/>
            <a:ext cx="509587" cy="509587"/>
          </a:xfrm>
          <a:prstGeom prst="rect">
            <a:avLst/>
          </a:prstGeom>
        </p:spPr>
      </p:pic>
      <p:sp>
        <p:nvSpPr>
          <p:cNvPr id="36" name="Botaão Próxima">
            <a:hlinkClick r:id="rId7" action="ppaction://hlinksldjump"/>
            <a:extLst>
              <a:ext uri="{FF2B5EF4-FFF2-40B4-BE49-F238E27FC236}">
                <a16:creationId xmlns:a16="http://schemas.microsoft.com/office/drawing/2014/main" id="{D8D6BADB-9107-265C-0220-AFB0512FE4EB}"/>
              </a:ext>
            </a:extLst>
          </p:cNvPr>
          <p:cNvSpPr/>
          <p:nvPr/>
        </p:nvSpPr>
        <p:spPr>
          <a:xfrm>
            <a:off x="9142497" y="5271949"/>
            <a:ext cx="2330219" cy="540000"/>
          </a:xfrm>
          <a:prstGeom prst="roundRect">
            <a:avLst/>
          </a:prstGeom>
          <a:gradFill flip="none" rotWithShape="1">
            <a:gsLst>
              <a:gs pos="0">
                <a:schemeClr val="accent6"/>
              </a:gs>
              <a:gs pos="59000">
                <a:schemeClr val="accent6">
                  <a:lumMod val="75000"/>
                </a:schemeClr>
              </a:gs>
              <a:gs pos="100000">
                <a:schemeClr val="accent6">
                  <a:lumMod val="50000"/>
                </a:schemeClr>
              </a:gs>
            </a:gsLst>
            <a:lin ang="19200000" scaled="0"/>
            <a:tileRect/>
          </a:gradFill>
          <a:ln w="19050">
            <a:solidFill>
              <a:schemeClr val="bg1"/>
            </a:solidFill>
          </a:ln>
          <a:effectLst>
            <a:outerShdw blurRad="381000" dist="1270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rIns="108000" rtlCol="0" anchor="ctr"/>
          <a:lstStyle/>
          <a:p>
            <a:pPr algn="ctr"/>
            <a:r>
              <a:rPr lang="pt-BR" sz="1400" b="1" dirty="0">
                <a:ln w="3175">
                  <a:noFill/>
                </a:ln>
                <a:effectLst>
                  <a:outerShdw blurRad="1270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Arial" panose="020B0604020202020204" pitchFamily="34" charset="0"/>
                <a:ea typeface="Open Sans Extrabold" panose="020B0906030804020204" pitchFamily="34" charset="0"/>
                <a:cs typeface="Arial" panose="020B0604020202020204" pitchFamily="34" charset="0"/>
              </a:rPr>
              <a:t>Voltar</a:t>
            </a:r>
          </a:p>
        </p:txBody>
      </p:sp>
    </p:spTree>
    <p:extLst>
      <p:ext uri="{BB962C8B-B14F-4D97-AF65-F5344CB8AC3E}">
        <p14:creationId xmlns:p14="http://schemas.microsoft.com/office/powerpoint/2010/main" val="8316376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2040" fill="hold"/>
                                            <p:tgtEl>
                                              <p:spTgt spid="37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  <p:par>
                                    <p:cTn id="7" presetID="2" presetClass="entr" presetSubtype="4" fill="hold" grpId="0" nodeType="with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9" dur="20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10" dur="20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1" presetID="2" presetClass="entr" presetSubtype="1" fill="hold" grpId="0" nodeType="with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13" dur="20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14" dur="20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5" presetID="2" presetClass="entr" presetSubtype="4" fill="hold" grpId="0" nodeType="with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17" dur="20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18" dur="20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9" presetID="2" presetClass="entr" presetSubtype="1" fill="hold" grpId="0" nodeType="with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21" dur="20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22" dur="20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3" presetID="2" presetClass="entr" presetSubtype="4" fill="hold" grpId="0" nodeType="with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25" dur="20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26" dur="20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7" presetID="2" presetClass="entr" presetSubtype="1" fill="hold" grpId="0" nodeType="with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29" dur="20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30" dur="20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1" presetID="2" presetClass="entr" presetSubtype="4" fill="hold" grpId="0" nodeType="with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33" dur="20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34" dur="20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5" presetID="23" presetClass="entr" presetSubtype="32" fill="hold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7" dur="5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4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8" dur="5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4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9" presetID="22" presetClass="entr" presetSubtype="8" fill="hold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4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41" dur="1000"/>
                                            <p:tgtEl>
                                              <p:spTgt spid="1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2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43" dur="indefinite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44" dur="indefinite"/>
                                            <p:tgtEl>
                                              <p:spTgt spid="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5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46" dur="indefinite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47" dur="indefinite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8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49" dur="indefinite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50" dur="indefinite"/>
                                            <p:tgtEl>
                                              <p:spTgt spid="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1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52" dur="indefinite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53" dur="indefinite"/>
                                            <p:tgtEl>
                                              <p:spTgt spid="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4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55" dur="indefinite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56" dur="indefinite"/>
                                            <p:tgtEl>
                                              <p:spTgt spid="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7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58" dur="indefinite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59" dur="indefinite"/>
                                            <p:tgtEl>
                                              <p:spTgt spid="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0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61" dur="indefinite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62" dur="indefinite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63" fill="hold">
                                <p:stCondLst>
                                  <p:cond delay="2040"/>
                                </p:stCondLst>
                                <p:childTnLst>
                                  <p:par>
                                    <p:cTn id="64" presetID="5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66" dur="50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7" dur="50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68" dur="500"/>
                                            <p:tgtEl>
                                              <p:spTgt spid="3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9" presetID="42" presetClass="path" presetSubtype="0" accel="50000" decel="5000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2.70833E-6 -1.85185E-6 L -2.70833E-6 0.3206 " pathEditMode="relative" rAng="0" ptsTypes="AA">
                                          <p:cBhvr>
                                            <p:cTn id="70" dur="500" spd="-10000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16019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71" fill="hold">
                                <p:stCondLst>
                                  <p:cond delay="2540"/>
                                </p:stCondLst>
                                <p:childTnLst>
                                  <p:par>
                                    <p:cTn id="72" presetID="6" presetClass="emph" presetSubtype="0" repeatCount="indefinite" autoRev="1" fill="hold" grpId="2" nodeType="afterEffect">
                                      <p:stCondLst>
                                        <p:cond delay="0"/>
                                      </p:stCondLst>
                                      <p:endCondLst>
                                        <p:cond evt="onNext" delay="0">
                                          <p:tgtEl>
                                            <p:sldTgt/>
                                          </p:tgtEl>
                                        </p:cond>
                                      </p:endCondLst>
                                      <p:childTnLst>
                                        <p:animScale>
                                          <p:cBhvr>
                                            <p:cTn id="73" dur="500" fill="hold"/>
                                            <p:tgtEl>
                                              <p:spTgt spid="36"/>
                                            </p:tgtEl>
                                          </p:cBhvr>
                                          <p:by x="90000" y="90000"/>
                                        </p:animScale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>
                    <p:cTn id="74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37"/>
                    </p:tgtEl>
                  </p:cMediaNode>
                </p:audio>
              </p:childTnLst>
            </p:cTn>
          </p:par>
        </p:tnLst>
        <p:bldLst>
          <p:bldP spid="2" grpId="0"/>
          <p:bldP spid="2" grpId="1"/>
          <p:bldP spid="8" grpId="0"/>
          <p:bldP spid="8" grpId="1"/>
          <p:bldP spid="7" grpId="0"/>
          <p:bldP spid="7" grpId="1"/>
          <p:bldP spid="6" grpId="0"/>
          <p:bldP spid="6" grpId="1"/>
          <p:bldP spid="5" grpId="0"/>
          <p:bldP spid="5" grpId="1"/>
          <p:bldP spid="4" grpId="0"/>
          <p:bldP spid="4" grpId="1"/>
          <p:bldP spid="3" grpId="0"/>
          <p:bldP spid="3" grpId="1"/>
          <p:bldP spid="36" grpId="0" animBg="1"/>
          <p:bldP spid="36" grpId="1" animBg="1"/>
          <p:bldP spid="36" grpId="2" animBg="1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2040" fill="hold"/>
                                            <p:tgtEl>
                                              <p:spTgt spid="37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  <p:par>
                                    <p:cTn id="7" presetID="2" presetClass="entr" presetSubtype="4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9" dur="20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0" dur="20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1" presetID="2" presetClass="entr" presetSubtype="1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3" dur="20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4" dur="20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5" presetID="2" presetClass="entr" presetSubtype="4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7" dur="20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8" dur="20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9" presetID="2" presetClass="entr" presetSubtype="1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1" dur="20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2" dur="20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3" presetID="2" presetClass="entr" presetSubtype="4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5" dur="20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6" dur="20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7" presetID="2" presetClass="entr" presetSubtype="1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9" dur="20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0" dur="20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1" presetID="2" presetClass="entr" presetSubtype="4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3" dur="20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4" dur="20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5" presetID="23" presetClass="entr" presetSubtype="32" fill="hold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7" dur="5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4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8" dur="5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4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9" presetID="22" presetClass="entr" presetSubtype="8" fill="hold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4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41" dur="1000"/>
                                            <p:tgtEl>
                                              <p:spTgt spid="1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2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43" dur="indefinite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44" dur="indefinite"/>
                                            <p:tgtEl>
                                              <p:spTgt spid="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5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46" dur="indefinite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47" dur="indefinite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8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49" dur="indefinite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50" dur="indefinite"/>
                                            <p:tgtEl>
                                              <p:spTgt spid="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1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52" dur="indefinite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53" dur="indefinite"/>
                                            <p:tgtEl>
                                              <p:spTgt spid="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4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55" dur="indefinite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56" dur="indefinite"/>
                                            <p:tgtEl>
                                              <p:spTgt spid="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7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58" dur="indefinite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59" dur="indefinite"/>
                                            <p:tgtEl>
                                              <p:spTgt spid="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0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61" dur="indefinite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62" dur="indefinite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63" fill="hold">
                                <p:stCondLst>
                                  <p:cond delay="2040"/>
                                </p:stCondLst>
                                <p:childTnLst>
                                  <p:par>
                                    <p:cTn id="64" presetID="5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66" dur="50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7" dur="50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68" dur="500"/>
                                            <p:tgtEl>
                                              <p:spTgt spid="3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9" presetID="42" presetClass="path" presetSubtype="0" accel="50000" decel="5000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2.70833E-6 -1.85185E-6 L -2.70833E-6 0.3206 " pathEditMode="relative" rAng="0" ptsTypes="AA">
                                          <p:cBhvr>
                                            <p:cTn id="70" dur="500" spd="-10000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16019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71" fill="hold">
                                <p:stCondLst>
                                  <p:cond delay="2540"/>
                                </p:stCondLst>
                                <p:childTnLst>
                                  <p:par>
                                    <p:cTn id="72" presetID="6" presetClass="emph" presetSubtype="0" repeatCount="indefinite" autoRev="1" fill="hold" grpId="2" nodeType="afterEffect">
                                      <p:stCondLst>
                                        <p:cond delay="0"/>
                                      </p:stCondLst>
                                      <p:endCondLst>
                                        <p:cond evt="onNext" delay="0">
                                          <p:tgtEl>
                                            <p:sldTgt/>
                                          </p:tgtEl>
                                        </p:cond>
                                      </p:endCondLst>
                                      <p:childTnLst>
                                        <p:animScale>
                                          <p:cBhvr>
                                            <p:cTn id="73" dur="500" fill="hold"/>
                                            <p:tgtEl>
                                              <p:spTgt spid="36"/>
                                            </p:tgtEl>
                                          </p:cBhvr>
                                          <p:by x="90000" y="90000"/>
                                        </p:animScale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>
                    <p:cTn id="74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37"/>
                    </p:tgtEl>
                  </p:cMediaNode>
                </p:audio>
              </p:childTnLst>
            </p:cTn>
          </p:par>
        </p:tnLst>
        <p:bldLst>
          <p:bldP spid="2" grpId="0"/>
          <p:bldP spid="2" grpId="1"/>
          <p:bldP spid="8" grpId="0"/>
          <p:bldP spid="8" grpId="1"/>
          <p:bldP spid="7" grpId="0"/>
          <p:bldP spid="7" grpId="1"/>
          <p:bldP spid="6" grpId="0"/>
          <p:bldP spid="6" grpId="1"/>
          <p:bldP spid="5" grpId="0"/>
          <p:bldP spid="5" grpId="1"/>
          <p:bldP spid="4" grpId="0"/>
          <p:bldP spid="4" grpId="1"/>
          <p:bldP spid="3" grpId="0"/>
          <p:bldP spid="3" grpId="1"/>
          <p:bldP spid="36" grpId="0" animBg="1"/>
          <p:bldP spid="36" grpId="1" animBg="1"/>
          <p:bldP spid="36" grpId="2" animBg="1"/>
        </p:bldLst>
      </p:timing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C00000"/>
            </a:gs>
            <a:gs pos="100000">
              <a:schemeClr val="tx1">
                <a:lumMod val="85000"/>
                <a:lumOff val="15000"/>
              </a:schemeClr>
            </a:gs>
          </a:gsLst>
          <a:lin ang="81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7">
            <a:extLst>
              <a:ext uri="{FF2B5EF4-FFF2-40B4-BE49-F238E27FC236}">
                <a16:creationId xmlns:a16="http://schemas.microsoft.com/office/drawing/2014/main" id="{AF47984B-59F1-7176-A115-158B29114E0E}"/>
              </a:ext>
            </a:extLst>
          </p:cNvPr>
          <p:cNvSpPr txBox="1"/>
          <p:nvPr/>
        </p:nvSpPr>
        <p:spPr>
          <a:xfrm>
            <a:off x="8746332" y="-11965950"/>
            <a:ext cx="1005403" cy="16342935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9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8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7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5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4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3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2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1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</p:txBody>
      </p:sp>
      <p:sp>
        <p:nvSpPr>
          <p:cNvPr id="8" name="N6">
            <a:extLst>
              <a:ext uri="{FF2B5EF4-FFF2-40B4-BE49-F238E27FC236}">
                <a16:creationId xmlns:a16="http://schemas.microsoft.com/office/drawing/2014/main" id="{FE3BD9AB-7F50-A4B5-5F53-70354EF481F4}"/>
              </a:ext>
            </a:extLst>
          </p:cNvPr>
          <p:cNvSpPr txBox="1"/>
          <p:nvPr/>
        </p:nvSpPr>
        <p:spPr>
          <a:xfrm>
            <a:off x="7805114" y="2671817"/>
            <a:ext cx="1005403" cy="16342935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9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8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7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5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4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3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2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1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</p:txBody>
      </p:sp>
      <p:sp>
        <p:nvSpPr>
          <p:cNvPr id="7" name="N5">
            <a:extLst>
              <a:ext uri="{FF2B5EF4-FFF2-40B4-BE49-F238E27FC236}">
                <a16:creationId xmlns:a16="http://schemas.microsoft.com/office/drawing/2014/main" id="{D60E20A6-40DE-61FF-BC52-780641776D60}"/>
              </a:ext>
            </a:extLst>
          </p:cNvPr>
          <p:cNvSpPr txBox="1"/>
          <p:nvPr/>
        </p:nvSpPr>
        <p:spPr>
          <a:xfrm>
            <a:off x="6863896" y="-11965950"/>
            <a:ext cx="1005403" cy="16342935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9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8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7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5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4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3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2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1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</p:txBody>
      </p:sp>
      <p:sp>
        <p:nvSpPr>
          <p:cNvPr id="6" name="N4">
            <a:extLst>
              <a:ext uri="{FF2B5EF4-FFF2-40B4-BE49-F238E27FC236}">
                <a16:creationId xmlns:a16="http://schemas.microsoft.com/office/drawing/2014/main" id="{B55EA620-A448-2ACD-AF8D-A6933BC4F87F}"/>
              </a:ext>
            </a:extLst>
          </p:cNvPr>
          <p:cNvSpPr txBox="1"/>
          <p:nvPr/>
        </p:nvSpPr>
        <p:spPr>
          <a:xfrm>
            <a:off x="5546009" y="2671817"/>
            <a:ext cx="1005403" cy="16342935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9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8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7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5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4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3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2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1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</p:txBody>
      </p:sp>
      <p:sp>
        <p:nvSpPr>
          <p:cNvPr id="5" name="N3">
            <a:extLst>
              <a:ext uri="{FF2B5EF4-FFF2-40B4-BE49-F238E27FC236}">
                <a16:creationId xmlns:a16="http://schemas.microsoft.com/office/drawing/2014/main" id="{EAC23BB9-25AA-23D1-BBA8-4E96A8121B22}"/>
              </a:ext>
            </a:extLst>
          </p:cNvPr>
          <p:cNvSpPr txBox="1"/>
          <p:nvPr/>
        </p:nvSpPr>
        <p:spPr>
          <a:xfrm>
            <a:off x="4604791" y="-11965950"/>
            <a:ext cx="1005403" cy="16342935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9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8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7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5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4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3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2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1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</p:txBody>
      </p:sp>
      <p:sp>
        <p:nvSpPr>
          <p:cNvPr id="4" name="N2">
            <a:extLst>
              <a:ext uri="{FF2B5EF4-FFF2-40B4-BE49-F238E27FC236}">
                <a16:creationId xmlns:a16="http://schemas.microsoft.com/office/drawing/2014/main" id="{95EF8A55-2A5D-C739-62DE-9F54AB9D7812}"/>
              </a:ext>
            </a:extLst>
          </p:cNvPr>
          <p:cNvSpPr txBox="1"/>
          <p:nvPr/>
        </p:nvSpPr>
        <p:spPr>
          <a:xfrm>
            <a:off x="3663573" y="2671817"/>
            <a:ext cx="1005403" cy="16342935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9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8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7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5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4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3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2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1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</p:txBody>
      </p:sp>
      <p:sp>
        <p:nvSpPr>
          <p:cNvPr id="3" name="N1">
            <a:extLst>
              <a:ext uri="{FF2B5EF4-FFF2-40B4-BE49-F238E27FC236}">
                <a16:creationId xmlns:a16="http://schemas.microsoft.com/office/drawing/2014/main" id="{321860B9-DC15-351B-F334-054EAF2E4D85}"/>
              </a:ext>
            </a:extLst>
          </p:cNvPr>
          <p:cNvSpPr txBox="1"/>
          <p:nvPr/>
        </p:nvSpPr>
        <p:spPr>
          <a:xfrm>
            <a:off x="2446833" y="-11965950"/>
            <a:ext cx="1005403" cy="16342935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9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8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7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5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4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3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2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1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</p:txBody>
      </p:sp>
      <p:grpSp>
        <p:nvGrpSpPr>
          <p:cNvPr id="34" name="!!mascara">
            <a:extLst>
              <a:ext uri="{FF2B5EF4-FFF2-40B4-BE49-F238E27FC236}">
                <a16:creationId xmlns:a16="http://schemas.microsoft.com/office/drawing/2014/main" id="{C287DD8F-17E0-D7CA-89A4-3F01919A018C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 useBgFill="1">
          <p:nvSpPr>
            <p:cNvPr id="9" name="Forma Livre: Forma 8">
              <a:extLst>
                <a:ext uri="{FF2B5EF4-FFF2-40B4-BE49-F238E27FC236}">
                  <a16:creationId xmlns:a16="http://schemas.microsoft.com/office/drawing/2014/main" id="{43DD7F38-D131-0688-54CD-A4DDB6A95DE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0"/>
              <a:ext cx="12192000" cy="6858000"/>
            </a:xfrm>
            <a:custGeom>
              <a:avLst/>
              <a:gdLst>
                <a:gd name="connsiteX0" fmla="*/ 2566220 w 12192000"/>
                <a:gd name="connsiteY0" fmla="*/ 2632290 h 6858000"/>
                <a:gd name="connsiteX1" fmla="*/ 2322443 w 12192000"/>
                <a:gd name="connsiteY1" fmla="*/ 2876067 h 6858000"/>
                <a:gd name="connsiteX2" fmla="*/ 2322443 w 12192000"/>
                <a:gd name="connsiteY2" fmla="*/ 3851145 h 6858000"/>
                <a:gd name="connsiteX3" fmla="*/ 2566220 w 12192000"/>
                <a:gd name="connsiteY3" fmla="*/ 4094922 h 6858000"/>
                <a:gd name="connsiteX4" fmla="*/ 9625780 w 12192000"/>
                <a:gd name="connsiteY4" fmla="*/ 4094922 h 6858000"/>
                <a:gd name="connsiteX5" fmla="*/ 9869557 w 12192000"/>
                <a:gd name="connsiteY5" fmla="*/ 3851145 h 6858000"/>
                <a:gd name="connsiteX6" fmla="*/ 9869557 w 12192000"/>
                <a:gd name="connsiteY6" fmla="*/ 2876067 h 6858000"/>
                <a:gd name="connsiteX7" fmla="*/ 9625780 w 12192000"/>
                <a:gd name="connsiteY7" fmla="*/ 2632290 h 6858000"/>
                <a:gd name="connsiteX8" fmla="*/ 0 w 12192000"/>
                <a:gd name="connsiteY8" fmla="*/ 0 h 6858000"/>
                <a:gd name="connsiteX9" fmla="*/ 12192000 w 12192000"/>
                <a:gd name="connsiteY9" fmla="*/ 0 h 6858000"/>
                <a:gd name="connsiteX10" fmla="*/ 12192000 w 12192000"/>
                <a:gd name="connsiteY10" fmla="*/ 6858000 h 6858000"/>
                <a:gd name="connsiteX11" fmla="*/ 0 w 12192000"/>
                <a:gd name="connsiteY11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192000" h="6858000">
                  <a:moveTo>
                    <a:pt x="2566220" y="2632290"/>
                  </a:moveTo>
                  <a:cubicBezTo>
                    <a:pt x="2431586" y="2632290"/>
                    <a:pt x="2322443" y="2741433"/>
                    <a:pt x="2322443" y="2876067"/>
                  </a:cubicBezTo>
                  <a:lnTo>
                    <a:pt x="2322443" y="3851145"/>
                  </a:lnTo>
                  <a:cubicBezTo>
                    <a:pt x="2322443" y="3985779"/>
                    <a:pt x="2431586" y="4094922"/>
                    <a:pt x="2566220" y="4094922"/>
                  </a:cubicBezTo>
                  <a:lnTo>
                    <a:pt x="9625780" y="4094922"/>
                  </a:lnTo>
                  <a:cubicBezTo>
                    <a:pt x="9760414" y="4094922"/>
                    <a:pt x="9869557" y="3985779"/>
                    <a:pt x="9869557" y="3851145"/>
                  </a:cubicBezTo>
                  <a:lnTo>
                    <a:pt x="9869557" y="2876067"/>
                  </a:lnTo>
                  <a:cubicBezTo>
                    <a:pt x="9869557" y="2741433"/>
                    <a:pt x="9760414" y="2632290"/>
                    <a:pt x="9625780" y="2632290"/>
                  </a:cubicBezTo>
                  <a:close/>
                  <a:moveTo>
                    <a:pt x="0" y="0"/>
                  </a:moveTo>
                  <a:lnTo>
                    <a:pt x="12192000" y="0"/>
                  </a:lnTo>
                  <a:lnTo>
                    <a:pt x="12192000" y="6858000"/>
                  </a:lnTo>
                  <a:lnTo>
                    <a:pt x="0" y="6858000"/>
                  </a:lnTo>
                  <a:close/>
                </a:path>
              </a:pathLst>
            </a:custGeom>
            <a:ln>
              <a:noFill/>
            </a:ln>
            <a:effectLst>
              <a:outerShdw blurRad="3810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0" name="CaixaDeTexto 9">
              <a:extLst>
                <a:ext uri="{FF2B5EF4-FFF2-40B4-BE49-F238E27FC236}">
                  <a16:creationId xmlns:a16="http://schemas.microsoft.com/office/drawing/2014/main" id="{4014AAB1-279C-87A1-6A54-69E5927AF183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40326" y="330615"/>
              <a:ext cx="11111348" cy="985530"/>
            </a:xfrm>
            <a:prstGeom prst="roundRect">
              <a:avLst>
                <a:gd name="adj" fmla="val 26924"/>
              </a:avLst>
            </a:prstGeom>
            <a:solidFill>
              <a:srgbClr val="FFC000"/>
            </a:solidFill>
            <a:ln w="19050">
              <a:noFill/>
            </a:ln>
            <a:effectLst>
              <a:outerShdw blurRad="635000" dist="2540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 anchorCtr="1"/>
            <a:lstStyle>
              <a:defPPr>
                <a:defRPr lang="pt-BR"/>
              </a:defPPr>
              <a:lvl1pPr algn="ctr">
                <a:defRPr b="1">
                  <a:ln w="3175">
                    <a:noFill/>
                  </a:ln>
                  <a:solidFill>
                    <a:srgbClr val="FF0000"/>
                  </a:solidFill>
                  <a:latin typeface="Arial Narrow" panose="020B0606020202030204" pitchFamily="34" charset="0"/>
                  <a:ea typeface="Open Sans Extrabold" panose="020B0906030804020204" pitchFamily="34" charset="0"/>
                  <a:cs typeface="Arial" panose="020B0604020202020204" pitchFamily="34" charset="0"/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4400" b="1" i="0" u="none" strike="noStrike" kern="1200" cap="none" spc="600" normalizeH="0" baseline="0" noProof="0">
                  <a:ln w="3175"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Open Sans Extrabold" panose="020B0906030804020204" pitchFamily="34" charset="0"/>
                  <a:cs typeface="Arial" panose="020B0604020202020204" pitchFamily="34" charset="0"/>
                </a:rPr>
                <a:t>VOCÊ ERROU!</a:t>
              </a:r>
            </a:p>
          </p:txBody>
        </p:sp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6893B8BF-F8F5-DB56-E87C-8ED5CBA7FCB6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226072" y="2180704"/>
              <a:ext cx="206883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24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Arial" panose="020B0604020202020204" pitchFamily="34" charset="0"/>
                </a:rPr>
                <a:t>Você ganhou:</a:t>
              </a:r>
            </a:p>
          </p:txBody>
        </p:sp>
        <p:sp>
          <p:nvSpPr>
            <p:cNvPr id="12" name="CaixaDeTexto 11">
              <a:extLst>
                <a:ext uri="{FF2B5EF4-FFF2-40B4-BE49-F238E27FC236}">
                  <a16:creationId xmlns:a16="http://schemas.microsoft.com/office/drawing/2014/main" id="{E77C9F72-334E-862C-ACF5-323EF2E8C72C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667254" y="2555761"/>
              <a:ext cx="64472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28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R$</a:t>
              </a:r>
            </a:p>
          </p:txBody>
        </p:sp>
        <p:sp>
          <p:nvSpPr>
            <p:cNvPr id="13" name="Elipse 12">
              <a:extLst>
                <a:ext uri="{FF2B5EF4-FFF2-40B4-BE49-F238E27FC236}">
                  <a16:creationId xmlns:a16="http://schemas.microsoft.com/office/drawing/2014/main" id="{D879FEC9-3C93-4084-1DC0-039C3A2FA1A8}"/>
                </a:ext>
              </a:extLst>
            </p:cNvPr>
            <p:cNvSpPr>
              <a:spLocks noGrp="1" noRot="1" noChangeAspect="1" noMove="1" noResize="1" noEditPoints="1" noAdjustHandles="1" noChangeArrowheads="1" noChangeShapeType="1"/>
            </p:cNvSpPr>
            <p:nvPr/>
          </p:nvSpPr>
          <p:spPr>
            <a:xfrm>
              <a:off x="3480684" y="3646074"/>
              <a:ext cx="180000" cy="180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4" name="Elipse 13">
              <a:extLst>
                <a:ext uri="{FF2B5EF4-FFF2-40B4-BE49-F238E27FC236}">
                  <a16:creationId xmlns:a16="http://schemas.microsoft.com/office/drawing/2014/main" id="{4014B435-FE21-6F3F-D0A3-96A450E125B7}"/>
                </a:ext>
              </a:extLst>
            </p:cNvPr>
            <p:cNvSpPr>
              <a:spLocks noGrp="1" noRot="1" noChangeAspect="1" noMove="1" noResize="1" noEditPoints="1" noAdjustHandles="1" noChangeArrowheads="1" noChangeShapeType="1"/>
            </p:cNvSpPr>
            <p:nvPr/>
          </p:nvSpPr>
          <p:spPr>
            <a:xfrm>
              <a:off x="6610570" y="3646074"/>
              <a:ext cx="180000" cy="180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grpSp>
        <p:nvGrpSpPr>
          <p:cNvPr id="15" name="barra de progresso">
            <a:extLst>
              <a:ext uri="{FF2B5EF4-FFF2-40B4-BE49-F238E27FC236}">
                <a16:creationId xmlns:a16="http://schemas.microsoft.com/office/drawing/2014/main" id="{D7DF4F7E-B4C8-F5D8-B5B0-9D68AE4528F9}"/>
              </a:ext>
            </a:extLst>
          </p:cNvPr>
          <p:cNvGrpSpPr/>
          <p:nvPr/>
        </p:nvGrpSpPr>
        <p:grpSpPr>
          <a:xfrm>
            <a:off x="540326" y="6168042"/>
            <a:ext cx="11111348" cy="216000"/>
            <a:chOff x="540326" y="6168042"/>
            <a:chExt cx="11111348" cy="216000"/>
          </a:xfrm>
        </p:grpSpPr>
        <p:sp useBgFill="1">
          <p:nvSpPr>
            <p:cNvPr id="16" name="Retângulo: Cantos Arredondados 15">
              <a:extLst>
                <a:ext uri="{FF2B5EF4-FFF2-40B4-BE49-F238E27FC236}">
                  <a16:creationId xmlns:a16="http://schemas.microsoft.com/office/drawing/2014/main" id="{645F6494-8FFC-74C9-3BEE-6344C16689C9}"/>
                </a:ext>
              </a:extLst>
            </p:cNvPr>
            <p:cNvSpPr/>
            <p:nvPr/>
          </p:nvSpPr>
          <p:spPr>
            <a:xfrm>
              <a:off x="540326" y="6168042"/>
              <a:ext cx="540000" cy="216000"/>
            </a:xfrm>
            <a:prstGeom prst="roundRect">
              <a:avLst>
                <a:gd name="adj" fmla="val 50000"/>
              </a:avLst>
            </a:prstGeom>
            <a:ln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17" name="Retângulo: Cantos Arredondados 16">
              <a:extLst>
                <a:ext uri="{FF2B5EF4-FFF2-40B4-BE49-F238E27FC236}">
                  <a16:creationId xmlns:a16="http://schemas.microsoft.com/office/drawing/2014/main" id="{D0360543-989E-44E5-018D-E2B5E5E7950A}"/>
                </a:ext>
              </a:extLst>
            </p:cNvPr>
            <p:cNvSpPr/>
            <p:nvPr/>
          </p:nvSpPr>
          <p:spPr>
            <a:xfrm>
              <a:off x="1245083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18" name="Retângulo: Cantos Arredondados 17">
              <a:extLst>
                <a:ext uri="{FF2B5EF4-FFF2-40B4-BE49-F238E27FC236}">
                  <a16:creationId xmlns:a16="http://schemas.microsoft.com/office/drawing/2014/main" id="{832CD0D4-B00B-66F6-AC8B-2047BB5D1C88}"/>
                </a:ext>
              </a:extLst>
            </p:cNvPr>
            <p:cNvSpPr/>
            <p:nvPr/>
          </p:nvSpPr>
          <p:spPr>
            <a:xfrm>
              <a:off x="1949840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19" name="Retângulo: Cantos Arredondados 18">
              <a:extLst>
                <a:ext uri="{FF2B5EF4-FFF2-40B4-BE49-F238E27FC236}">
                  <a16:creationId xmlns:a16="http://schemas.microsoft.com/office/drawing/2014/main" id="{09C5ED91-4829-2188-7144-57BB65B5895C}"/>
                </a:ext>
              </a:extLst>
            </p:cNvPr>
            <p:cNvSpPr/>
            <p:nvPr/>
          </p:nvSpPr>
          <p:spPr>
            <a:xfrm>
              <a:off x="2654597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20" name="Retângulo: Cantos Arredondados 19">
              <a:extLst>
                <a:ext uri="{FF2B5EF4-FFF2-40B4-BE49-F238E27FC236}">
                  <a16:creationId xmlns:a16="http://schemas.microsoft.com/office/drawing/2014/main" id="{B5F9D68A-2A87-C90C-1D98-7737129DB43B}"/>
                </a:ext>
              </a:extLst>
            </p:cNvPr>
            <p:cNvSpPr/>
            <p:nvPr/>
          </p:nvSpPr>
          <p:spPr>
            <a:xfrm>
              <a:off x="3359354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21" name="Retângulo: Cantos Arredondados 20">
              <a:extLst>
                <a:ext uri="{FF2B5EF4-FFF2-40B4-BE49-F238E27FC236}">
                  <a16:creationId xmlns:a16="http://schemas.microsoft.com/office/drawing/2014/main" id="{A3EAB60E-42B2-0210-E6AD-787A54CF5E6B}"/>
                </a:ext>
              </a:extLst>
            </p:cNvPr>
            <p:cNvSpPr/>
            <p:nvPr/>
          </p:nvSpPr>
          <p:spPr>
            <a:xfrm>
              <a:off x="4064111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22" name="Retângulo: Cantos Arredondados 21">
              <a:extLst>
                <a:ext uri="{FF2B5EF4-FFF2-40B4-BE49-F238E27FC236}">
                  <a16:creationId xmlns:a16="http://schemas.microsoft.com/office/drawing/2014/main" id="{7805FE38-3DA6-AA69-5A21-5FDF35D7E06F}"/>
                </a:ext>
              </a:extLst>
            </p:cNvPr>
            <p:cNvSpPr/>
            <p:nvPr/>
          </p:nvSpPr>
          <p:spPr>
            <a:xfrm>
              <a:off x="4768868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23" name="Retângulo: Cantos Arredondados 22">
              <a:extLst>
                <a:ext uri="{FF2B5EF4-FFF2-40B4-BE49-F238E27FC236}">
                  <a16:creationId xmlns:a16="http://schemas.microsoft.com/office/drawing/2014/main" id="{2F3233F8-5476-5095-85DB-1E53D02FFF73}"/>
                </a:ext>
              </a:extLst>
            </p:cNvPr>
            <p:cNvSpPr/>
            <p:nvPr/>
          </p:nvSpPr>
          <p:spPr>
            <a:xfrm>
              <a:off x="5473625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24" name="Retângulo: Cantos Arredondados 23">
              <a:extLst>
                <a:ext uri="{FF2B5EF4-FFF2-40B4-BE49-F238E27FC236}">
                  <a16:creationId xmlns:a16="http://schemas.microsoft.com/office/drawing/2014/main" id="{BE1456AE-ED2B-72A9-D02A-1CD0F978D85D}"/>
                </a:ext>
              </a:extLst>
            </p:cNvPr>
            <p:cNvSpPr/>
            <p:nvPr/>
          </p:nvSpPr>
          <p:spPr>
            <a:xfrm>
              <a:off x="6178382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25" name="Retângulo: Cantos Arredondados 24">
              <a:extLst>
                <a:ext uri="{FF2B5EF4-FFF2-40B4-BE49-F238E27FC236}">
                  <a16:creationId xmlns:a16="http://schemas.microsoft.com/office/drawing/2014/main" id="{4755B973-D05B-1281-55E7-74B61C8A4505}"/>
                </a:ext>
              </a:extLst>
            </p:cNvPr>
            <p:cNvSpPr/>
            <p:nvPr/>
          </p:nvSpPr>
          <p:spPr>
            <a:xfrm>
              <a:off x="6883139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26" name="Retângulo: Cantos Arredondados 25">
              <a:extLst>
                <a:ext uri="{FF2B5EF4-FFF2-40B4-BE49-F238E27FC236}">
                  <a16:creationId xmlns:a16="http://schemas.microsoft.com/office/drawing/2014/main" id="{23BB2712-A117-128D-132B-22540621C404}"/>
                </a:ext>
              </a:extLst>
            </p:cNvPr>
            <p:cNvSpPr/>
            <p:nvPr/>
          </p:nvSpPr>
          <p:spPr>
            <a:xfrm>
              <a:off x="7587896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27" name="Retângulo: Cantos Arredondados 26">
              <a:extLst>
                <a:ext uri="{FF2B5EF4-FFF2-40B4-BE49-F238E27FC236}">
                  <a16:creationId xmlns:a16="http://schemas.microsoft.com/office/drawing/2014/main" id="{1F3E133E-5E8D-EA78-A60D-62DE8FA3C825}"/>
                </a:ext>
              </a:extLst>
            </p:cNvPr>
            <p:cNvSpPr/>
            <p:nvPr/>
          </p:nvSpPr>
          <p:spPr>
            <a:xfrm>
              <a:off x="8292653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28" name="Retângulo: Cantos Arredondados 27">
              <a:extLst>
                <a:ext uri="{FF2B5EF4-FFF2-40B4-BE49-F238E27FC236}">
                  <a16:creationId xmlns:a16="http://schemas.microsoft.com/office/drawing/2014/main" id="{52F08055-4C07-9D7D-B51F-6C5520201AFF}"/>
                </a:ext>
              </a:extLst>
            </p:cNvPr>
            <p:cNvSpPr/>
            <p:nvPr/>
          </p:nvSpPr>
          <p:spPr>
            <a:xfrm>
              <a:off x="8997410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29" name="Retângulo: Cantos Arredondados 28">
              <a:extLst>
                <a:ext uri="{FF2B5EF4-FFF2-40B4-BE49-F238E27FC236}">
                  <a16:creationId xmlns:a16="http://schemas.microsoft.com/office/drawing/2014/main" id="{915F56B7-CB97-B128-3798-360BFADDFBFE}"/>
                </a:ext>
              </a:extLst>
            </p:cNvPr>
            <p:cNvSpPr/>
            <p:nvPr/>
          </p:nvSpPr>
          <p:spPr>
            <a:xfrm>
              <a:off x="9702167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30" name="Retângulo: Cantos Arredondados 29">
              <a:extLst>
                <a:ext uri="{FF2B5EF4-FFF2-40B4-BE49-F238E27FC236}">
                  <a16:creationId xmlns:a16="http://schemas.microsoft.com/office/drawing/2014/main" id="{6422418E-AA0B-8E26-FC84-D410772659AF}"/>
                </a:ext>
              </a:extLst>
            </p:cNvPr>
            <p:cNvSpPr/>
            <p:nvPr/>
          </p:nvSpPr>
          <p:spPr>
            <a:xfrm>
              <a:off x="10406924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31" name="Retângulo: Cantos Arredondados 30">
              <a:extLst>
                <a:ext uri="{FF2B5EF4-FFF2-40B4-BE49-F238E27FC236}">
                  <a16:creationId xmlns:a16="http://schemas.microsoft.com/office/drawing/2014/main" id="{E640292C-BE19-1E3C-A127-339B803D0EC0}"/>
                </a:ext>
              </a:extLst>
            </p:cNvPr>
            <p:cNvSpPr/>
            <p:nvPr/>
          </p:nvSpPr>
          <p:spPr>
            <a:xfrm>
              <a:off x="11111674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pic>
        <p:nvPicPr>
          <p:cNvPr id="32" name="emoji">
            <a:extLst>
              <a:ext uri="{FF2B5EF4-FFF2-40B4-BE49-F238E27FC236}">
                <a16:creationId xmlns:a16="http://schemas.microsoft.com/office/drawing/2014/main" id="{D5E21F0E-C48A-B95C-AD66-20556A0DDDF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343083" y="1938181"/>
            <a:ext cx="1085856" cy="1085856"/>
          </a:xfrm>
          <a:prstGeom prst="rect">
            <a:avLst/>
          </a:prstGeom>
          <a:effectLst>
            <a:outerShdw blurRad="635000" dist="190500" dir="2700000" algn="tl" rotWithShape="0">
              <a:prstClr val="black">
                <a:alpha val="60000"/>
              </a:prstClr>
            </a:outerShdw>
          </a:effectLst>
        </p:spPr>
      </p:pic>
      <p:pic>
        <p:nvPicPr>
          <p:cNvPr id="37" name="que pena, vc errou">
            <a:hlinkClick r:id="" action="ppaction://media"/>
            <a:extLst>
              <a:ext uri="{FF2B5EF4-FFF2-40B4-BE49-F238E27FC236}">
                <a16:creationId xmlns:a16="http://schemas.microsoft.com/office/drawing/2014/main" id="{E7877330-4976-EF07-7A6B-DC501CA5A40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-772973" y="206871"/>
            <a:ext cx="509587" cy="509587"/>
          </a:xfrm>
          <a:prstGeom prst="rect">
            <a:avLst/>
          </a:prstGeom>
        </p:spPr>
      </p:pic>
      <p:sp>
        <p:nvSpPr>
          <p:cNvPr id="33" name="Botaão Próxima">
            <a:hlinkClick r:id="rId7" action="ppaction://hlinksldjump"/>
            <a:extLst>
              <a:ext uri="{FF2B5EF4-FFF2-40B4-BE49-F238E27FC236}">
                <a16:creationId xmlns:a16="http://schemas.microsoft.com/office/drawing/2014/main" id="{246C54B1-7F04-0CD8-3ABA-607FA491072D}"/>
              </a:ext>
            </a:extLst>
          </p:cNvPr>
          <p:cNvSpPr/>
          <p:nvPr/>
        </p:nvSpPr>
        <p:spPr>
          <a:xfrm>
            <a:off x="9142497" y="5271949"/>
            <a:ext cx="2330219" cy="540000"/>
          </a:xfrm>
          <a:prstGeom prst="roundRect">
            <a:avLst/>
          </a:prstGeom>
          <a:gradFill flip="none" rotWithShape="1">
            <a:gsLst>
              <a:gs pos="0">
                <a:schemeClr val="accent6"/>
              </a:gs>
              <a:gs pos="59000">
                <a:schemeClr val="accent6">
                  <a:lumMod val="75000"/>
                </a:schemeClr>
              </a:gs>
              <a:gs pos="100000">
                <a:schemeClr val="accent6">
                  <a:lumMod val="50000"/>
                </a:schemeClr>
              </a:gs>
            </a:gsLst>
            <a:lin ang="19200000" scaled="0"/>
            <a:tileRect/>
          </a:gradFill>
          <a:ln w="19050">
            <a:solidFill>
              <a:schemeClr val="bg1"/>
            </a:solidFill>
          </a:ln>
          <a:effectLst>
            <a:outerShdw blurRad="381000" dist="1270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rIns="108000" rtlCol="0" anchor="ctr"/>
          <a:lstStyle/>
          <a:p>
            <a:pPr algn="ctr"/>
            <a:r>
              <a:rPr lang="pt-BR" sz="1400" b="1" dirty="0">
                <a:ln w="3175">
                  <a:noFill/>
                </a:ln>
                <a:effectLst>
                  <a:outerShdw blurRad="1270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Arial" panose="020B0604020202020204" pitchFamily="34" charset="0"/>
                <a:ea typeface="Open Sans Extrabold" panose="020B0906030804020204" pitchFamily="34" charset="0"/>
                <a:cs typeface="Arial" panose="020B0604020202020204" pitchFamily="34" charset="0"/>
              </a:rPr>
              <a:t>Voltar</a:t>
            </a:r>
          </a:p>
        </p:txBody>
      </p:sp>
    </p:spTree>
    <p:extLst>
      <p:ext uri="{BB962C8B-B14F-4D97-AF65-F5344CB8AC3E}">
        <p14:creationId xmlns:p14="http://schemas.microsoft.com/office/powerpoint/2010/main" val="11251066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2040" fill="hold"/>
                                            <p:tgtEl>
                                              <p:spTgt spid="37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  <p:par>
                                    <p:cTn id="7" presetID="2" presetClass="entr" presetSubtype="4" fill="hold" grpId="0" nodeType="with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9" dur="20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10" dur="20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1" presetID="2" presetClass="entr" presetSubtype="1" fill="hold" grpId="0" nodeType="with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13" dur="20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14" dur="20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5" presetID="2" presetClass="entr" presetSubtype="4" fill="hold" grpId="0" nodeType="with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17" dur="20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18" dur="20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9" presetID="2" presetClass="entr" presetSubtype="1" fill="hold" grpId="0" nodeType="with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21" dur="20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22" dur="20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3" presetID="2" presetClass="entr" presetSubtype="4" fill="hold" grpId="0" nodeType="with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25" dur="20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26" dur="20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7" presetID="2" presetClass="entr" presetSubtype="1" fill="hold" grpId="0" nodeType="with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29" dur="20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30" dur="20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1" presetID="2" presetClass="entr" presetSubtype="4" fill="hold" grpId="0" nodeType="with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33" dur="20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34" dur="20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5" presetID="23" presetClass="entr" presetSubtype="32" fill="hold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7" dur="5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4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8" dur="5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4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9" presetID="22" presetClass="entr" presetSubtype="8" fill="hold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4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41" dur="1000"/>
                                            <p:tgtEl>
                                              <p:spTgt spid="1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2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43" dur="indefinite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44" dur="indefinite"/>
                                            <p:tgtEl>
                                              <p:spTgt spid="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5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46" dur="indefinite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47" dur="indefinite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8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49" dur="indefinite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50" dur="indefinite"/>
                                            <p:tgtEl>
                                              <p:spTgt spid="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1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52" dur="indefinite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53" dur="indefinite"/>
                                            <p:tgtEl>
                                              <p:spTgt spid="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4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55" dur="indefinite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56" dur="indefinite"/>
                                            <p:tgtEl>
                                              <p:spTgt spid="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7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58" dur="indefinite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59" dur="indefinite"/>
                                            <p:tgtEl>
                                              <p:spTgt spid="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0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61" dur="indefinite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62" dur="indefinite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63" fill="hold">
                                <p:stCondLst>
                                  <p:cond delay="2040"/>
                                </p:stCondLst>
                                <p:childTnLst>
                                  <p:par>
                                    <p:cTn id="64" presetID="5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66" dur="5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7" dur="5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68" dur="500"/>
                                            <p:tgtEl>
                                              <p:spTgt spid="3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9" presetID="42" presetClass="path" presetSubtype="0" accel="50000" decel="5000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2.70833E-6 -1.85185E-6 L -2.70833E-6 0.3206 " pathEditMode="relative" rAng="0" ptsTypes="AA">
                                          <p:cBhvr>
                                            <p:cTn id="70" dur="500" spd="-1000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16019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71" fill="hold">
                                <p:stCondLst>
                                  <p:cond delay="2540"/>
                                </p:stCondLst>
                                <p:childTnLst>
                                  <p:par>
                                    <p:cTn id="72" presetID="6" presetClass="emph" presetSubtype="0" repeatCount="indefinite" autoRev="1" fill="hold" grpId="2" nodeType="afterEffect">
                                      <p:stCondLst>
                                        <p:cond delay="0"/>
                                      </p:stCondLst>
                                      <p:endCondLst>
                                        <p:cond evt="onNext" delay="0">
                                          <p:tgtEl>
                                            <p:sldTgt/>
                                          </p:tgtEl>
                                        </p:cond>
                                      </p:endCondLst>
                                      <p:childTnLst>
                                        <p:animScale>
                                          <p:cBhvr>
                                            <p:cTn id="73" dur="500" fill="hold"/>
                                            <p:tgtEl>
                                              <p:spTgt spid="33"/>
                                            </p:tgtEl>
                                          </p:cBhvr>
                                          <p:by x="90000" y="90000"/>
                                        </p:animScale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>
                    <p:cTn id="74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37"/>
                    </p:tgtEl>
                  </p:cMediaNode>
                </p:audio>
              </p:childTnLst>
            </p:cTn>
          </p:par>
        </p:tnLst>
        <p:bldLst>
          <p:bldP spid="2" grpId="0"/>
          <p:bldP spid="2" grpId="1"/>
          <p:bldP spid="8" grpId="0"/>
          <p:bldP spid="8" grpId="1"/>
          <p:bldP spid="7" grpId="0"/>
          <p:bldP spid="7" grpId="1"/>
          <p:bldP spid="6" grpId="0"/>
          <p:bldP spid="6" grpId="1"/>
          <p:bldP spid="5" grpId="0"/>
          <p:bldP spid="5" grpId="1"/>
          <p:bldP spid="4" grpId="0"/>
          <p:bldP spid="4" grpId="1"/>
          <p:bldP spid="3" grpId="0"/>
          <p:bldP spid="3" grpId="1"/>
          <p:bldP spid="33" grpId="0" animBg="1"/>
          <p:bldP spid="33" grpId="1" animBg="1"/>
          <p:bldP spid="33" grpId="2" animBg="1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2040" fill="hold"/>
                                            <p:tgtEl>
                                              <p:spTgt spid="37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  <p:par>
                                    <p:cTn id="7" presetID="2" presetClass="entr" presetSubtype="4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9" dur="20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0" dur="20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1" presetID="2" presetClass="entr" presetSubtype="1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3" dur="20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4" dur="20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5" presetID="2" presetClass="entr" presetSubtype="4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7" dur="20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8" dur="20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9" presetID="2" presetClass="entr" presetSubtype="1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1" dur="20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2" dur="20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3" presetID="2" presetClass="entr" presetSubtype="4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5" dur="20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6" dur="20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7" presetID="2" presetClass="entr" presetSubtype="1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9" dur="20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0" dur="20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1" presetID="2" presetClass="entr" presetSubtype="4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3" dur="20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4" dur="20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5" presetID="23" presetClass="entr" presetSubtype="32" fill="hold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7" dur="5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4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8" dur="5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4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9" presetID="22" presetClass="entr" presetSubtype="8" fill="hold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4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41" dur="1000"/>
                                            <p:tgtEl>
                                              <p:spTgt spid="1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2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43" dur="indefinite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44" dur="indefinite"/>
                                            <p:tgtEl>
                                              <p:spTgt spid="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5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46" dur="indefinite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47" dur="indefinite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8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49" dur="indefinite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50" dur="indefinite"/>
                                            <p:tgtEl>
                                              <p:spTgt spid="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1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52" dur="indefinite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53" dur="indefinite"/>
                                            <p:tgtEl>
                                              <p:spTgt spid="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4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55" dur="indefinite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56" dur="indefinite"/>
                                            <p:tgtEl>
                                              <p:spTgt spid="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7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58" dur="indefinite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59" dur="indefinite"/>
                                            <p:tgtEl>
                                              <p:spTgt spid="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0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61" dur="indefinite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62" dur="indefinite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63" fill="hold">
                                <p:stCondLst>
                                  <p:cond delay="2040"/>
                                </p:stCondLst>
                                <p:childTnLst>
                                  <p:par>
                                    <p:cTn id="64" presetID="5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66" dur="5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7" dur="5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68" dur="500"/>
                                            <p:tgtEl>
                                              <p:spTgt spid="3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9" presetID="42" presetClass="path" presetSubtype="0" accel="50000" decel="5000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2.70833E-6 -1.85185E-6 L -2.70833E-6 0.3206 " pathEditMode="relative" rAng="0" ptsTypes="AA">
                                          <p:cBhvr>
                                            <p:cTn id="70" dur="500" spd="-1000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16019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71" fill="hold">
                                <p:stCondLst>
                                  <p:cond delay="2540"/>
                                </p:stCondLst>
                                <p:childTnLst>
                                  <p:par>
                                    <p:cTn id="72" presetID="6" presetClass="emph" presetSubtype="0" repeatCount="indefinite" autoRev="1" fill="hold" grpId="2" nodeType="afterEffect">
                                      <p:stCondLst>
                                        <p:cond delay="0"/>
                                      </p:stCondLst>
                                      <p:endCondLst>
                                        <p:cond evt="onNext" delay="0">
                                          <p:tgtEl>
                                            <p:sldTgt/>
                                          </p:tgtEl>
                                        </p:cond>
                                      </p:endCondLst>
                                      <p:childTnLst>
                                        <p:animScale>
                                          <p:cBhvr>
                                            <p:cTn id="73" dur="500" fill="hold"/>
                                            <p:tgtEl>
                                              <p:spTgt spid="33"/>
                                            </p:tgtEl>
                                          </p:cBhvr>
                                          <p:by x="90000" y="90000"/>
                                        </p:animScale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>
                    <p:cTn id="74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37"/>
                    </p:tgtEl>
                  </p:cMediaNode>
                </p:audio>
              </p:childTnLst>
            </p:cTn>
          </p:par>
        </p:tnLst>
        <p:bldLst>
          <p:bldP spid="2" grpId="0"/>
          <p:bldP spid="2" grpId="1"/>
          <p:bldP spid="8" grpId="0"/>
          <p:bldP spid="8" grpId="1"/>
          <p:bldP spid="7" grpId="0"/>
          <p:bldP spid="7" grpId="1"/>
          <p:bldP spid="6" grpId="0"/>
          <p:bldP spid="6" grpId="1"/>
          <p:bldP spid="5" grpId="0"/>
          <p:bldP spid="5" grpId="1"/>
          <p:bldP spid="4" grpId="0"/>
          <p:bldP spid="4" grpId="1"/>
          <p:bldP spid="3" grpId="0"/>
          <p:bldP spid="3" grpId="1"/>
          <p:bldP spid="33" grpId="0" animBg="1"/>
          <p:bldP spid="33" grpId="1" animBg="1"/>
          <p:bldP spid="33" grpId="2" animBg="1"/>
        </p:bldLst>
      </p:timing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C00000"/>
            </a:gs>
            <a:gs pos="100000">
              <a:schemeClr val="tx1">
                <a:lumMod val="85000"/>
                <a:lumOff val="15000"/>
              </a:schemeClr>
            </a:gs>
          </a:gsLst>
          <a:lin ang="81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7">
            <a:extLst>
              <a:ext uri="{FF2B5EF4-FFF2-40B4-BE49-F238E27FC236}">
                <a16:creationId xmlns:a16="http://schemas.microsoft.com/office/drawing/2014/main" id="{AF47984B-59F1-7176-A115-158B29114E0E}"/>
              </a:ext>
            </a:extLst>
          </p:cNvPr>
          <p:cNvSpPr txBox="1"/>
          <p:nvPr/>
        </p:nvSpPr>
        <p:spPr>
          <a:xfrm>
            <a:off x="8746332" y="-11965950"/>
            <a:ext cx="1005403" cy="16342935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9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8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7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5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4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3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2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1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</p:txBody>
      </p:sp>
      <p:sp>
        <p:nvSpPr>
          <p:cNvPr id="8" name="N6">
            <a:extLst>
              <a:ext uri="{FF2B5EF4-FFF2-40B4-BE49-F238E27FC236}">
                <a16:creationId xmlns:a16="http://schemas.microsoft.com/office/drawing/2014/main" id="{FE3BD9AB-7F50-A4B5-5F53-70354EF481F4}"/>
              </a:ext>
            </a:extLst>
          </p:cNvPr>
          <p:cNvSpPr txBox="1"/>
          <p:nvPr/>
        </p:nvSpPr>
        <p:spPr>
          <a:xfrm>
            <a:off x="7805114" y="2671817"/>
            <a:ext cx="1005403" cy="16342935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9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8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7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5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4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3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2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1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</p:txBody>
      </p:sp>
      <p:sp>
        <p:nvSpPr>
          <p:cNvPr id="7" name="N5">
            <a:extLst>
              <a:ext uri="{FF2B5EF4-FFF2-40B4-BE49-F238E27FC236}">
                <a16:creationId xmlns:a16="http://schemas.microsoft.com/office/drawing/2014/main" id="{D60E20A6-40DE-61FF-BC52-780641776D60}"/>
              </a:ext>
            </a:extLst>
          </p:cNvPr>
          <p:cNvSpPr txBox="1"/>
          <p:nvPr/>
        </p:nvSpPr>
        <p:spPr>
          <a:xfrm>
            <a:off x="6863896" y="-11965950"/>
            <a:ext cx="1005403" cy="16342935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9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8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7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5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4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3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2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1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</p:txBody>
      </p:sp>
      <p:sp>
        <p:nvSpPr>
          <p:cNvPr id="6" name="N4">
            <a:extLst>
              <a:ext uri="{FF2B5EF4-FFF2-40B4-BE49-F238E27FC236}">
                <a16:creationId xmlns:a16="http://schemas.microsoft.com/office/drawing/2014/main" id="{B55EA620-A448-2ACD-AF8D-A6933BC4F87F}"/>
              </a:ext>
            </a:extLst>
          </p:cNvPr>
          <p:cNvSpPr txBox="1"/>
          <p:nvPr/>
        </p:nvSpPr>
        <p:spPr>
          <a:xfrm>
            <a:off x="5546009" y="2671817"/>
            <a:ext cx="1005403" cy="16342935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9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8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7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5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4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3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2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1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</p:txBody>
      </p:sp>
      <p:sp>
        <p:nvSpPr>
          <p:cNvPr id="5" name="N3">
            <a:extLst>
              <a:ext uri="{FF2B5EF4-FFF2-40B4-BE49-F238E27FC236}">
                <a16:creationId xmlns:a16="http://schemas.microsoft.com/office/drawing/2014/main" id="{EAC23BB9-25AA-23D1-BBA8-4E96A8121B22}"/>
              </a:ext>
            </a:extLst>
          </p:cNvPr>
          <p:cNvSpPr txBox="1"/>
          <p:nvPr/>
        </p:nvSpPr>
        <p:spPr>
          <a:xfrm>
            <a:off x="4604791" y="-11965950"/>
            <a:ext cx="1005403" cy="16342935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9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8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7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5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4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3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2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1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</p:txBody>
      </p:sp>
      <p:sp>
        <p:nvSpPr>
          <p:cNvPr id="4" name="N2">
            <a:extLst>
              <a:ext uri="{FF2B5EF4-FFF2-40B4-BE49-F238E27FC236}">
                <a16:creationId xmlns:a16="http://schemas.microsoft.com/office/drawing/2014/main" id="{95EF8A55-2A5D-C739-62DE-9F54AB9D7812}"/>
              </a:ext>
            </a:extLst>
          </p:cNvPr>
          <p:cNvSpPr txBox="1"/>
          <p:nvPr/>
        </p:nvSpPr>
        <p:spPr>
          <a:xfrm>
            <a:off x="3663573" y="2671817"/>
            <a:ext cx="1005403" cy="16342935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9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8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7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5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4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3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2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1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</p:txBody>
      </p:sp>
      <p:sp>
        <p:nvSpPr>
          <p:cNvPr id="3" name="N1">
            <a:extLst>
              <a:ext uri="{FF2B5EF4-FFF2-40B4-BE49-F238E27FC236}">
                <a16:creationId xmlns:a16="http://schemas.microsoft.com/office/drawing/2014/main" id="{321860B9-DC15-351B-F334-054EAF2E4D85}"/>
              </a:ext>
            </a:extLst>
          </p:cNvPr>
          <p:cNvSpPr txBox="1"/>
          <p:nvPr/>
        </p:nvSpPr>
        <p:spPr>
          <a:xfrm>
            <a:off x="2446833" y="-11965950"/>
            <a:ext cx="1005403" cy="16342935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9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8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7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5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4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3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2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1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</p:txBody>
      </p:sp>
      <p:grpSp>
        <p:nvGrpSpPr>
          <p:cNvPr id="34" name="!!mascara">
            <a:extLst>
              <a:ext uri="{FF2B5EF4-FFF2-40B4-BE49-F238E27FC236}">
                <a16:creationId xmlns:a16="http://schemas.microsoft.com/office/drawing/2014/main" id="{C287DD8F-17E0-D7CA-89A4-3F01919A018C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 useBgFill="1">
          <p:nvSpPr>
            <p:cNvPr id="9" name="Forma Livre: Forma 8">
              <a:extLst>
                <a:ext uri="{FF2B5EF4-FFF2-40B4-BE49-F238E27FC236}">
                  <a16:creationId xmlns:a16="http://schemas.microsoft.com/office/drawing/2014/main" id="{43DD7F38-D131-0688-54CD-A4DDB6A95DE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0"/>
              <a:ext cx="12192000" cy="6858000"/>
            </a:xfrm>
            <a:custGeom>
              <a:avLst/>
              <a:gdLst>
                <a:gd name="connsiteX0" fmla="*/ 2566220 w 12192000"/>
                <a:gd name="connsiteY0" fmla="*/ 2632290 h 6858000"/>
                <a:gd name="connsiteX1" fmla="*/ 2322443 w 12192000"/>
                <a:gd name="connsiteY1" fmla="*/ 2876067 h 6858000"/>
                <a:gd name="connsiteX2" fmla="*/ 2322443 w 12192000"/>
                <a:gd name="connsiteY2" fmla="*/ 3851145 h 6858000"/>
                <a:gd name="connsiteX3" fmla="*/ 2566220 w 12192000"/>
                <a:gd name="connsiteY3" fmla="*/ 4094922 h 6858000"/>
                <a:gd name="connsiteX4" fmla="*/ 9625780 w 12192000"/>
                <a:gd name="connsiteY4" fmla="*/ 4094922 h 6858000"/>
                <a:gd name="connsiteX5" fmla="*/ 9869557 w 12192000"/>
                <a:gd name="connsiteY5" fmla="*/ 3851145 h 6858000"/>
                <a:gd name="connsiteX6" fmla="*/ 9869557 w 12192000"/>
                <a:gd name="connsiteY6" fmla="*/ 2876067 h 6858000"/>
                <a:gd name="connsiteX7" fmla="*/ 9625780 w 12192000"/>
                <a:gd name="connsiteY7" fmla="*/ 2632290 h 6858000"/>
                <a:gd name="connsiteX8" fmla="*/ 0 w 12192000"/>
                <a:gd name="connsiteY8" fmla="*/ 0 h 6858000"/>
                <a:gd name="connsiteX9" fmla="*/ 12192000 w 12192000"/>
                <a:gd name="connsiteY9" fmla="*/ 0 h 6858000"/>
                <a:gd name="connsiteX10" fmla="*/ 12192000 w 12192000"/>
                <a:gd name="connsiteY10" fmla="*/ 6858000 h 6858000"/>
                <a:gd name="connsiteX11" fmla="*/ 0 w 12192000"/>
                <a:gd name="connsiteY11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192000" h="6858000">
                  <a:moveTo>
                    <a:pt x="2566220" y="2632290"/>
                  </a:moveTo>
                  <a:cubicBezTo>
                    <a:pt x="2431586" y="2632290"/>
                    <a:pt x="2322443" y="2741433"/>
                    <a:pt x="2322443" y="2876067"/>
                  </a:cubicBezTo>
                  <a:lnTo>
                    <a:pt x="2322443" y="3851145"/>
                  </a:lnTo>
                  <a:cubicBezTo>
                    <a:pt x="2322443" y="3985779"/>
                    <a:pt x="2431586" y="4094922"/>
                    <a:pt x="2566220" y="4094922"/>
                  </a:cubicBezTo>
                  <a:lnTo>
                    <a:pt x="9625780" y="4094922"/>
                  </a:lnTo>
                  <a:cubicBezTo>
                    <a:pt x="9760414" y="4094922"/>
                    <a:pt x="9869557" y="3985779"/>
                    <a:pt x="9869557" y="3851145"/>
                  </a:cubicBezTo>
                  <a:lnTo>
                    <a:pt x="9869557" y="2876067"/>
                  </a:lnTo>
                  <a:cubicBezTo>
                    <a:pt x="9869557" y="2741433"/>
                    <a:pt x="9760414" y="2632290"/>
                    <a:pt x="9625780" y="2632290"/>
                  </a:cubicBezTo>
                  <a:close/>
                  <a:moveTo>
                    <a:pt x="0" y="0"/>
                  </a:moveTo>
                  <a:lnTo>
                    <a:pt x="12192000" y="0"/>
                  </a:lnTo>
                  <a:lnTo>
                    <a:pt x="12192000" y="6858000"/>
                  </a:lnTo>
                  <a:lnTo>
                    <a:pt x="0" y="6858000"/>
                  </a:lnTo>
                  <a:close/>
                </a:path>
              </a:pathLst>
            </a:custGeom>
            <a:ln>
              <a:noFill/>
            </a:ln>
            <a:effectLst>
              <a:outerShdw blurRad="3810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0" name="CaixaDeTexto 9">
              <a:extLst>
                <a:ext uri="{FF2B5EF4-FFF2-40B4-BE49-F238E27FC236}">
                  <a16:creationId xmlns:a16="http://schemas.microsoft.com/office/drawing/2014/main" id="{4014AAB1-279C-87A1-6A54-69E5927AF183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40326" y="330615"/>
              <a:ext cx="11111348" cy="985530"/>
            </a:xfrm>
            <a:prstGeom prst="roundRect">
              <a:avLst>
                <a:gd name="adj" fmla="val 26924"/>
              </a:avLst>
            </a:prstGeom>
            <a:solidFill>
              <a:srgbClr val="FFC000"/>
            </a:solidFill>
            <a:ln w="19050">
              <a:noFill/>
            </a:ln>
            <a:effectLst>
              <a:outerShdw blurRad="635000" dist="2540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 anchorCtr="1"/>
            <a:lstStyle>
              <a:defPPr>
                <a:defRPr lang="pt-BR"/>
              </a:defPPr>
              <a:lvl1pPr algn="ctr">
                <a:defRPr b="1">
                  <a:ln w="3175">
                    <a:noFill/>
                  </a:ln>
                  <a:solidFill>
                    <a:srgbClr val="FF0000"/>
                  </a:solidFill>
                  <a:latin typeface="Arial Narrow" panose="020B0606020202030204" pitchFamily="34" charset="0"/>
                  <a:ea typeface="Open Sans Extrabold" panose="020B0906030804020204" pitchFamily="34" charset="0"/>
                  <a:cs typeface="Arial" panose="020B0604020202020204" pitchFamily="34" charset="0"/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4400" b="1" i="0" u="none" strike="noStrike" kern="1200" cap="none" spc="600" normalizeH="0" baseline="0" noProof="0">
                  <a:ln w="3175"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Open Sans Extrabold" panose="020B0906030804020204" pitchFamily="34" charset="0"/>
                  <a:cs typeface="Arial" panose="020B0604020202020204" pitchFamily="34" charset="0"/>
                </a:rPr>
                <a:t>VOCÊ ERROU!</a:t>
              </a:r>
            </a:p>
          </p:txBody>
        </p:sp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6893B8BF-F8F5-DB56-E87C-8ED5CBA7FCB6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226072" y="2180704"/>
              <a:ext cx="206883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24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Arial" panose="020B0604020202020204" pitchFamily="34" charset="0"/>
                </a:rPr>
                <a:t>Você ganhou:</a:t>
              </a:r>
            </a:p>
          </p:txBody>
        </p:sp>
        <p:sp>
          <p:nvSpPr>
            <p:cNvPr id="12" name="CaixaDeTexto 11">
              <a:extLst>
                <a:ext uri="{FF2B5EF4-FFF2-40B4-BE49-F238E27FC236}">
                  <a16:creationId xmlns:a16="http://schemas.microsoft.com/office/drawing/2014/main" id="{E77C9F72-334E-862C-ACF5-323EF2E8C72C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667254" y="2555761"/>
              <a:ext cx="64472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28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R$</a:t>
              </a:r>
            </a:p>
          </p:txBody>
        </p:sp>
        <p:sp>
          <p:nvSpPr>
            <p:cNvPr id="13" name="Elipse 12">
              <a:extLst>
                <a:ext uri="{FF2B5EF4-FFF2-40B4-BE49-F238E27FC236}">
                  <a16:creationId xmlns:a16="http://schemas.microsoft.com/office/drawing/2014/main" id="{D879FEC9-3C93-4084-1DC0-039C3A2FA1A8}"/>
                </a:ext>
              </a:extLst>
            </p:cNvPr>
            <p:cNvSpPr>
              <a:spLocks noGrp="1" noRot="1" noChangeAspect="1" noMove="1" noResize="1" noEditPoints="1" noAdjustHandles="1" noChangeArrowheads="1" noChangeShapeType="1"/>
            </p:cNvSpPr>
            <p:nvPr/>
          </p:nvSpPr>
          <p:spPr>
            <a:xfrm>
              <a:off x="3480684" y="3646074"/>
              <a:ext cx="180000" cy="180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4" name="Elipse 13">
              <a:extLst>
                <a:ext uri="{FF2B5EF4-FFF2-40B4-BE49-F238E27FC236}">
                  <a16:creationId xmlns:a16="http://schemas.microsoft.com/office/drawing/2014/main" id="{4014B435-FE21-6F3F-D0A3-96A450E125B7}"/>
                </a:ext>
              </a:extLst>
            </p:cNvPr>
            <p:cNvSpPr>
              <a:spLocks noGrp="1" noRot="1" noChangeAspect="1" noMove="1" noResize="1" noEditPoints="1" noAdjustHandles="1" noChangeArrowheads="1" noChangeShapeType="1"/>
            </p:cNvSpPr>
            <p:nvPr/>
          </p:nvSpPr>
          <p:spPr>
            <a:xfrm>
              <a:off x="6610570" y="3646074"/>
              <a:ext cx="180000" cy="180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grpSp>
        <p:nvGrpSpPr>
          <p:cNvPr id="15" name="barra de progresso">
            <a:extLst>
              <a:ext uri="{FF2B5EF4-FFF2-40B4-BE49-F238E27FC236}">
                <a16:creationId xmlns:a16="http://schemas.microsoft.com/office/drawing/2014/main" id="{D7DF4F7E-B4C8-F5D8-B5B0-9D68AE4528F9}"/>
              </a:ext>
            </a:extLst>
          </p:cNvPr>
          <p:cNvGrpSpPr/>
          <p:nvPr/>
        </p:nvGrpSpPr>
        <p:grpSpPr>
          <a:xfrm>
            <a:off x="540326" y="6168042"/>
            <a:ext cx="11111348" cy="216000"/>
            <a:chOff x="540326" y="6168042"/>
            <a:chExt cx="11111348" cy="216000"/>
          </a:xfrm>
        </p:grpSpPr>
        <p:sp useBgFill="1">
          <p:nvSpPr>
            <p:cNvPr id="16" name="Retângulo: Cantos Arredondados 15">
              <a:extLst>
                <a:ext uri="{FF2B5EF4-FFF2-40B4-BE49-F238E27FC236}">
                  <a16:creationId xmlns:a16="http://schemas.microsoft.com/office/drawing/2014/main" id="{645F6494-8FFC-74C9-3BEE-6344C16689C9}"/>
                </a:ext>
              </a:extLst>
            </p:cNvPr>
            <p:cNvSpPr/>
            <p:nvPr/>
          </p:nvSpPr>
          <p:spPr>
            <a:xfrm>
              <a:off x="540326" y="6168042"/>
              <a:ext cx="540000" cy="216000"/>
            </a:xfrm>
            <a:prstGeom prst="roundRect">
              <a:avLst>
                <a:gd name="adj" fmla="val 50000"/>
              </a:avLst>
            </a:prstGeom>
            <a:ln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17" name="Retângulo: Cantos Arredondados 16">
              <a:extLst>
                <a:ext uri="{FF2B5EF4-FFF2-40B4-BE49-F238E27FC236}">
                  <a16:creationId xmlns:a16="http://schemas.microsoft.com/office/drawing/2014/main" id="{D0360543-989E-44E5-018D-E2B5E5E7950A}"/>
                </a:ext>
              </a:extLst>
            </p:cNvPr>
            <p:cNvSpPr/>
            <p:nvPr/>
          </p:nvSpPr>
          <p:spPr>
            <a:xfrm>
              <a:off x="1245083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18" name="Retângulo: Cantos Arredondados 17">
              <a:extLst>
                <a:ext uri="{FF2B5EF4-FFF2-40B4-BE49-F238E27FC236}">
                  <a16:creationId xmlns:a16="http://schemas.microsoft.com/office/drawing/2014/main" id="{832CD0D4-B00B-66F6-AC8B-2047BB5D1C88}"/>
                </a:ext>
              </a:extLst>
            </p:cNvPr>
            <p:cNvSpPr/>
            <p:nvPr/>
          </p:nvSpPr>
          <p:spPr>
            <a:xfrm>
              <a:off x="1949840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19" name="Retângulo: Cantos Arredondados 18">
              <a:extLst>
                <a:ext uri="{FF2B5EF4-FFF2-40B4-BE49-F238E27FC236}">
                  <a16:creationId xmlns:a16="http://schemas.microsoft.com/office/drawing/2014/main" id="{09C5ED91-4829-2188-7144-57BB65B5895C}"/>
                </a:ext>
              </a:extLst>
            </p:cNvPr>
            <p:cNvSpPr/>
            <p:nvPr/>
          </p:nvSpPr>
          <p:spPr>
            <a:xfrm>
              <a:off x="2654597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20" name="Retângulo: Cantos Arredondados 19">
              <a:extLst>
                <a:ext uri="{FF2B5EF4-FFF2-40B4-BE49-F238E27FC236}">
                  <a16:creationId xmlns:a16="http://schemas.microsoft.com/office/drawing/2014/main" id="{B5F9D68A-2A87-C90C-1D98-7737129DB43B}"/>
                </a:ext>
              </a:extLst>
            </p:cNvPr>
            <p:cNvSpPr/>
            <p:nvPr/>
          </p:nvSpPr>
          <p:spPr>
            <a:xfrm>
              <a:off x="3359354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21" name="Retângulo: Cantos Arredondados 20">
              <a:extLst>
                <a:ext uri="{FF2B5EF4-FFF2-40B4-BE49-F238E27FC236}">
                  <a16:creationId xmlns:a16="http://schemas.microsoft.com/office/drawing/2014/main" id="{A3EAB60E-42B2-0210-E6AD-787A54CF5E6B}"/>
                </a:ext>
              </a:extLst>
            </p:cNvPr>
            <p:cNvSpPr/>
            <p:nvPr/>
          </p:nvSpPr>
          <p:spPr>
            <a:xfrm>
              <a:off x="4064111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22" name="Retângulo: Cantos Arredondados 21">
              <a:extLst>
                <a:ext uri="{FF2B5EF4-FFF2-40B4-BE49-F238E27FC236}">
                  <a16:creationId xmlns:a16="http://schemas.microsoft.com/office/drawing/2014/main" id="{7805FE38-3DA6-AA69-5A21-5FDF35D7E06F}"/>
                </a:ext>
              </a:extLst>
            </p:cNvPr>
            <p:cNvSpPr/>
            <p:nvPr/>
          </p:nvSpPr>
          <p:spPr>
            <a:xfrm>
              <a:off x="4768868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23" name="Retângulo: Cantos Arredondados 22">
              <a:extLst>
                <a:ext uri="{FF2B5EF4-FFF2-40B4-BE49-F238E27FC236}">
                  <a16:creationId xmlns:a16="http://schemas.microsoft.com/office/drawing/2014/main" id="{2F3233F8-5476-5095-85DB-1E53D02FFF73}"/>
                </a:ext>
              </a:extLst>
            </p:cNvPr>
            <p:cNvSpPr/>
            <p:nvPr/>
          </p:nvSpPr>
          <p:spPr>
            <a:xfrm>
              <a:off x="5473625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24" name="Retângulo: Cantos Arredondados 23">
              <a:extLst>
                <a:ext uri="{FF2B5EF4-FFF2-40B4-BE49-F238E27FC236}">
                  <a16:creationId xmlns:a16="http://schemas.microsoft.com/office/drawing/2014/main" id="{BE1456AE-ED2B-72A9-D02A-1CD0F978D85D}"/>
                </a:ext>
              </a:extLst>
            </p:cNvPr>
            <p:cNvSpPr/>
            <p:nvPr/>
          </p:nvSpPr>
          <p:spPr>
            <a:xfrm>
              <a:off x="6178382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25" name="Retângulo: Cantos Arredondados 24">
              <a:extLst>
                <a:ext uri="{FF2B5EF4-FFF2-40B4-BE49-F238E27FC236}">
                  <a16:creationId xmlns:a16="http://schemas.microsoft.com/office/drawing/2014/main" id="{4755B973-D05B-1281-55E7-74B61C8A4505}"/>
                </a:ext>
              </a:extLst>
            </p:cNvPr>
            <p:cNvSpPr/>
            <p:nvPr/>
          </p:nvSpPr>
          <p:spPr>
            <a:xfrm>
              <a:off x="6883139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26" name="Retângulo: Cantos Arredondados 25">
              <a:extLst>
                <a:ext uri="{FF2B5EF4-FFF2-40B4-BE49-F238E27FC236}">
                  <a16:creationId xmlns:a16="http://schemas.microsoft.com/office/drawing/2014/main" id="{23BB2712-A117-128D-132B-22540621C404}"/>
                </a:ext>
              </a:extLst>
            </p:cNvPr>
            <p:cNvSpPr/>
            <p:nvPr/>
          </p:nvSpPr>
          <p:spPr>
            <a:xfrm>
              <a:off x="7587896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27" name="Retângulo: Cantos Arredondados 26">
              <a:extLst>
                <a:ext uri="{FF2B5EF4-FFF2-40B4-BE49-F238E27FC236}">
                  <a16:creationId xmlns:a16="http://schemas.microsoft.com/office/drawing/2014/main" id="{1F3E133E-5E8D-EA78-A60D-62DE8FA3C825}"/>
                </a:ext>
              </a:extLst>
            </p:cNvPr>
            <p:cNvSpPr/>
            <p:nvPr/>
          </p:nvSpPr>
          <p:spPr>
            <a:xfrm>
              <a:off x="8292653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28" name="Retângulo: Cantos Arredondados 27">
              <a:extLst>
                <a:ext uri="{FF2B5EF4-FFF2-40B4-BE49-F238E27FC236}">
                  <a16:creationId xmlns:a16="http://schemas.microsoft.com/office/drawing/2014/main" id="{52F08055-4C07-9D7D-B51F-6C5520201AFF}"/>
                </a:ext>
              </a:extLst>
            </p:cNvPr>
            <p:cNvSpPr/>
            <p:nvPr/>
          </p:nvSpPr>
          <p:spPr>
            <a:xfrm>
              <a:off x="8997410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29" name="Retângulo: Cantos Arredondados 28">
              <a:extLst>
                <a:ext uri="{FF2B5EF4-FFF2-40B4-BE49-F238E27FC236}">
                  <a16:creationId xmlns:a16="http://schemas.microsoft.com/office/drawing/2014/main" id="{915F56B7-CB97-B128-3798-360BFADDFBFE}"/>
                </a:ext>
              </a:extLst>
            </p:cNvPr>
            <p:cNvSpPr/>
            <p:nvPr/>
          </p:nvSpPr>
          <p:spPr>
            <a:xfrm>
              <a:off x="9702167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30" name="Retângulo: Cantos Arredondados 29">
              <a:extLst>
                <a:ext uri="{FF2B5EF4-FFF2-40B4-BE49-F238E27FC236}">
                  <a16:creationId xmlns:a16="http://schemas.microsoft.com/office/drawing/2014/main" id="{6422418E-AA0B-8E26-FC84-D410772659AF}"/>
                </a:ext>
              </a:extLst>
            </p:cNvPr>
            <p:cNvSpPr/>
            <p:nvPr/>
          </p:nvSpPr>
          <p:spPr>
            <a:xfrm>
              <a:off x="10406924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31" name="Retângulo: Cantos Arredondados 30">
              <a:extLst>
                <a:ext uri="{FF2B5EF4-FFF2-40B4-BE49-F238E27FC236}">
                  <a16:creationId xmlns:a16="http://schemas.microsoft.com/office/drawing/2014/main" id="{E640292C-BE19-1E3C-A127-339B803D0EC0}"/>
                </a:ext>
              </a:extLst>
            </p:cNvPr>
            <p:cNvSpPr/>
            <p:nvPr/>
          </p:nvSpPr>
          <p:spPr>
            <a:xfrm>
              <a:off x="11111674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pic>
        <p:nvPicPr>
          <p:cNvPr id="32" name="emoji">
            <a:extLst>
              <a:ext uri="{FF2B5EF4-FFF2-40B4-BE49-F238E27FC236}">
                <a16:creationId xmlns:a16="http://schemas.microsoft.com/office/drawing/2014/main" id="{D5E21F0E-C48A-B95C-AD66-20556A0DDDF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343083" y="1938181"/>
            <a:ext cx="1085856" cy="1085856"/>
          </a:xfrm>
          <a:prstGeom prst="rect">
            <a:avLst/>
          </a:prstGeom>
          <a:effectLst>
            <a:outerShdw blurRad="635000" dist="190500" dir="2700000" algn="tl" rotWithShape="0">
              <a:prstClr val="black">
                <a:alpha val="60000"/>
              </a:prstClr>
            </a:outerShdw>
          </a:effectLst>
        </p:spPr>
      </p:pic>
      <p:pic>
        <p:nvPicPr>
          <p:cNvPr id="37" name="que pena, vc errou">
            <a:hlinkClick r:id="" action="ppaction://media"/>
            <a:extLst>
              <a:ext uri="{FF2B5EF4-FFF2-40B4-BE49-F238E27FC236}">
                <a16:creationId xmlns:a16="http://schemas.microsoft.com/office/drawing/2014/main" id="{E7877330-4976-EF07-7A6B-DC501CA5A40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-772973" y="206871"/>
            <a:ext cx="509587" cy="509587"/>
          </a:xfrm>
          <a:prstGeom prst="rect">
            <a:avLst/>
          </a:prstGeom>
        </p:spPr>
      </p:pic>
      <p:sp>
        <p:nvSpPr>
          <p:cNvPr id="33" name="Botaão Próxima">
            <a:hlinkClick r:id="rId7" action="ppaction://hlinksldjump"/>
            <a:extLst>
              <a:ext uri="{FF2B5EF4-FFF2-40B4-BE49-F238E27FC236}">
                <a16:creationId xmlns:a16="http://schemas.microsoft.com/office/drawing/2014/main" id="{246C54B1-7F04-0CD8-3ABA-607FA491072D}"/>
              </a:ext>
            </a:extLst>
          </p:cNvPr>
          <p:cNvSpPr/>
          <p:nvPr/>
        </p:nvSpPr>
        <p:spPr>
          <a:xfrm>
            <a:off x="9142497" y="5271949"/>
            <a:ext cx="2330219" cy="540000"/>
          </a:xfrm>
          <a:prstGeom prst="roundRect">
            <a:avLst/>
          </a:prstGeom>
          <a:gradFill flip="none" rotWithShape="1">
            <a:gsLst>
              <a:gs pos="0">
                <a:schemeClr val="accent6"/>
              </a:gs>
              <a:gs pos="59000">
                <a:schemeClr val="accent6">
                  <a:lumMod val="75000"/>
                </a:schemeClr>
              </a:gs>
              <a:gs pos="100000">
                <a:schemeClr val="accent6">
                  <a:lumMod val="50000"/>
                </a:schemeClr>
              </a:gs>
            </a:gsLst>
            <a:lin ang="19200000" scaled="0"/>
            <a:tileRect/>
          </a:gradFill>
          <a:ln w="19050">
            <a:solidFill>
              <a:schemeClr val="bg1"/>
            </a:solidFill>
          </a:ln>
          <a:effectLst>
            <a:outerShdw blurRad="381000" dist="1270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rIns="108000" rtlCol="0" anchor="ctr"/>
          <a:lstStyle/>
          <a:p>
            <a:pPr algn="ctr"/>
            <a:r>
              <a:rPr lang="pt-BR" sz="1400" b="1" dirty="0">
                <a:ln w="3175">
                  <a:noFill/>
                </a:ln>
                <a:effectLst>
                  <a:outerShdw blurRad="1270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Arial" panose="020B0604020202020204" pitchFamily="34" charset="0"/>
                <a:ea typeface="Open Sans Extrabold" panose="020B0906030804020204" pitchFamily="34" charset="0"/>
                <a:cs typeface="Arial" panose="020B0604020202020204" pitchFamily="34" charset="0"/>
              </a:rPr>
              <a:t>Voltar</a:t>
            </a:r>
          </a:p>
        </p:txBody>
      </p:sp>
    </p:spTree>
    <p:extLst>
      <p:ext uri="{BB962C8B-B14F-4D97-AF65-F5344CB8AC3E}">
        <p14:creationId xmlns:p14="http://schemas.microsoft.com/office/powerpoint/2010/main" val="8633767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2040" fill="hold"/>
                                            <p:tgtEl>
                                              <p:spTgt spid="37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  <p:par>
                                    <p:cTn id="7" presetID="2" presetClass="entr" presetSubtype="4" fill="hold" grpId="0" nodeType="with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9" dur="20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10" dur="20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1" presetID="2" presetClass="entr" presetSubtype="1" fill="hold" grpId="0" nodeType="with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13" dur="20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14" dur="20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5" presetID="2" presetClass="entr" presetSubtype="4" fill="hold" grpId="0" nodeType="with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17" dur="20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18" dur="20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9" presetID="2" presetClass="entr" presetSubtype="1" fill="hold" grpId="0" nodeType="with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21" dur="20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22" dur="20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3" presetID="2" presetClass="entr" presetSubtype="4" fill="hold" grpId="0" nodeType="with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25" dur="20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26" dur="20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7" presetID="2" presetClass="entr" presetSubtype="1" fill="hold" grpId="0" nodeType="with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29" dur="20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30" dur="20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1" presetID="2" presetClass="entr" presetSubtype="4" fill="hold" grpId="0" nodeType="with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33" dur="20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34" dur="20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5" presetID="23" presetClass="entr" presetSubtype="32" fill="hold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7" dur="5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4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8" dur="5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4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9" presetID="22" presetClass="entr" presetSubtype="8" fill="hold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4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41" dur="1000"/>
                                            <p:tgtEl>
                                              <p:spTgt spid="1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2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43" dur="indefinite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44" dur="indefinite"/>
                                            <p:tgtEl>
                                              <p:spTgt spid="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5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46" dur="indefinite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47" dur="indefinite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8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49" dur="indefinite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50" dur="indefinite"/>
                                            <p:tgtEl>
                                              <p:spTgt spid="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1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52" dur="indefinite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53" dur="indefinite"/>
                                            <p:tgtEl>
                                              <p:spTgt spid="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4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55" dur="indefinite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56" dur="indefinite"/>
                                            <p:tgtEl>
                                              <p:spTgt spid="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7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58" dur="indefinite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59" dur="indefinite"/>
                                            <p:tgtEl>
                                              <p:spTgt spid="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0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61" dur="indefinite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62" dur="indefinite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63" fill="hold">
                                <p:stCondLst>
                                  <p:cond delay="2040"/>
                                </p:stCondLst>
                                <p:childTnLst>
                                  <p:par>
                                    <p:cTn id="64" presetID="5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66" dur="5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7" dur="5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68" dur="500"/>
                                            <p:tgtEl>
                                              <p:spTgt spid="3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9" presetID="42" presetClass="path" presetSubtype="0" accel="50000" decel="5000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2.70833E-6 -1.85185E-6 L -2.70833E-6 0.3206 " pathEditMode="relative" rAng="0" ptsTypes="AA">
                                          <p:cBhvr>
                                            <p:cTn id="70" dur="500" spd="-1000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16019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71" fill="hold">
                                <p:stCondLst>
                                  <p:cond delay="2540"/>
                                </p:stCondLst>
                                <p:childTnLst>
                                  <p:par>
                                    <p:cTn id="72" presetID="6" presetClass="emph" presetSubtype="0" repeatCount="indefinite" autoRev="1" fill="hold" grpId="2" nodeType="afterEffect">
                                      <p:stCondLst>
                                        <p:cond delay="0"/>
                                      </p:stCondLst>
                                      <p:endCondLst>
                                        <p:cond evt="onNext" delay="0">
                                          <p:tgtEl>
                                            <p:sldTgt/>
                                          </p:tgtEl>
                                        </p:cond>
                                      </p:endCondLst>
                                      <p:childTnLst>
                                        <p:animScale>
                                          <p:cBhvr>
                                            <p:cTn id="73" dur="500" fill="hold"/>
                                            <p:tgtEl>
                                              <p:spTgt spid="33"/>
                                            </p:tgtEl>
                                          </p:cBhvr>
                                          <p:by x="90000" y="90000"/>
                                        </p:animScale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>
                    <p:cTn id="74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37"/>
                    </p:tgtEl>
                  </p:cMediaNode>
                </p:audio>
              </p:childTnLst>
            </p:cTn>
          </p:par>
        </p:tnLst>
        <p:bldLst>
          <p:bldP spid="2" grpId="0"/>
          <p:bldP spid="2" grpId="1"/>
          <p:bldP spid="8" grpId="0"/>
          <p:bldP spid="8" grpId="1"/>
          <p:bldP spid="7" grpId="0"/>
          <p:bldP spid="7" grpId="1"/>
          <p:bldP spid="6" grpId="0"/>
          <p:bldP spid="6" grpId="1"/>
          <p:bldP spid="5" grpId="0"/>
          <p:bldP spid="5" grpId="1"/>
          <p:bldP spid="4" grpId="0"/>
          <p:bldP spid="4" grpId="1"/>
          <p:bldP spid="3" grpId="0"/>
          <p:bldP spid="3" grpId="1"/>
          <p:bldP spid="33" grpId="0" animBg="1"/>
          <p:bldP spid="33" grpId="1" animBg="1"/>
          <p:bldP spid="33" grpId="2" animBg="1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2040" fill="hold"/>
                                            <p:tgtEl>
                                              <p:spTgt spid="37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  <p:par>
                                    <p:cTn id="7" presetID="2" presetClass="entr" presetSubtype="4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9" dur="20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0" dur="20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1" presetID="2" presetClass="entr" presetSubtype="1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3" dur="20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4" dur="20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5" presetID="2" presetClass="entr" presetSubtype="4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7" dur="20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8" dur="20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9" presetID="2" presetClass="entr" presetSubtype="1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1" dur="20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2" dur="20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3" presetID="2" presetClass="entr" presetSubtype="4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5" dur="20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6" dur="20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7" presetID="2" presetClass="entr" presetSubtype="1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9" dur="20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0" dur="20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1" presetID="2" presetClass="entr" presetSubtype="4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3" dur="20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4" dur="20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5" presetID="23" presetClass="entr" presetSubtype="32" fill="hold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7" dur="5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4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8" dur="5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4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9" presetID="22" presetClass="entr" presetSubtype="8" fill="hold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4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41" dur="1000"/>
                                            <p:tgtEl>
                                              <p:spTgt spid="1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2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43" dur="indefinite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44" dur="indefinite"/>
                                            <p:tgtEl>
                                              <p:spTgt spid="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5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46" dur="indefinite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47" dur="indefinite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8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49" dur="indefinite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50" dur="indefinite"/>
                                            <p:tgtEl>
                                              <p:spTgt spid="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1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52" dur="indefinite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53" dur="indefinite"/>
                                            <p:tgtEl>
                                              <p:spTgt spid="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4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55" dur="indefinite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56" dur="indefinite"/>
                                            <p:tgtEl>
                                              <p:spTgt spid="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7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58" dur="indefinite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59" dur="indefinite"/>
                                            <p:tgtEl>
                                              <p:spTgt spid="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0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61" dur="indefinite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62" dur="indefinite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63" fill="hold">
                                <p:stCondLst>
                                  <p:cond delay="2040"/>
                                </p:stCondLst>
                                <p:childTnLst>
                                  <p:par>
                                    <p:cTn id="64" presetID="5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66" dur="5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7" dur="5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68" dur="500"/>
                                            <p:tgtEl>
                                              <p:spTgt spid="3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9" presetID="42" presetClass="path" presetSubtype="0" accel="50000" decel="5000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2.70833E-6 -1.85185E-6 L -2.70833E-6 0.3206 " pathEditMode="relative" rAng="0" ptsTypes="AA">
                                          <p:cBhvr>
                                            <p:cTn id="70" dur="500" spd="-1000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16019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71" fill="hold">
                                <p:stCondLst>
                                  <p:cond delay="2540"/>
                                </p:stCondLst>
                                <p:childTnLst>
                                  <p:par>
                                    <p:cTn id="72" presetID="6" presetClass="emph" presetSubtype="0" repeatCount="indefinite" autoRev="1" fill="hold" grpId="2" nodeType="afterEffect">
                                      <p:stCondLst>
                                        <p:cond delay="0"/>
                                      </p:stCondLst>
                                      <p:endCondLst>
                                        <p:cond evt="onNext" delay="0">
                                          <p:tgtEl>
                                            <p:sldTgt/>
                                          </p:tgtEl>
                                        </p:cond>
                                      </p:endCondLst>
                                      <p:childTnLst>
                                        <p:animScale>
                                          <p:cBhvr>
                                            <p:cTn id="73" dur="500" fill="hold"/>
                                            <p:tgtEl>
                                              <p:spTgt spid="33"/>
                                            </p:tgtEl>
                                          </p:cBhvr>
                                          <p:by x="90000" y="90000"/>
                                        </p:animScale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>
                    <p:cTn id="74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37"/>
                    </p:tgtEl>
                  </p:cMediaNode>
                </p:audio>
              </p:childTnLst>
            </p:cTn>
          </p:par>
        </p:tnLst>
        <p:bldLst>
          <p:bldP spid="2" grpId="0"/>
          <p:bldP spid="2" grpId="1"/>
          <p:bldP spid="8" grpId="0"/>
          <p:bldP spid="8" grpId="1"/>
          <p:bldP spid="7" grpId="0"/>
          <p:bldP spid="7" grpId="1"/>
          <p:bldP spid="6" grpId="0"/>
          <p:bldP spid="6" grpId="1"/>
          <p:bldP spid="5" grpId="0"/>
          <p:bldP spid="5" grpId="1"/>
          <p:bldP spid="4" grpId="0"/>
          <p:bldP spid="4" grpId="1"/>
          <p:bldP spid="3" grpId="0"/>
          <p:bldP spid="3" grpId="1"/>
          <p:bldP spid="33" grpId="0" animBg="1"/>
          <p:bldP spid="33" grpId="1" animBg="1"/>
          <p:bldP spid="33" grpId="2" animBg="1"/>
        </p:bldLst>
      </p:timing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C00000"/>
            </a:gs>
            <a:gs pos="100000">
              <a:schemeClr val="tx1">
                <a:lumMod val="85000"/>
                <a:lumOff val="15000"/>
              </a:schemeClr>
            </a:gs>
          </a:gsLst>
          <a:lin ang="81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7">
            <a:extLst>
              <a:ext uri="{FF2B5EF4-FFF2-40B4-BE49-F238E27FC236}">
                <a16:creationId xmlns:a16="http://schemas.microsoft.com/office/drawing/2014/main" id="{AF47984B-59F1-7176-A115-158B29114E0E}"/>
              </a:ext>
            </a:extLst>
          </p:cNvPr>
          <p:cNvSpPr txBox="1"/>
          <p:nvPr/>
        </p:nvSpPr>
        <p:spPr>
          <a:xfrm>
            <a:off x="8746332" y="-11965950"/>
            <a:ext cx="1005403" cy="16342935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9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8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7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5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4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3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2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1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</p:txBody>
      </p:sp>
      <p:sp>
        <p:nvSpPr>
          <p:cNvPr id="8" name="N6">
            <a:extLst>
              <a:ext uri="{FF2B5EF4-FFF2-40B4-BE49-F238E27FC236}">
                <a16:creationId xmlns:a16="http://schemas.microsoft.com/office/drawing/2014/main" id="{FE3BD9AB-7F50-A4B5-5F53-70354EF481F4}"/>
              </a:ext>
            </a:extLst>
          </p:cNvPr>
          <p:cNvSpPr txBox="1"/>
          <p:nvPr/>
        </p:nvSpPr>
        <p:spPr>
          <a:xfrm>
            <a:off x="7805114" y="2671817"/>
            <a:ext cx="1005403" cy="16342935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9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8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7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5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4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3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2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1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</p:txBody>
      </p:sp>
      <p:sp>
        <p:nvSpPr>
          <p:cNvPr id="7" name="N5">
            <a:extLst>
              <a:ext uri="{FF2B5EF4-FFF2-40B4-BE49-F238E27FC236}">
                <a16:creationId xmlns:a16="http://schemas.microsoft.com/office/drawing/2014/main" id="{D60E20A6-40DE-61FF-BC52-780641776D60}"/>
              </a:ext>
            </a:extLst>
          </p:cNvPr>
          <p:cNvSpPr txBox="1"/>
          <p:nvPr/>
        </p:nvSpPr>
        <p:spPr>
          <a:xfrm>
            <a:off x="6863896" y="-11965950"/>
            <a:ext cx="1005403" cy="16342935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9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8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7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5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4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3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2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1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</p:txBody>
      </p:sp>
      <p:sp>
        <p:nvSpPr>
          <p:cNvPr id="6" name="N4">
            <a:extLst>
              <a:ext uri="{FF2B5EF4-FFF2-40B4-BE49-F238E27FC236}">
                <a16:creationId xmlns:a16="http://schemas.microsoft.com/office/drawing/2014/main" id="{B55EA620-A448-2ACD-AF8D-A6933BC4F87F}"/>
              </a:ext>
            </a:extLst>
          </p:cNvPr>
          <p:cNvSpPr txBox="1"/>
          <p:nvPr/>
        </p:nvSpPr>
        <p:spPr>
          <a:xfrm>
            <a:off x="5546009" y="2671817"/>
            <a:ext cx="1005403" cy="16342935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9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8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7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5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4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3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2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1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</p:txBody>
      </p:sp>
      <p:sp>
        <p:nvSpPr>
          <p:cNvPr id="5" name="N3">
            <a:extLst>
              <a:ext uri="{FF2B5EF4-FFF2-40B4-BE49-F238E27FC236}">
                <a16:creationId xmlns:a16="http://schemas.microsoft.com/office/drawing/2014/main" id="{EAC23BB9-25AA-23D1-BBA8-4E96A8121B22}"/>
              </a:ext>
            </a:extLst>
          </p:cNvPr>
          <p:cNvSpPr txBox="1"/>
          <p:nvPr/>
        </p:nvSpPr>
        <p:spPr>
          <a:xfrm>
            <a:off x="4604791" y="-11965950"/>
            <a:ext cx="1005403" cy="16342935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9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8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7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5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4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3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2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1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</p:txBody>
      </p:sp>
      <p:sp>
        <p:nvSpPr>
          <p:cNvPr id="4" name="N2">
            <a:extLst>
              <a:ext uri="{FF2B5EF4-FFF2-40B4-BE49-F238E27FC236}">
                <a16:creationId xmlns:a16="http://schemas.microsoft.com/office/drawing/2014/main" id="{95EF8A55-2A5D-C739-62DE-9F54AB9D7812}"/>
              </a:ext>
            </a:extLst>
          </p:cNvPr>
          <p:cNvSpPr txBox="1"/>
          <p:nvPr/>
        </p:nvSpPr>
        <p:spPr>
          <a:xfrm>
            <a:off x="3663573" y="2671817"/>
            <a:ext cx="1005403" cy="16342935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9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8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7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5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4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3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2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1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</p:txBody>
      </p:sp>
      <p:sp>
        <p:nvSpPr>
          <p:cNvPr id="3" name="N1">
            <a:extLst>
              <a:ext uri="{FF2B5EF4-FFF2-40B4-BE49-F238E27FC236}">
                <a16:creationId xmlns:a16="http://schemas.microsoft.com/office/drawing/2014/main" id="{321860B9-DC15-351B-F334-054EAF2E4D85}"/>
              </a:ext>
            </a:extLst>
          </p:cNvPr>
          <p:cNvSpPr txBox="1"/>
          <p:nvPr/>
        </p:nvSpPr>
        <p:spPr>
          <a:xfrm>
            <a:off x="2446833" y="-11965950"/>
            <a:ext cx="1005403" cy="16342935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9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8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7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5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4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3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2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1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</p:txBody>
      </p:sp>
      <p:grpSp>
        <p:nvGrpSpPr>
          <p:cNvPr id="34" name="!!mascara">
            <a:extLst>
              <a:ext uri="{FF2B5EF4-FFF2-40B4-BE49-F238E27FC236}">
                <a16:creationId xmlns:a16="http://schemas.microsoft.com/office/drawing/2014/main" id="{C287DD8F-17E0-D7CA-89A4-3F01919A018C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 useBgFill="1">
          <p:nvSpPr>
            <p:cNvPr id="9" name="Forma Livre: Forma 8">
              <a:extLst>
                <a:ext uri="{FF2B5EF4-FFF2-40B4-BE49-F238E27FC236}">
                  <a16:creationId xmlns:a16="http://schemas.microsoft.com/office/drawing/2014/main" id="{43DD7F38-D131-0688-54CD-A4DDB6A95DE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0"/>
              <a:ext cx="12192000" cy="6858000"/>
            </a:xfrm>
            <a:custGeom>
              <a:avLst/>
              <a:gdLst>
                <a:gd name="connsiteX0" fmla="*/ 2566220 w 12192000"/>
                <a:gd name="connsiteY0" fmla="*/ 2632290 h 6858000"/>
                <a:gd name="connsiteX1" fmla="*/ 2322443 w 12192000"/>
                <a:gd name="connsiteY1" fmla="*/ 2876067 h 6858000"/>
                <a:gd name="connsiteX2" fmla="*/ 2322443 w 12192000"/>
                <a:gd name="connsiteY2" fmla="*/ 3851145 h 6858000"/>
                <a:gd name="connsiteX3" fmla="*/ 2566220 w 12192000"/>
                <a:gd name="connsiteY3" fmla="*/ 4094922 h 6858000"/>
                <a:gd name="connsiteX4" fmla="*/ 9625780 w 12192000"/>
                <a:gd name="connsiteY4" fmla="*/ 4094922 h 6858000"/>
                <a:gd name="connsiteX5" fmla="*/ 9869557 w 12192000"/>
                <a:gd name="connsiteY5" fmla="*/ 3851145 h 6858000"/>
                <a:gd name="connsiteX6" fmla="*/ 9869557 w 12192000"/>
                <a:gd name="connsiteY6" fmla="*/ 2876067 h 6858000"/>
                <a:gd name="connsiteX7" fmla="*/ 9625780 w 12192000"/>
                <a:gd name="connsiteY7" fmla="*/ 2632290 h 6858000"/>
                <a:gd name="connsiteX8" fmla="*/ 0 w 12192000"/>
                <a:gd name="connsiteY8" fmla="*/ 0 h 6858000"/>
                <a:gd name="connsiteX9" fmla="*/ 12192000 w 12192000"/>
                <a:gd name="connsiteY9" fmla="*/ 0 h 6858000"/>
                <a:gd name="connsiteX10" fmla="*/ 12192000 w 12192000"/>
                <a:gd name="connsiteY10" fmla="*/ 6858000 h 6858000"/>
                <a:gd name="connsiteX11" fmla="*/ 0 w 12192000"/>
                <a:gd name="connsiteY11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192000" h="6858000">
                  <a:moveTo>
                    <a:pt x="2566220" y="2632290"/>
                  </a:moveTo>
                  <a:cubicBezTo>
                    <a:pt x="2431586" y="2632290"/>
                    <a:pt x="2322443" y="2741433"/>
                    <a:pt x="2322443" y="2876067"/>
                  </a:cubicBezTo>
                  <a:lnTo>
                    <a:pt x="2322443" y="3851145"/>
                  </a:lnTo>
                  <a:cubicBezTo>
                    <a:pt x="2322443" y="3985779"/>
                    <a:pt x="2431586" y="4094922"/>
                    <a:pt x="2566220" y="4094922"/>
                  </a:cubicBezTo>
                  <a:lnTo>
                    <a:pt x="9625780" y="4094922"/>
                  </a:lnTo>
                  <a:cubicBezTo>
                    <a:pt x="9760414" y="4094922"/>
                    <a:pt x="9869557" y="3985779"/>
                    <a:pt x="9869557" y="3851145"/>
                  </a:cubicBezTo>
                  <a:lnTo>
                    <a:pt x="9869557" y="2876067"/>
                  </a:lnTo>
                  <a:cubicBezTo>
                    <a:pt x="9869557" y="2741433"/>
                    <a:pt x="9760414" y="2632290"/>
                    <a:pt x="9625780" y="2632290"/>
                  </a:cubicBezTo>
                  <a:close/>
                  <a:moveTo>
                    <a:pt x="0" y="0"/>
                  </a:moveTo>
                  <a:lnTo>
                    <a:pt x="12192000" y="0"/>
                  </a:lnTo>
                  <a:lnTo>
                    <a:pt x="12192000" y="6858000"/>
                  </a:lnTo>
                  <a:lnTo>
                    <a:pt x="0" y="6858000"/>
                  </a:lnTo>
                  <a:close/>
                </a:path>
              </a:pathLst>
            </a:custGeom>
            <a:ln>
              <a:noFill/>
            </a:ln>
            <a:effectLst>
              <a:outerShdw blurRad="3810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0" name="CaixaDeTexto 9">
              <a:extLst>
                <a:ext uri="{FF2B5EF4-FFF2-40B4-BE49-F238E27FC236}">
                  <a16:creationId xmlns:a16="http://schemas.microsoft.com/office/drawing/2014/main" id="{4014AAB1-279C-87A1-6A54-69E5927AF183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40326" y="330615"/>
              <a:ext cx="11111348" cy="985530"/>
            </a:xfrm>
            <a:prstGeom prst="roundRect">
              <a:avLst>
                <a:gd name="adj" fmla="val 26924"/>
              </a:avLst>
            </a:prstGeom>
            <a:solidFill>
              <a:srgbClr val="FFC000"/>
            </a:solidFill>
            <a:ln w="19050">
              <a:noFill/>
            </a:ln>
            <a:effectLst>
              <a:outerShdw blurRad="635000" dist="2540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 anchorCtr="1"/>
            <a:lstStyle>
              <a:defPPr>
                <a:defRPr lang="pt-BR"/>
              </a:defPPr>
              <a:lvl1pPr algn="ctr">
                <a:defRPr b="1">
                  <a:ln w="3175">
                    <a:noFill/>
                  </a:ln>
                  <a:solidFill>
                    <a:srgbClr val="FF0000"/>
                  </a:solidFill>
                  <a:latin typeface="Arial Narrow" panose="020B0606020202030204" pitchFamily="34" charset="0"/>
                  <a:ea typeface="Open Sans Extrabold" panose="020B0906030804020204" pitchFamily="34" charset="0"/>
                  <a:cs typeface="Arial" panose="020B0604020202020204" pitchFamily="34" charset="0"/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4400" b="1" i="0" u="none" strike="noStrike" kern="1200" cap="none" spc="600" normalizeH="0" baseline="0" noProof="0">
                  <a:ln w="3175"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Open Sans Extrabold" panose="020B0906030804020204" pitchFamily="34" charset="0"/>
                  <a:cs typeface="Arial" panose="020B0604020202020204" pitchFamily="34" charset="0"/>
                </a:rPr>
                <a:t>VOCÊ ERROU!</a:t>
              </a:r>
            </a:p>
          </p:txBody>
        </p:sp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6893B8BF-F8F5-DB56-E87C-8ED5CBA7FCB6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226072" y="2180704"/>
              <a:ext cx="206883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24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Arial" panose="020B0604020202020204" pitchFamily="34" charset="0"/>
                </a:rPr>
                <a:t>Você ganhou:</a:t>
              </a:r>
            </a:p>
          </p:txBody>
        </p:sp>
        <p:sp>
          <p:nvSpPr>
            <p:cNvPr id="12" name="CaixaDeTexto 11">
              <a:extLst>
                <a:ext uri="{FF2B5EF4-FFF2-40B4-BE49-F238E27FC236}">
                  <a16:creationId xmlns:a16="http://schemas.microsoft.com/office/drawing/2014/main" id="{E77C9F72-334E-862C-ACF5-323EF2E8C72C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667254" y="2555761"/>
              <a:ext cx="64472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28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R$</a:t>
              </a:r>
            </a:p>
          </p:txBody>
        </p:sp>
        <p:sp>
          <p:nvSpPr>
            <p:cNvPr id="13" name="Elipse 12">
              <a:extLst>
                <a:ext uri="{FF2B5EF4-FFF2-40B4-BE49-F238E27FC236}">
                  <a16:creationId xmlns:a16="http://schemas.microsoft.com/office/drawing/2014/main" id="{D879FEC9-3C93-4084-1DC0-039C3A2FA1A8}"/>
                </a:ext>
              </a:extLst>
            </p:cNvPr>
            <p:cNvSpPr>
              <a:spLocks noGrp="1" noRot="1" noChangeAspect="1" noMove="1" noResize="1" noEditPoints="1" noAdjustHandles="1" noChangeArrowheads="1" noChangeShapeType="1"/>
            </p:cNvSpPr>
            <p:nvPr/>
          </p:nvSpPr>
          <p:spPr>
            <a:xfrm>
              <a:off x="3480684" y="3646074"/>
              <a:ext cx="180000" cy="180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4" name="Elipse 13">
              <a:extLst>
                <a:ext uri="{FF2B5EF4-FFF2-40B4-BE49-F238E27FC236}">
                  <a16:creationId xmlns:a16="http://schemas.microsoft.com/office/drawing/2014/main" id="{4014B435-FE21-6F3F-D0A3-96A450E125B7}"/>
                </a:ext>
              </a:extLst>
            </p:cNvPr>
            <p:cNvSpPr>
              <a:spLocks noGrp="1" noRot="1" noChangeAspect="1" noMove="1" noResize="1" noEditPoints="1" noAdjustHandles="1" noChangeArrowheads="1" noChangeShapeType="1"/>
            </p:cNvSpPr>
            <p:nvPr/>
          </p:nvSpPr>
          <p:spPr>
            <a:xfrm>
              <a:off x="6610570" y="3646074"/>
              <a:ext cx="180000" cy="180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grpSp>
        <p:nvGrpSpPr>
          <p:cNvPr id="15" name="barra de progresso">
            <a:extLst>
              <a:ext uri="{FF2B5EF4-FFF2-40B4-BE49-F238E27FC236}">
                <a16:creationId xmlns:a16="http://schemas.microsoft.com/office/drawing/2014/main" id="{D7DF4F7E-B4C8-F5D8-B5B0-9D68AE4528F9}"/>
              </a:ext>
            </a:extLst>
          </p:cNvPr>
          <p:cNvGrpSpPr/>
          <p:nvPr/>
        </p:nvGrpSpPr>
        <p:grpSpPr>
          <a:xfrm>
            <a:off x="540326" y="6168042"/>
            <a:ext cx="11111348" cy="216000"/>
            <a:chOff x="540326" y="6168042"/>
            <a:chExt cx="11111348" cy="216000"/>
          </a:xfrm>
        </p:grpSpPr>
        <p:sp useBgFill="1">
          <p:nvSpPr>
            <p:cNvPr id="16" name="Retângulo: Cantos Arredondados 15">
              <a:extLst>
                <a:ext uri="{FF2B5EF4-FFF2-40B4-BE49-F238E27FC236}">
                  <a16:creationId xmlns:a16="http://schemas.microsoft.com/office/drawing/2014/main" id="{645F6494-8FFC-74C9-3BEE-6344C16689C9}"/>
                </a:ext>
              </a:extLst>
            </p:cNvPr>
            <p:cNvSpPr/>
            <p:nvPr/>
          </p:nvSpPr>
          <p:spPr>
            <a:xfrm>
              <a:off x="540326" y="6168042"/>
              <a:ext cx="540000" cy="216000"/>
            </a:xfrm>
            <a:prstGeom prst="roundRect">
              <a:avLst>
                <a:gd name="adj" fmla="val 50000"/>
              </a:avLst>
            </a:prstGeom>
            <a:ln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17" name="Retângulo: Cantos Arredondados 16">
              <a:extLst>
                <a:ext uri="{FF2B5EF4-FFF2-40B4-BE49-F238E27FC236}">
                  <a16:creationId xmlns:a16="http://schemas.microsoft.com/office/drawing/2014/main" id="{D0360543-989E-44E5-018D-E2B5E5E7950A}"/>
                </a:ext>
              </a:extLst>
            </p:cNvPr>
            <p:cNvSpPr/>
            <p:nvPr/>
          </p:nvSpPr>
          <p:spPr>
            <a:xfrm>
              <a:off x="1245083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18" name="Retângulo: Cantos Arredondados 17">
              <a:extLst>
                <a:ext uri="{FF2B5EF4-FFF2-40B4-BE49-F238E27FC236}">
                  <a16:creationId xmlns:a16="http://schemas.microsoft.com/office/drawing/2014/main" id="{832CD0D4-B00B-66F6-AC8B-2047BB5D1C88}"/>
                </a:ext>
              </a:extLst>
            </p:cNvPr>
            <p:cNvSpPr/>
            <p:nvPr/>
          </p:nvSpPr>
          <p:spPr>
            <a:xfrm>
              <a:off x="1949840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19" name="Retângulo: Cantos Arredondados 18">
              <a:extLst>
                <a:ext uri="{FF2B5EF4-FFF2-40B4-BE49-F238E27FC236}">
                  <a16:creationId xmlns:a16="http://schemas.microsoft.com/office/drawing/2014/main" id="{09C5ED91-4829-2188-7144-57BB65B5895C}"/>
                </a:ext>
              </a:extLst>
            </p:cNvPr>
            <p:cNvSpPr/>
            <p:nvPr/>
          </p:nvSpPr>
          <p:spPr>
            <a:xfrm>
              <a:off x="2654597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20" name="Retângulo: Cantos Arredondados 19">
              <a:extLst>
                <a:ext uri="{FF2B5EF4-FFF2-40B4-BE49-F238E27FC236}">
                  <a16:creationId xmlns:a16="http://schemas.microsoft.com/office/drawing/2014/main" id="{B5F9D68A-2A87-C90C-1D98-7737129DB43B}"/>
                </a:ext>
              </a:extLst>
            </p:cNvPr>
            <p:cNvSpPr/>
            <p:nvPr/>
          </p:nvSpPr>
          <p:spPr>
            <a:xfrm>
              <a:off x="3359354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21" name="Retângulo: Cantos Arredondados 20">
              <a:extLst>
                <a:ext uri="{FF2B5EF4-FFF2-40B4-BE49-F238E27FC236}">
                  <a16:creationId xmlns:a16="http://schemas.microsoft.com/office/drawing/2014/main" id="{A3EAB60E-42B2-0210-E6AD-787A54CF5E6B}"/>
                </a:ext>
              </a:extLst>
            </p:cNvPr>
            <p:cNvSpPr/>
            <p:nvPr/>
          </p:nvSpPr>
          <p:spPr>
            <a:xfrm>
              <a:off x="4064111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22" name="Retângulo: Cantos Arredondados 21">
              <a:extLst>
                <a:ext uri="{FF2B5EF4-FFF2-40B4-BE49-F238E27FC236}">
                  <a16:creationId xmlns:a16="http://schemas.microsoft.com/office/drawing/2014/main" id="{7805FE38-3DA6-AA69-5A21-5FDF35D7E06F}"/>
                </a:ext>
              </a:extLst>
            </p:cNvPr>
            <p:cNvSpPr/>
            <p:nvPr/>
          </p:nvSpPr>
          <p:spPr>
            <a:xfrm>
              <a:off x="4768868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23" name="Retângulo: Cantos Arredondados 22">
              <a:extLst>
                <a:ext uri="{FF2B5EF4-FFF2-40B4-BE49-F238E27FC236}">
                  <a16:creationId xmlns:a16="http://schemas.microsoft.com/office/drawing/2014/main" id="{2F3233F8-5476-5095-85DB-1E53D02FFF73}"/>
                </a:ext>
              </a:extLst>
            </p:cNvPr>
            <p:cNvSpPr/>
            <p:nvPr/>
          </p:nvSpPr>
          <p:spPr>
            <a:xfrm>
              <a:off x="5473625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24" name="Retângulo: Cantos Arredondados 23">
              <a:extLst>
                <a:ext uri="{FF2B5EF4-FFF2-40B4-BE49-F238E27FC236}">
                  <a16:creationId xmlns:a16="http://schemas.microsoft.com/office/drawing/2014/main" id="{BE1456AE-ED2B-72A9-D02A-1CD0F978D85D}"/>
                </a:ext>
              </a:extLst>
            </p:cNvPr>
            <p:cNvSpPr/>
            <p:nvPr/>
          </p:nvSpPr>
          <p:spPr>
            <a:xfrm>
              <a:off x="6178382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25" name="Retângulo: Cantos Arredondados 24">
              <a:extLst>
                <a:ext uri="{FF2B5EF4-FFF2-40B4-BE49-F238E27FC236}">
                  <a16:creationId xmlns:a16="http://schemas.microsoft.com/office/drawing/2014/main" id="{4755B973-D05B-1281-55E7-74B61C8A4505}"/>
                </a:ext>
              </a:extLst>
            </p:cNvPr>
            <p:cNvSpPr/>
            <p:nvPr/>
          </p:nvSpPr>
          <p:spPr>
            <a:xfrm>
              <a:off x="6883139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26" name="Retângulo: Cantos Arredondados 25">
              <a:extLst>
                <a:ext uri="{FF2B5EF4-FFF2-40B4-BE49-F238E27FC236}">
                  <a16:creationId xmlns:a16="http://schemas.microsoft.com/office/drawing/2014/main" id="{23BB2712-A117-128D-132B-22540621C404}"/>
                </a:ext>
              </a:extLst>
            </p:cNvPr>
            <p:cNvSpPr/>
            <p:nvPr/>
          </p:nvSpPr>
          <p:spPr>
            <a:xfrm>
              <a:off x="7587896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27" name="Retângulo: Cantos Arredondados 26">
              <a:extLst>
                <a:ext uri="{FF2B5EF4-FFF2-40B4-BE49-F238E27FC236}">
                  <a16:creationId xmlns:a16="http://schemas.microsoft.com/office/drawing/2014/main" id="{1F3E133E-5E8D-EA78-A60D-62DE8FA3C825}"/>
                </a:ext>
              </a:extLst>
            </p:cNvPr>
            <p:cNvSpPr/>
            <p:nvPr/>
          </p:nvSpPr>
          <p:spPr>
            <a:xfrm>
              <a:off x="8292653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28" name="Retângulo: Cantos Arredondados 27">
              <a:extLst>
                <a:ext uri="{FF2B5EF4-FFF2-40B4-BE49-F238E27FC236}">
                  <a16:creationId xmlns:a16="http://schemas.microsoft.com/office/drawing/2014/main" id="{52F08055-4C07-9D7D-B51F-6C5520201AFF}"/>
                </a:ext>
              </a:extLst>
            </p:cNvPr>
            <p:cNvSpPr/>
            <p:nvPr/>
          </p:nvSpPr>
          <p:spPr>
            <a:xfrm>
              <a:off x="8997410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29" name="Retângulo: Cantos Arredondados 28">
              <a:extLst>
                <a:ext uri="{FF2B5EF4-FFF2-40B4-BE49-F238E27FC236}">
                  <a16:creationId xmlns:a16="http://schemas.microsoft.com/office/drawing/2014/main" id="{915F56B7-CB97-B128-3798-360BFADDFBFE}"/>
                </a:ext>
              </a:extLst>
            </p:cNvPr>
            <p:cNvSpPr/>
            <p:nvPr/>
          </p:nvSpPr>
          <p:spPr>
            <a:xfrm>
              <a:off x="9702167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30" name="Retângulo: Cantos Arredondados 29">
              <a:extLst>
                <a:ext uri="{FF2B5EF4-FFF2-40B4-BE49-F238E27FC236}">
                  <a16:creationId xmlns:a16="http://schemas.microsoft.com/office/drawing/2014/main" id="{6422418E-AA0B-8E26-FC84-D410772659AF}"/>
                </a:ext>
              </a:extLst>
            </p:cNvPr>
            <p:cNvSpPr/>
            <p:nvPr/>
          </p:nvSpPr>
          <p:spPr>
            <a:xfrm>
              <a:off x="10406924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31" name="Retângulo: Cantos Arredondados 30">
              <a:extLst>
                <a:ext uri="{FF2B5EF4-FFF2-40B4-BE49-F238E27FC236}">
                  <a16:creationId xmlns:a16="http://schemas.microsoft.com/office/drawing/2014/main" id="{E640292C-BE19-1E3C-A127-339B803D0EC0}"/>
                </a:ext>
              </a:extLst>
            </p:cNvPr>
            <p:cNvSpPr/>
            <p:nvPr/>
          </p:nvSpPr>
          <p:spPr>
            <a:xfrm>
              <a:off x="11111674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pic>
        <p:nvPicPr>
          <p:cNvPr id="32" name="emoji">
            <a:extLst>
              <a:ext uri="{FF2B5EF4-FFF2-40B4-BE49-F238E27FC236}">
                <a16:creationId xmlns:a16="http://schemas.microsoft.com/office/drawing/2014/main" id="{D5E21F0E-C48A-B95C-AD66-20556A0DDDF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343083" y="1938181"/>
            <a:ext cx="1085856" cy="1085856"/>
          </a:xfrm>
          <a:prstGeom prst="rect">
            <a:avLst/>
          </a:prstGeom>
          <a:effectLst>
            <a:outerShdw blurRad="635000" dist="190500" dir="2700000" algn="tl" rotWithShape="0">
              <a:prstClr val="black">
                <a:alpha val="60000"/>
              </a:prstClr>
            </a:outerShdw>
          </a:effectLst>
        </p:spPr>
      </p:pic>
      <p:pic>
        <p:nvPicPr>
          <p:cNvPr id="37" name="que pena, vc errou">
            <a:hlinkClick r:id="" action="ppaction://media"/>
            <a:extLst>
              <a:ext uri="{FF2B5EF4-FFF2-40B4-BE49-F238E27FC236}">
                <a16:creationId xmlns:a16="http://schemas.microsoft.com/office/drawing/2014/main" id="{E7877330-4976-EF07-7A6B-DC501CA5A40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-772973" y="206871"/>
            <a:ext cx="509587" cy="509587"/>
          </a:xfrm>
          <a:prstGeom prst="rect">
            <a:avLst/>
          </a:prstGeom>
        </p:spPr>
      </p:pic>
      <p:sp>
        <p:nvSpPr>
          <p:cNvPr id="33" name="Botaão Próxima">
            <a:hlinkClick r:id="rId7" action="ppaction://hlinksldjump"/>
            <a:extLst>
              <a:ext uri="{FF2B5EF4-FFF2-40B4-BE49-F238E27FC236}">
                <a16:creationId xmlns:a16="http://schemas.microsoft.com/office/drawing/2014/main" id="{246C54B1-7F04-0CD8-3ABA-607FA491072D}"/>
              </a:ext>
            </a:extLst>
          </p:cNvPr>
          <p:cNvSpPr/>
          <p:nvPr/>
        </p:nvSpPr>
        <p:spPr>
          <a:xfrm>
            <a:off x="9142497" y="5271949"/>
            <a:ext cx="2330219" cy="540000"/>
          </a:xfrm>
          <a:prstGeom prst="roundRect">
            <a:avLst/>
          </a:prstGeom>
          <a:gradFill flip="none" rotWithShape="1">
            <a:gsLst>
              <a:gs pos="0">
                <a:schemeClr val="accent6"/>
              </a:gs>
              <a:gs pos="59000">
                <a:schemeClr val="accent6">
                  <a:lumMod val="75000"/>
                </a:schemeClr>
              </a:gs>
              <a:gs pos="100000">
                <a:schemeClr val="accent6">
                  <a:lumMod val="50000"/>
                </a:schemeClr>
              </a:gs>
            </a:gsLst>
            <a:lin ang="19200000" scaled="0"/>
            <a:tileRect/>
          </a:gradFill>
          <a:ln w="19050">
            <a:solidFill>
              <a:schemeClr val="bg1"/>
            </a:solidFill>
          </a:ln>
          <a:effectLst>
            <a:outerShdw blurRad="381000" dist="1270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rIns="108000" rtlCol="0" anchor="ctr"/>
          <a:lstStyle/>
          <a:p>
            <a:pPr algn="ctr"/>
            <a:r>
              <a:rPr lang="pt-BR" sz="1400" b="1" dirty="0">
                <a:ln w="3175">
                  <a:noFill/>
                </a:ln>
                <a:effectLst>
                  <a:outerShdw blurRad="1270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Arial" panose="020B0604020202020204" pitchFamily="34" charset="0"/>
                <a:ea typeface="Open Sans Extrabold" panose="020B0906030804020204" pitchFamily="34" charset="0"/>
                <a:cs typeface="Arial" panose="020B0604020202020204" pitchFamily="34" charset="0"/>
              </a:rPr>
              <a:t>Voltar</a:t>
            </a:r>
          </a:p>
        </p:txBody>
      </p:sp>
    </p:spTree>
    <p:extLst>
      <p:ext uri="{BB962C8B-B14F-4D97-AF65-F5344CB8AC3E}">
        <p14:creationId xmlns:p14="http://schemas.microsoft.com/office/powerpoint/2010/main" val="15630736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2040" fill="hold"/>
                                            <p:tgtEl>
                                              <p:spTgt spid="37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  <p:par>
                                    <p:cTn id="7" presetID="2" presetClass="entr" presetSubtype="4" fill="hold" grpId="0" nodeType="with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9" dur="20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10" dur="20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1" presetID="2" presetClass="entr" presetSubtype="1" fill="hold" grpId="0" nodeType="with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13" dur="20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14" dur="20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5" presetID="2" presetClass="entr" presetSubtype="4" fill="hold" grpId="0" nodeType="with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17" dur="20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18" dur="20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9" presetID="2" presetClass="entr" presetSubtype="1" fill="hold" grpId="0" nodeType="with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21" dur="20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22" dur="20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3" presetID="2" presetClass="entr" presetSubtype="4" fill="hold" grpId="0" nodeType="with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25" dur="20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26" dur="20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7" presetID="2" presetClass="entr" presetSubtype="1" fill="hold" grpId="0" nodeType="with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29" dur="20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30" dur="20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1" presetID="2" presetClass="entr" presetSubtype="4" fill="hold" grpId="0" nodeType="with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33" dur="20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34" dur="20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5" presetID="23" presetClass="entr" presetSubtype="32" fill="hold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7" dur="5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4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8" dur="5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4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9" presetID="22" presetClass="entr" presetSubtype="8" fill="hold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4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41" dur="1000"/>
                                            <p:tgtEl>
                                              <p:spTgt spid="1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2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43" dur="indefinite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44" dur="indefinite"/>
                                            <p:tgtEl>
                                              <p:spTgt spid="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5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46" dur="indefinite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47" dur="indefinite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8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49" dur="indefinite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50" dur="indefinite"/>
                                            <p:tgtEl>
                                              <p:spTgt spid="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1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52" dur="indefinite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53" dur="indefinite"/>
                                            <p:tgtEl>
                                              <p:spTgt spid="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4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55" dur="indefinite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56" dur="indefinite"/>
                                            <p:tgtEl>
                                              <p:spTgt spid="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7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58" dur="indefinite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59" dur="indefinite"/>
                                            <p:tgtEl>
                                              <p:spTgt spid="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0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61" dur="indefinite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62" dur="indefinite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63" fill="hold">
                                <p:stCondLst>
                                  <p:cond delay="2040"/>
                                </p:stCondLst>
                                <p:childTnLst>
                                  <p:par>
                                    <p:cTn id="64" presetID="5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66" dur="5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7" dur="5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68" dur="500"/>
                                            <p:tgtEl>
                                              <p:spTgt spid="3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9" presetID="42" presetClass="path" presetSubtype="0" accel="50000" decel="5000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2.70833E-6 -1.85185E-6 L -2.70833E-6 0.3206 " pathEditMode="relative" rAng="0" ptsTypes="AA">
                                          <p:cBhvr>
                                            <p:cTn id="70" dur="500" spd="-1000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16019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71" fill="hold">
                                <p:stCondLst>
                                  <p:cond delay="2540"/>
                                </p:stCondLst>
                                <p:childTnLst>
                                  <p:par>
                                    <p:cTn id="72" presetID="6" presetClass="emph" presetSubtype="0" repeatCount="indefinite" autoRev="1" fill="hold" grpId="2" nodeType="afterEffect">
                                      <p:stCondLst>
                                        <p:cond delay="0"/>
                                      </p:stCondLst>
                                      <p:endCondLst>
                                        <p:cond evt="onNext" delay="0">
                                          <p:tgtEl>
                                            <p:sldTgt/>
                                          </p:tgtEl>
                                        </p:cond>
                                      </p:endCondLst>
                                      <p:childTnLst>
                                        <p:animScale>
                                          <p:cBhvr>
                                            <p:cTn id="73" dur="500" fill="hold"/>
                                            <p:tgtEl>
                                              <p:spTgt spid="33"/>
                                            </p:tgtEl>
                                          </p:cBhvr>
                                          <p:by x="90000" y="90000"/>
                                        </p:animScale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>
                    <p:cTn id="74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37"/>
                    </p:tgtEl>
                  </p:cMediaNode>
                </p:audio>
              </p:childTnLst>
            </p:cTn>
          </p:par>
        </p:tnLst>
        <p:bldLst>
          <p:bldP spid="2" grpId="0"/>
          <p:bldP spid="2" grpId="1"/>
          <p:bldP spid="8" grpId="0"/>
          <p:bldP spid="8" grpId="1"/>
          <p:bldP spid="7" grpId="0"/>
          <p:bldP spid="7" grpId="1"/>
          <p:bldP spid="6" grpId="0"/>
          <p:bldP spid="6" grpId="1"/>
          <p:bldP spid="5" grpId="0"/>
          <p:bldP spid="5" grpId="1"/>
          <p:bldP spid="4" grpId="0"/>
          <p:bldP spid="4" grpId="1"/>
          <p:bldP spid="3" grpId="0"/>
          <p:bldP spid="3" grpId="1"/>
          <p:bldP spid="33" grpId="0" animBg="1"/>
          <p:bldP spid="33" grpId="1" animBg="1"/>
          <p:bldP spid="33" grpId="2" animBg="1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2040" fill="hold"/>
                                            <p:tgtEl>
                                              <p:spTgt spid="37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  <p:par>
                                    <p:cTn id="7" presetID="2" presetClass="entr" presetSubtype="4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9" dur="20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0" dur="20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1" presetID="2" presetClass="entr" presetSubtype="1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3" dur="20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4" dur="20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5" presetID="2" presetClass="entr" presetSubtype="4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7" dur="20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8" dur="20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9" presetID="2" presetClass="entr" presetSubtype="1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1" dur="20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2" dur="20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3" presetID="2" presetClass="entr" presetSubtype="4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5" dur="20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6" dur="20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7" presetID="2" presetClass="entr" presetSubtype="1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9" dur="20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0" dur="20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1" presetID="2" presetClass="entr" presetSubtype="4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3" dur="20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4" dur="20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5" presetID="23" presetClass="entr" presetSubtype="32" fill="hold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7" dur="5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4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8" dur="5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4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9" presetID="22" presetClass="entr" presetSubtype="8" fill="hold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4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41" dur="1000"/>
                                            <p:tgtEl>
                                              <p:spTgt spid="1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2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43" dur="indefinite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44" dur="indefinite"/>
                                            <p:tgtEl>
                                              <p:spTgt spid="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5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46" dur="indefinite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47" dur="indefinite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8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49" dur="indefinite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50" dur="indefinite"/>
                                            <p:tgtEl>
                                              <p:spTgt spid="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1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52" dur="indefinite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53" dur="indefinite"/>
                                            <p:tgtEl>
                                              <p:spTgt spid="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4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55" dur="indefinite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56" dur="indefinite"/>
                                            <p:tgtEl>
                                              <p:spTgt spid="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7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58" dur="indefinite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59" dur="indefinite"/>
                                            <p:tgtEl>
                                              <p:spTgt spid="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0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61" dur="indefinite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62" dur="indefinite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63" fill="hold">
                                <p:stCondLst>
                                  <p:cond delay="2040"/>
                                </p:stCondLst>
                                <p:childTnLst>
                                  <p:par>
                                    <p:cTn id="64" presetID="5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66" dur="5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7" dur="5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68" dur="500"/>
                                            <p:tgtEl>
                                              <p:spTgt spid="3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9" presetID="42" presetClass="path" presetSubtype="0" accel="50000" decel="5000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2.70833E-6 -1.85185E-6 L -2.70833E-6 0.3206 " pathEditMode="relative" rAng="0" ptsTypes="AA">
                                          <p:cBhvr>
                                            <p:cTn id="70" dur="500" spd="-1000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16019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71" fill="hold">
                                <p:stCondLst>
                                  <p:cond delay="2540"/>
                                </p:stCondLst>
                                <p:childTnLst>
                                  <p:par>
                                    <p:cTn id="72" presetID="6" presetClass="emph" presetSubtype="0" repeatCount="indefinite" autoRev="1" fill="hold" grpId="2" nodeType="afterEffect">
                                      <p:stCondLst>
                                        <p:cond delay="0"/>
                                      </p:stCondLst>
                                      <p:endCondLst>
                                        <p:cond evt="onNext" delay="0">
                                          <p:tgtEl>
                                            <p:sldTgt/>
                                          </p:tgtEl>
                                        </p:cond>
                                      </p:endCondLst>
                                      <p:childTnLst>
                                        <p:animScale>
                                          <p:cBhvr>
                                            <p:cTn id="73" dur="500" fill="hold"/>
                                            <p:tgtEl>
                                              <p:spTgt spid="33"/>
                                            </p:tgtEl>
                                          </p:cBhvr>
                                          <p:by x="90000" y="90000"/>
                                        </p:animScale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>
                    <p:cTn id="74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37"/>
                    </p:tgtEl>
                  </p:cMediaNode>
                </p:audio>
              </p:childTnLst>
            </p:cTn>
          </p:par>
        </p:tnLst>
        <p:bldLst>
          <p:bldP spid="2" grpId="0"/>
          <p:bldP spid="2" grpId="1"/>
          <p:bldP spid="8" grpId="0"/>
          <p:bldP spid="8" grpId="1"/>
          <p:bldP spid="7" grpId="0"/>
          <p:bldP spid="7" grpId="1"/>
          <p:bldP spid="6" grpId="0"/>
          <p:bldP spid="6" grpId="1"/>
          <p:bldP spid="5" grpId="0"/>
          <p:bldP spid="5" grpId="1"/>
          <p:bldP spid="4" grpId="0"/>
          <p:bldP spid="4" grpId="1"/>
          <p:bldP spid="3" grpId="0"/>
          <p:bldP spid="3" grpId="1"/>
          <p:bldP spid="33" grpId="0" animBg="1"/>
          <p:bldP spid="33" grpId="1" animBg="1"/>
          <p:bldP spid="33" grpId="2" animBg="1"/>
        </p:bldLst>
      </p:timing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C00000"/>
            </a:gs>
            <a:gs pos="100000">
              <a:schemeClr val="tx1">
                <a:lumMod val="85000"/>
                <a:lumOff val="15000"/>
              </a:schemeClr>
            </a:gs>
          </a:gsLst>
          <a:lin ang="81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7">
            <a:extLst>
              <a:ext uri="{FF2B5EF4-FFF2-40B4-BE49-F238E27FC236}">
                <a16:creationId xmlns:a16="http://schemas.microsoft.com/office/drawing/2014/main" id="{AF47984B-59F1-7176-A115-158B29114E0E}"/>
              </a:ext>
            </a:extLst>
          </p:cNvPr>
          <p:cNvSpPr txBox="1"/>
          <p:nvPr/>
        </p:nvSpPr>
        <p:spPr>
          <a:xfrm>
            <a:off x="8746332" y="-11965950"/>
            <a:ext cx="1005403" cy="16342935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9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8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7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5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4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3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2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1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</p:txBody>
      </p:sp>
      <p:sp>
        <p:nvSpPr>
          <p:cNvPr id="8" name="N6">
            <a:extLst>
              <a:ext uri="{FF2B5EF4-FFF2-40B4-BE49-F238E27FC236}">
                <a16:creationId xmlns:a16="http://schemas.microsoft.com/office/drawing/2014/main" id="{FE3BD9AB-7F50-A4B5-5F53-70354EF481F4}"/>
              </a:ext>
            </a:extLst>
          </p:cNvPr>
          <p:cNvSpPr txBox="1"/>
          <p:nvPr/>
        </p:nvSpPr>
        <p:spPr>
          <a:xfrm>
            <a:off x="7805114" y="2671817"/>
            <a:ext cx="1005403" cy="16342935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9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8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7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5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4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3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2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1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</p:txBody>
      </p:sp>
      <p:sp>
        <p:nvSpPr>
          <p:cNvPr id="7" name="N5">
            <a:extLst>
              <a:ext uri="{FF2B5EF4-FFF2-40B4-BE49-F238E27FC236}">
                <a16:creationId xmlns:a16="http://schemas.microsoft.com/office/drawing/2014/main" id="{D60E20A6-40DE-61FF-BC52-780641776D60}"/>
              </a:ext>
            </a:extLst>
          </p:cNvPr>
          <p:cNvSpPr txBox="1"/>
          <p:nvPr/>
        </p:nvSpPr>
        <p:spPr>
          <a:xfrm>
            <a:off x="6863896" y="-11965950"/>
            <a:ext cx="1005403" cy="16342935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9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8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7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5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4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3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2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1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</p:txBody>
      </p:sp>
      <p:sp>
        <p:nvSpPr>
          <p:cNvPr id="6" name="N4">
            <a:extLst>
              <a:ext uri="{FF2B5EF4-FFF2-40B4-BE49-F238E27FC236}">
                <a16:creationId xmlns:a16="http://schemas.microsoft.com/office/drawing/2014/main" id="{B55EA620-A448-2ACD-AF8D-A6933BC4F87F}"/>
              </a:ext>
            </a:extLst>
          </p:cNvPr>
          <p:cNvSpPr txBox="1"/>
          <p:nvPr/>
        </p:nvSpPr>
        <p:spPr>
          <a:xfrm>
            <a:off x="5546009" y="2671817"/>
            <a:ext cx="1005403" cy="16342935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9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8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7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5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4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3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2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1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</p:txBody>
      </p:sp>
      <p:sp>
        <p:nvSpPr>
          <p:cNvPr id="5" name="N3">
            <a:extLst>
              <a:ext uri="{FF2B5EF4-FFF2-40B4-BE49-F238E27FC236}">
                <a16:creationId xmlns:a16="http://schemas.microsoft.com/office/drawing/2014/main" id="{EAC23BB9-25AA-23D1-BBA8-4E96A8121B22}"/>
              </a:ext>
            </a:extLst>
          </p:cNvPr>
          <p:cNvSpPr txBox="1"/>
          <p:nvPr/>
        </p:nvSpPr>
        <p:spPr>
          <a:xfrm>
            <a:off x="4604791" y="-11965950"/>
            <a:ext cx="1005403" cy="16342935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9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8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7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5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4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3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2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1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</p:txBody>
      </p:sp>
      <p:sp>
        <p:nvSpPr>
          <p:cNvPr id="4" name="N2">
            <a:extLst>
              <a:ext uri="{FF2B5EF4-FFF2-40B4-BE49-F238E27FC236}">
                <a16:creationId xmlns:a16="http://schemas.microsoft.com/office/drawing/2014/main" id="{95EF8A55-2A5D-C739-62DE-9F54AB9D7812}"/>
              </a:ext>
            </a:extLst>
          </p:cNvPr>
          <p:cNvSpPr txBox="1"/>
          <p:nvPr/>
        </p:nvSpPr>
        <p:spPr>
          <a:xfrm>
            <a:off x="3663573" y="2671817"/>
            <a:ext cx="1005403" cy="16342935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9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8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7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5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4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3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2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1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</p:txBody>
      </p:sp>
      <p:sp>
        <p:nvSpPr>
          <p:cNvPr id="3" name="N1">
            <a:extLst>
              <a:ext uri="{FF2B5EF4-FFF2-40B4-BE49-F238E27FC236}">
                <a16:creationId xmlns:a16="http://schemas.microsoft.com/office/drawing/2014/main" id="{321860B9-DC15-351B-F334-054EAF2E4D85}"/>
              </a:ext>
            </a:extLst>
          </p:cNvPr>
          <p:cNvSpPr txBox="1"/>
          <p:nvPr/>
        </p:nvSpPr>
        <p:spPr>
          <a:xfrm>
            <a:off x="2446833" y="-11965950"/>
            <a:ext cx="1005403" cy="16342935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9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8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7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5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4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3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2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1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</p:txBody>
      </p:sp>
      <p:grpSp>
        <p:nvGrpSpPr>
          <p:cNvPr id="34" name="!!mascara">
            <a:extLst>
              <a:ext uri="{FF2B5EF4-FFF2-40B4-BE49-F238E27FC236}">
                <a16:creationId xmlns:a16="http://schemas.microsoft.com/office/drawing/2014/main" id="{C287DD8F-17E0-D7CA-89A4-3F01919A018C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 useBgFill="1">
          <p:nvSpPr>
            <p:cNvPr id="9" name="Forma Livre: Forma 8">
              <a:extLst>
                <a:ext uri="{FF2B5EF4-FFF2-40B4-BE49-F238E27FC236}">
                  <a16:creationId xmlns:a16="http://schemas.microsoft.com/office/drawing/2014/main" id="{43DD7F38-D131-0688-54CD-A4DDB6A95DE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0"/>
              <a:ext cx="12192000" cy="6858000"/>
            </a:xfrm>
            <a:custGeom>
              <a:avLst/>
              <a:gdLst>
                <a:gd name="connsiteX0" fmla="*/ 2566220 w 12192000"/>
                <a:gd name="connsiteY0" fmla="*/ 2632290 h 6858000"/>
                <a:gd name="connsiteX1" fmla="*/ 2322443 w 12192000"/>
                <a:gd name="connsiteY1" fmla="*/ 2876067 h 6858000"/>
                <a:gd name="connsiteX2" fmla="*/ 2322443 w 12192000"/>
                <a:gd name="connsiteY2" fmla="*/ 3851145 h 6858000"/>
                <a:gd name="connsiteX3" fmla="*/ 2566220 w 12192000"/>
                <a:gd name="connsiteY3" fmla="*/ 4094922 h 6858000"/>
                <a:gd name="connsiteX4" fmla="*/ 9625780 w 12192000"/>
                <a:gd name="connsiteY4" fmla="*/ 4094922 h 6858000"/>
                <a:gd name="connsiteX5" fmla="*/ 9869557 w 12192000"/>
                <a:gd name="connsiteY5" fmla="*/ 3851145 h 6858000"/>
                <a:gd name="connsiteX6" fmla="*/ 9869557 w 12192000"/>
                <a:gd name="connsiteY6" fmla="*/ 2876067 h 6858000"/>
                <a:gd name="connsiteX7" fmla="*/ 9625780 w 12192000"/>
                <a:gd name="connsiteY7" fmla="*/ 2632290 h 6858000"/>
                <a:gd name="connsiteX8" fmla="*/ 0 w 12192000"/>
                <a:gd name="connsiteY8" fmla="*/ 0 h 6858000"/>
                <a:gd name="connsiteX9" fmla="*/ 12192000 w 12192000"/>
                <a:gd name="connsiteY9" fmla="*/ 0 h 6858000"/>
                <a:gd name="connsiteX10" fmla="*/ 12192000 w 12192000"/>
                <a:gd name="connsiteY10" fmla="*/ 6858000 h 6858000"/>
                <a:gd name="connsiteX11" fmla="*/ 0 w 12192000"/>
                <a:gd name="connsiteY11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192000" h="6858000">
                  <a:moveTo>
                    <a:pt x="2566220" y="2632290"/>
                  </a:moveTo>
                  <a:cubicBezTo>
                    <a:pt x="2431586" y="2632290"/>
                    <a:pt x="2322443" y="2741433"/>
                    <a:pt x="2322443" y="2876067"/>
                  </a:cubicBezTo>
                  <a:lnTo>
                    <a:pt x="2322443" y="3851145"/>
                  </a:lnTo>
                  <a:cubicBezTo>
                    <a:pt x="2322443" y="3985779"/>
                    <a:pt x="2431586" y="4094922"/>
                    <a:pt x="2566220" y="4094922"/>
                  </a:cubicBezTo>
                  <a:lnTo>
                    <a:pt x="9625780" y="4094922"/>
                  </a:lnTo>
                  <a:cubicBezTo>
                    <a:pt x="9760414" y="4094922"/>
                    <a:pt x="9869557" y="3985779"/>
                    <a:pt x="9869557" y="3851145"/>
                  </a:cubicBezTo>
                  <a:lnTo>
                    <a:pt x="9869557" y="2876067"/>
                  </a:lnTo>
                  <a:cubicBezTo>
                    <a:pt x="9869557" y="2741433"/>
                    <a:pt x="9760414" y="2632290"/>
                    <a:pt x="9625780" y="2632290"/>
                  </a:cubicBezTo>
                  <a:close/>
                  <a:moveTo>
                    <a:pt x="0" y="0"/>
                  </a:moveTo>
                  <a:lnTo>
                    <a:pt x="12192000" y="0"/>
                  </a:lnTo>
                  <a:lnTo>
                    <a:pt x="12192000" y="6858000"/>
                  </a:lnTo>
                  <a:lnTo>
                    <a:pt x="0" y="6858000"/>
                  </a:lnTo>
                  <a:close/>
                </a:path>
              </a:pathLst>
            </a:custGeom>
            <a:ln>
              <a:noFill/>
            </a:ln>
            <a:effectLst>
              <a:outerShdw blurRad="3810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0" name="CaixaDeTexto 9">
              <a:extLst>
                <a:ext uri="{FF2B5EF4-FFF2-40B4-BE49-F238E27FC236}">
                  <a16:creationId xmlns:a16="http://schemas.microsoft.com/office/drawing/2014/main" id="{4014AAB1-279C-87A1-6A54-69E5927AF183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40326" y="330615"/>
              <a:ext cx="11111348" cy="985530"/>
            </a:xfrm>
            <a:prstGeom prst="roundRect">
              <a:avLst>
                <a:gd name="adj" fmla="val 26924"/>
              </a:avLst>
            </a:prstGeom>
            <a:solidFill>
              <a:srgbClr val="FFC000"/>
            </a:solidFill>
            <a:ln w="19050">
              <a:noFill/>
            </a:ln>
            <a:effectLst>
              <a:outerShdw blurRad="635000" dist="2540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 anchorCtr="1"/>
            <a:lstStyle>
              <a:defPPr>
                <a:defRPr lang="pt-BR"/>
              </a:defPPr>
              <a:lvl1pPr algn="ctr">
                <a:defRPr b="1">
                  <a:ln w="3175">
                    <a:noFill/>
                  </a:ln>
                  <a:solidFill>
                    <a:srgbClr val="FF0000"/>
                  </a:solidFill>
                  <a:latin typeface="Arial Narrow" panose="020B0606020202030204" pitchFamily="34" charset="0"/>
                  <a:ea typeface="Open Sans Extrabold" panose="020B0906030804020204" pitchFamily="34" charset="0"/>
                  <a:cs typeface="Arial" panose="020B0604020202020204" pitchFamily="34" charset="0"/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4400" b="1" i="0" u="none" strike="noStrike" kern="1200" cap="none" spc="600" normalizeH="0" baseline="0" noProof="0">
                  <a:ln w="3175"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Open Sans Extrabold" panose="020B0906030804020204" pitchFamily="34" charset="0"/>
                  <a:cs typeface="Arial" panose="020B0604020202020204" pitchFamily="34" charset="0"/>
                </a:rPr>
                <a:t>VOCÊ ERROU!</a:t>
              </a:r>
            </a:p>
          </p:txBody>
        </p:sp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6893B8BF-F8F5-DB56-E87C-8ED5CBA7FCB6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226072" y="2180704"/>
              <a:ext cx="206883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24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Arial" panose="020B0604020202020204" pitchFamily="34" charset="0"/>
                </a:rPr>
                <a:t>Você ganhou:</a:t>
              </a:r>
            </a:p>
          </p:txBody>
        </p:sp>
        <p:sp>
          <p:nvSpPr>
            <p:cNvPr id="12" name="CaixaDeTexto 11">
              <a:extLst>
                <a:ext uri="{FF2B5EF4-FFF2-40B4-BE49-F238E27FC236}">
                  <a16:creationId xmlns:a16="http://schemas.microsoft.com/office/drawing/2014/main" id="{E77C9F72-334E-862C-ACF5-323EF2E8C72C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667254" y="2555761"/>
              <a:ext cx="64472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28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R$</a:t>
              </a:r>
            </a:p>
          </p:txBody>
        </p:sp>
        <p:sp>
          <p:nvSpPr>
            <p:cNvPr id="13" name="Elipse 12">
              <a:extLst>
                <a:ext uri="{FF2B5EF4-FFF2-40B4-BE49-F238E27FC236}">
                  <a16:creationId xmlns:a16="http://schemas.microsoft.com/office/drawing/2014/main" id="{D879FEC9-3C93-4084-1DC0-039C3A2FA1A8}"/>
                </a:ext>
              </a:extLst>
            </p:cNvPr>
            <p:cNvSpPr>
              <a:spLocks noGrp="1" noRot="1" noChangeAspect="1" noMove="1" noResize="1" noEditPoints="1" noAdjustHandles="1" noChangeArrowheads="1" noChangeShapeType="1"/>
            </p:cNvSpPr>
            <p:nvPr/>
          </p:nvSpPr>
          <p:spPr>
            <a:xfrm>
              <a:off x="3480684" y="3646074"/>
              <a:ext cx="180000" cy="180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4" name="Elipse 13">
              <a:extLst>
                <a:ext uri="{FF2B5EF4-FFF2-40B4-BE49-F238E27FC236}">
                  <a16:creationId xmlns:a16="http://schemas.microsoft.com/office/drawing/2014/main" id="{4014B435-FE21-6F3F-D0A3-96A450E125B7}"/>
                </a:ext>
              </a:extLst>
            </p:cNvPr>
            <p:cNvSpPr>
              <a:spLocks noGrp="1" noRot="1" noChangeAspect="1" noMove="1" noResize="1" noEditPoints="1" noAdjustHandles="1" noChangeArrowheads="1" noChangeShapeType="1"/>
            </p:cNvSpPr>
            <p:nvPr/>
          </p:nvSpPr>
          <p:spPr>
            <a:xfrm>
              <a:off x="6610570" y="3646074"/>
              <a:ext cx="180000" cy="180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grpSp>
        <p:nvGrpSpPr>
          <p:cNvPr id="15" name="barra de progresso">
            <a:extLst>
              <a:ext uri="{FF2B5EF4-FFF2-40B4-BE49-F238E27FC236}">
                <a16:creationId xmlns:a16="http://schemas.microsoft.com/office/drawing/2014/main" id="{D7DF4F7E-B4C8-F5D8-B5B0-9D68AE4528F9}"/>
              </a:ext>
            </a:extLst>
          </p:cNvPr>
          <p:cNvGrpSpPr/>
          <p:nvPr/>
        </p:nvGrpSpPr>
        <p:grpSpPr>
          <a:xfrm>
            <a:off x="540326" y="6168042"/>
            <a:ext cx="11111348" cy="216000"/>
            <a:chOff x="540326" y="6168042"/>
            <a:chExt cx="11111348" cy="216000"/>
          </a:xfrm>
        </p:grpSpPr>
        <p:sp useBgFill="1">
          <p:nvSpPr>
            <p:cNvPr id="16" name="Retângulo: Cantos Arredondados 15">
              <a:extLst>
                <a:ext uri="{FF2B5EF4-FFF2-40B4-BE49-F238E27FC236}">
                  <a16:creationId xmlns:a16="http://schemas.microsoft.com/office/drawing/2014/main" id="{645F6494-8FFC-74C9-3BEE-6344C16689C9}"/>
                </a:ext>
              </a:extLst>
            </p:cNvPr>
            <p:cNvSpPr/>
            <p:nvPr/>
          </p:nvSpPr>
          <p:spPr>
            <a:xfrm>
              <a:off x="540326" y="6168042"/>
              <a:ext cx="540000" cy="216000"/>
            </a:xfrm>
            <a:prstGeom prst="roundRect">
              <a:avLst>
                <a:gd name="adj" fmla="val 50000"/>
              </a:avLst>
            </a:prstGeom>
            <a:ln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17" name="Retângulo: Cantos Arredondados 16">
              <a:extLst>
                <a:ext uri="{FF2B5EF4-FFF2-40B4-BE49-F238E27FC236}">
                  <a16:creationId xmlns:a16="http://schemas.microsoft.com/office/drawing/2014/main" id="{D0360543-989E-44E5-018D-E2B5E5E7950A}"/>
                </a:ext>
              </a:extLst>
            </p:cNvPr>
            <p:cNvSpPr/>
            <p:nvPr/>
          </p:nvSpPr>
          <p:spPr>
            <a:xfrm>
              <a:off x="1245083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18" name="Retângulo: Cantos Arredondados 17">
              <a:extLst>
                <a:ext uri="{FF2B5EF4-FFF2-40B4-BE49-F238E27FC236}">
                  <a16:creationId xmlns:a16="http://schemas.microsoft.com/office/drawing/2014/main" id="{832CD0D4-B00B-66F6-AC8B-2047BB5D1C88}"/>
                </a:ext>
              </a:extLst>
            </p:cNvPr>
            <p:cNvSpPr/>
            <p:nvPr/>
          </p:nvSpPr>
          <p:spPr>
            <a:xfrm>
              <a:off x="1949840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19" name="Retângulo: Cantos Arredondados 18">
              <a:extLst>
                <a:ext uri="{FF2B5EF4-FFF2-40B4-BE49-F238E27FC236}">
                  <a16:creationId xmlns:a16="http://schemas.microsoft.com/office/drawing/2014/main" id="{09C5ED91-4829-2188-7144-57BB65B5895C}"/>
                </a:ext>
              </a:extLst>
            </p:cNvPr>
            <p:cNvSpPr/>
            <p:nvPr/>
          </p:nvSpPr>
          <p:spPr>
            <a:xfrm>
              <a:off x="2654597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20" name="Retângulo: Cantos Arredondados 19">
              <a:extLst>
                <a:ext uri="{FF2B5EF4-FFF2-40B4-BE49-F238E27FC236}">
                  <a16:creationId xmlns:a16="http://schemas.microsoft.com/office/drawing/2014/main" id="{B5F9D68A-2A87-C90C-1D98-7737129DB43B}"/>
                </a:ext>
              </a:extLst>
            </p:cNvPr>
            <p:cNvSpPr/>
            <p:nvPr/>
          </p:nvSpPr>
          <p:spPr>
            <a:xfrm>
              <a:off x="3359354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21" name="Retângulo: Cantos Arredondados 20">
              <a:extLst>
                <a:ext uri="{FF2B5EF4-FFF2-40B4-BE49-F238E27FC236}">
                  <a16:creationId xmlns:a16="http://schemas.microsoft.com/office/drawing/2014/main" id="{A3EAB60E-42B2-0210-E6AD-787A54CF5E6B}"/>
                </a:ext>
              </a:extLst>
            </p:cNvPr>
            <p:cNvSpPr/>
            <p:nvPr/>
          </p:nvSpPr>
          <p:spPr>
            <a:xfrm>
              <a:off x="4064111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22" name="Retângulo: Cantos Arredondados 21">
              <a:extLst>
                <a:ext uri="{FF2B5EF4-FFF2-40B4-BE49-F238E27FC236}">
                  <a16:creationId xmlns:a16="http://schemas.microsoft.com/office/drawing/2014/main" id="{7805FE38-3DA6-AA69-5A21-5FDF35D7E06F}"/>
                </a:ext>
              </a:extLst>
            </p:cNvPr>
            <p:cNvSpPr/>
            <p:nvPr/>
          </p:nvSpPr>
          <p:spPr>
            <a:xfrm>
              <a:off x="4768868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23" name="Retângulo: Cantos Arredondados 22">
              <a:extLst>
                <a:ext uri="{FF2B5EF4-FFF2-40B4-BE49-F238E27FC236}">
                  <a16:creationId xmlns:a16="http://schemas.microsoft.com/office/drawing/2014/main" id="{2F3233F8-5476-5095-85DB-1E53D02FFF73}"/>
                </a:ext>
              </a:extLst>
            </p:cNvPr>
            <p:cNvSpPr/>
            <p:nvPr/>
          </p:nvSpPr>
          <p:spPr>
            <a:xfrm>
              <a:off x="5473625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24" name="Retângulo: Cantos Arredondados 23">
              <a:extLst>
                <a:ext uri="{FF2B5EF4-FFF2-40B4-BE49-F238E27FC236}">
                  <a16:creationId xmlns:a16="http://schemas.microsoft.com/office/drawing/2014/main" id="{BE1456AE-ED2B-72A9-D02A-1CD0F978D85D}"/>
                </a:ext>
              </a:extLst>
            </p:cNvPr>
            <p:cNvSpPr/>
            <p:nvPr/>
          </p:nvSpPr>
          <p:spPr>
            <a:xfrm>
              <a:off x="6178382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25" name="Retângulo: Cantos Arredondados 24">
              <a:extLst>
                <a:ext uri="{FF2B5EF4-FFF2-40B4-BE49-F238E27FC236}">
                  <a16:creationId xmlns:a16="http://schemas.microsoft.com/office/drawing/2014/main" id="{4755B973-D05B-1281-55E7-74B61C8A4505}"/>
                </a:ext>
              </a:extLst>
            </p:cNvPr>
            <p:cNvSpPr/>
            <p:nvPr/>
          </p:nvSpPr>
          <p:spPr>
            <a:xfrm>
              <a:off x="6883139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26" name="Retângulo: Cantos Arredondados 25">
              <a:extLst>
                <a:ext uri="{FF2B5EF4-FFF2-40B4-BE49-F238E27FC236}">
                  <a16:creationId xmlns:a16="http://schemas.microsoft.com/office/drawing/2014/main" id="{23BB2712-A117-128D-132B-22540621C404}"/>
                </a:ext>
              </a:extLst>
            </p:cNvPr>
            <p:cNvSpPr/>
            <p:nvPr/>
          </p:nvSpPr>
          <p:spPr>
            <a:xfrm>
              <a:off x="7587896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27" name="Retângulo: Cantos Arredondados 26">
              <a:extLst>
                <a:ext uri="{FF2B5EF4-FFF2-40B4-BE49-F238E27FC236}">
                  <a16:creationId xmlns:a16="http://schemas.microsoft.com/office/drawing/2014/main" id="{1F3E133E-5E8D-EA78-A60D-62DE8FA3C825}"/>
                </a:ext>
              </a:extLst>
            </p:cNvPr>
            <p:cNvSpPr/>
            <p:nvPr/>
          </p:nvSpPr>
          <p:spPr>
            <a:xfrm>
              <a:off x="8292653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28" name="Retângulo: Cantos Arredondados 27">
              <a:extLst>
                <a:ext uri="{FF2B5EF4-FFF2-40B4-BE49-F238E27FC236}">
                  <a16:creationId xmlns:a16="http://schemas.microsoft.com/office/drawing/2014/main" id="{52F08055-4C07-9D7D-B51F-6C5520201AFF}"/>
                </a:ext>
              </a:extLst>
            </p:cNvPr>
            <p:cNvSpPr/>
            <p:nvPr/>
          </p:nvSpPr>
          <p:spPr>
            <a:xfrm>
              <a:off x="8997410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29" name="Retângulo: Cantos Arredondados 28">
              <a:extLst>
                <a:ext uri="{FF2B5EF4-FFF2-40B4-BE49-F238E27FC236}">
                  <a16:creationId xmlns:a16="http://schemas.microsoft.com/office/drawing/2014/main" id="{915F56B7-CB97-B128-3798-360BFADDFBFE}"/>
                </a:ext>
              </a:extLst>
            </p:cNvPr>
            <p:cNvSpPr/>
            <p:nvPr/>
          </p:nvSpPr>
          <p:spPr>
            <a:xfrm>
              <a:off x="9702167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30" name="Retângulo: Cantos Arredondados 29">
              <a:extLst>
                <a:ext uri="{FF2B5EF4-FFF2-40B4-BE49-F238E27FC236}">
                  <a16:creationId xmlns:a16="http://schemas.microsoft.com/office/drawing/2014/main" id="{6422418E-AA0B-8E26-FC84-D410772659AF}"/>
                </a:ext>
              </a:extLst>
            </p:cNvPr>
            <p:cNvSpPr/>
            <p:nvPr/>
          </p:nvSpPr>
          <p:spPr>
            <a:xfrm>
              <a:off x="10406924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31" name="Retângulo: Cantos Arredondados 30">
              <a:extLst>
                <a:ext uri="{FF2B5EF4-FFF2-40B4-BE49-F238E27FC236}">
                  <a16:creationId xmlns:a16="http://schemas.microsoft.com/office/drawing/2014/main" id="{E640292C-BE19-1E3C-A127-339B803D0EC0}"/>
                </a:ext>
              </a:extLst>
            </p:cNvPr>
            <p:cNvSpPr/>
            <p:nvPr/>
          </p:nvSpPr>
          <p:spPr>
            <a:xfrm>
              <a:off x="11111674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pic>
        <p:nvPicPr>
          <p:cNvPr id="32" name="emoji">
            <a:extLst>
              <a:ext uri="{FF2B5EF4-FFF2-40B4-BE49-F238E27FC236}">
                <a16:creationId xmlns:a16="http://schemas.microsoft.com/office/drawing/2014/main" id="{D5E21F0E-C48A-B95C-AD66-20556A0DDDF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343083" y="1938181"/>
            <a:ext cx="1085856" cy="1085856"/>
          </a:xfrm>
          <a:prstGeom prst="rect">
            <a:avLst/>
          </a:prstGeom>
          <a:effectLst>
            <a:outerShdw blurRad="635000" dist="190500" dir="2700000" algn="tl" rotWithShape="0">
              <a:prstClr val="black">
                <a:alpha val="60000"/>
              </a:prstClr>
            </a:outerShdw>
          </a:effectLst>
        </p:spPr>
      </p:pic>
      <p:pic>
        <p:nvPicPr>
          <p:cNvPr id="37" name="que pena, vc errou">
            <a:hlinkClick r:id="" action="ppaction://media"/>
            <a:extLst>
              <a:ext uri="{FF2B5EF4-FFF2-40B4-BE49-F238E27FC236}">
                <a16:creationId xmlns:a16="http://schemas.microsoft.com/office/drawing/2014/main" id="{E7877330-4976-EF07-7A6B-DC501CA5A40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-772973" y="206871"/>
            <a:ext cx="509587" cy="509587"/>
          </a:xfrm>
          <a:prstGeom prst="rect">
            <a:avLst/>
          </a:prstGeom>
        </p:spPr>
      </p:pic>
      <p:sp>
        <p:nvSpPr>
          <p:cNvPr id="33" name="Botaão Próxima">
            <a:hlinkClick r:id="rId7" action="ppaction://hlinksldjump"/>
            <a:extLst>
              <a:ext uri="{FF2B5EF4-FFF2-40B4-BE49-F238E27FC236}">
                <a16:creationId xmlns:a16="http://schemas.microsoft.com/office/drawing/2014/main" id="{53474A7E-3077-C8C5-1005-C2DA17EEE819}"/>
              </a:ext>
            </a:extLst>
          </p:cNvPr>
          <p:cNvSpPr/>
          <p:nvPr/>
        </p:nvSpPr>
        <p:spPr>
          <a:xfrm>
            <a:off x="9142497" y="5271949"/>
            <a:ext cx="2330219" cy="540000"/>
          </a:xfrm>
          <a:prstGeom prst="roundRect">
            <a:avLst/>
          </a:prstGeom>
          <a:gradFill flip="none" rotWithShape="1">
            <a:gsLst>
              <a:gs pos="0">
                <a:schemeClr val="accent6"/>
              </a:gs>
              <a:gs pos="59000">
                <a:schemeClr val="accent6">
                  <a:lumMod val="75000"/>
                </a:schemeClr>
              </a:gs>
              <a:gs pos="100000">
                <a:schemeClr val="accent6">
                  <a:lumMod val="50000"/>
                </a:schemeClr>
              </a:gs>
            </a:gsLst>
            <a:lin ang="19200000" scaled="0"/>
            <a:tileRect/>
          </a:gradFill>
          <a:ln w="19050">
            <a:solidFill>
              <a:schemeClr val="bg1"/>
            </a:solidFill>
          </a:ln>
          <a:effectLst>
            <a:outerShdw blurRad="381000" dist="1270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rIns="108000" rtlCol="0" anchor="ctr"/>
          <a:lstStyle/>
          <a:p>
            <a:pPr algn="ctr"/>
            <a:r>
              <a:rPr lang="pt-BR" sz="1400" b="1" dirty="0">
                <a:ln w="3175">
                  <a:noFill/>
                </a:ln>
                <a:effectLst>
                  <a:outerShdw blurRad="1270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Arial" panose="020B0604020202020204" pitchFamily="34" charset="0"/>
                <a:ea typeface="Open Sans Extrabold" panose="020B0906030804020204" pitchFamily="34" charset="0"/>
                <a:cs typeface="Arial" panose="020B0604020202020204" pitchFamily="34" charset="0"/>
              </a:rPr>
              <a:t>Voltar</a:t>
            </a:r>
          </a:p>
        </p:txBody>
      </p:sp>
    </p:spTree>
    <p:extLst>
      <p:ext uri="{BB962C8B-B14F-4D97-AF65-F5344CB8AC3E}">
        <p14:creationId xmlns:p14="http://schemas.microsoft.com/office/powerpoint/2010/main" val="7717145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2040" fill="hold"/>
                                            <p:tgtEl>
                                              <p:spTgt spid="37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  <p:par>
                                    <p:cTn id="7" presetID="2" presetClass="entr" presetSubtype="4" fill="hold" grpId="0" nodeType="with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9" dur="20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10" dur="20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1" presetID="2" presetClass="entr" presetSubtype="1" fill="hold" grpId="0" nodeType="with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13" dur="20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14" dur="20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5" presetID="2" presetClass="entr" presetSubtype="4" fill="hold" grpId="0" nodeType="with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17" dur="20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18" dur="20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9" presetID="2" presetClass="entr" presetSubtype="1" fill="hold" grpId="0" nodeType="with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21" dur="20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22" dur="20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3" presetID="2" presetClass="entr" presetSubtype="4" fill="hold" grpId="0" nodeType="with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25" dur="20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26" dur="20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7" presetID="2" presetClass="entr" presetSubtype="1" fill="hold" grpId="0" nodeType="with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29" dur="20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30" dur="20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1" presetID="2" presetClass="entr" presetSubtype="4" fill="hold" grpId="0" nodeType="with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33" dur="20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34" dur="20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5" presetID="23" presetClass="entr" presetSubtype="32" fill="hold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7" dur="5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4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8" dur="5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4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9" presetID="22" presetClass="entr" presetSubtype="8" fill="hold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4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41" dur="1000"/>
                                            <p:tgtEl>
                                              <p:spTgt spid="1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2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43" dur="indefinite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44" dur="indefinite"/>
                                            <p:tgtEl>
                                              <p:spTgt spid="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5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46" dur="indefinite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47" dur="indefinite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8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49" dur="indefinite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50" dur="indefinite"/>
                                            <p:tgtEl>
                                              <p:spTgt spid="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1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52" dur="indefinite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53" dur="indefinite"/>
                                            <p:tgtEl>
                                              <p:spTgt spid="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4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55" dur="indefinite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56" dur="indefinite"/>
                                            <p:tgtEl>
                                              <p:spTgt spid="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7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58" dur="indefinite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59" dur="indefinite"/>
                                            <p:tgtEl>
                                              <p:spTgt spid="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0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61" dur="indefinite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62" dur="indefinite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63" fill="hold">
                                <p:stCondLst>
                                  <p:cond delay="2040"/>
                                </p:stCondLst>
                                <p:childTnLst>
                                  <p:par>
                                    <p:cTn id="64" presetID="5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66" dur="5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7" dur="5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68" dur="500"/>
                                            <p:tgtEl>
                                              <p:spTgt spid="3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9" presetID="42" presetClass="path" presetSubtype="0" accel="50000" decel="5000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2.70833E-6 -1.85185E-6 L -2.70833E-6 0.3206 " pathEditMode="relative" rAng="0" ptsTypes="AA">
                                          <p:cBhvr>
                                            <p:cTn id="70" dur="500" spd="-1000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16019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71" fill="hold">
                                <p:stCondLst>
                                  <p:cond delay="2540"/>
                                </p:stCondLst>
                                <p:childTnLst>
                                  <p:par>
                                    <p:cTn id="72" presetID="6" presetClass="emph" presetSubtype="0" repeatCount="indefinite" autoRev="1" fill="hold" grpId="2" nodeType="afterEffect">
                                      <p:stCondLst>
                                        <p:cond delay="0"/>
                                      </p:stCondLst>
                                      <p:endCondLst>
                                        <p:cond evt="onNext" delay="0">
                                          <p:tgtEl>
                                            <p:sldTgt/>
                                          </p:tgtEl>
                                        </p:cond>
                                      </p:endCondLst>
                                      <p:childTnLst>
                                        <p:animScale>
                                          <p:cBhvr>
                                            <p:cTn id="73" dur="500" fill="hold"/>
                                            <p:tgtEl>
                                              <p:spTgt spid="33"/>
                                            </p:tgtEl>
                                          </p:cBhvr>
                                          <p:by x="90000" y="90000"/>
                                        </p:animScale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>
                    <p:cTn id="74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37"/>
                    </p:tgtEl>
                  </p:cMediaNode>
                </p:audio>
              </p:childTnLst>
            </p:cTn>
          </p:par>
        </p:tnLst>
        <p:bldLst>
          <p:bldP spid="2" grpId="0"/>
          <p:bldP spid="2" grpId="1"/>
          <p:bldP spid="8" grpId="0"/>
          <p:bldP spid="8" grpId="1"/>
          <p:bldP spid="7" grpId="0"/>
          <p:bldP spid="7" grpId="1"/>
          <p:bldP spid="6" grpId="0"/>
          <p:bldP spid="6" grpId="1"/>
          <p:bldP spid="5" grpId="0"/>
          <p:bldP spid="5" grpId="1"/>
          <p:bldP spid="4" grpId="0"/>
          <p:bldP spid="4" grpId="1"/>
          <p:bldP spid="3" grpId="0"/>
          <p:bldP spid="3" grpId="1"/>
          <p:bldP spid="33" grpId="0" animBg="1"/>
          <p:bldP spid="33" grpId="1" animBg="1"/>
          <p:bldP spid="33" grpId="2" animBg="1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2040" fill="hold"/>
                                            <p:tgtEl>
                                              <p:spTgt spid="37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  <p:par>
                                    <p:cTn id="7" presetID="2" presetClass="entr" presetSubtype="4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9" dur="20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0" dur="20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1" presetID="2" presetClass="entr" presetSubtype="1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3" dur="20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4" dur="20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5" presetID="2" presetClass="entr" presetSubtype="4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7" dur="20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8" dur="20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9" presetID="2" presetClass="entr" presetSubtype="1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1" dur="20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2" dur="20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3" presetID="2" presetClass="entr" presetSubtype="4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5" dur="20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6" dur="20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7" presetID="2" presetClass="entr" presetSubtype="1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9" dur="20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0" dur="20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1" presetID="2" presetClass="entr" presetSubtype="4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3" dur="20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4" dur="20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5" presetID="23" presetClass="entr" presetSubtype="32" fill="hold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7" dur="5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4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8" dur="5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4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9" presetID="22" presetClass="entr" presetSubtype="8" fill="hold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4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41" dur="1000"/>
                                            <p:tgtEl>
                                              <p:spTgt spid="1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2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43" dur="indefinite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44" dur="indefinite"/>
                                            <p:tgtEl>
                                              <p:spTgt spid="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5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46" dur="indefinite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47" dur="indefinite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8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49" dur="indefinite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50" dur="indefinite"/>
                                            <p:tgtEl>
                                              <p:spTgt spid="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1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52" dur="indefinite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53" dur="indefinite"/>
                                            <p:tgtEl>
                                              <p:spTgt spid="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4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55" dur="indefinite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56" dur="indefinite"/>
                                            <p:tgtEl>
                                              <p:spTgt spid="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7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58" dur="indefinite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59" dur="indefinite"/>
                                            <p:tgtEl>
                                              <p:spTgt spid="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0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61" dur="indefinite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62" dur="indefinite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63" fill="hold">
                                <p:stCondLst>
                                  <p:cond delay="2040"/>
                                </p:stCondLst>
                                <p:childTnLst>
                                  <p:par>
                                    <p:cTn id="64" presetID="5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66" dur="5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7" dur="5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68" dur="500"/>
                                            <p:tgtEl>
                                              <p:spTgt spid="3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9" presetID="42" presetClass="path" presetSubtype="0" accel="50000" decel="5000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2.70833E-6 -1.85185E-6 L -2.70833E-6 0.3206 " pathEditMode="relative" rAng="0" ptsTypes="AA">
                                          <p:cBhvr>
                                            <p:cTn id="70" dur="500" spd="-1000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16019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71" fill="hold">
                                <p:stCondLst>
                                  <p:cond delay="2540"/>
                                </p:stCondLst>
                                <p:childTnLst>
                                  <p:par>
                                    <p:cTn id="72" presetID="6" presetClass="emph" presetSubtype="0" repeatCount="indefinite" autoRev="1" fill="hold" grpId="2" nodeType="afterEffect">
                                      <p:stCondLst>
                                        <p:cond delay="0"/>
                                      </p:stCondLst>
                                      <p:endCondLst>
                                        <p:cond evt="onNext" delay="0">
                                          <p:tgtEl>
                                            <p:sldTgt/>
                                          </p:tgtEl>
                                        </p:cond>
                                      </p:endCondLst>
                                      <p:childTnLst>
                                        <p:animScale>
                                          <p:cBhvr>
                                            <p:cTn id="73" dur="500" fill="hold"/>
                                            <p:tgtEl>
                                              <p:spTgt spid="33"/>
                                            </p:tgtEl>
                                          </p:cBhvr>
                                          <p:by x="90000" y="90000"/>
                                        </p:animScale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>
                    <p:cTn id="74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37"/>
                    </p:tgtEl>
                  </p:cMediaNode>
                </p:audio>
              </p:childTnLst>
            </p:cTn>
          </p:par>
        </p:tnLst>
        <p:bldLst>
          <p:bldP spid="2" grpId="0"/>
          <p:bldP spid="2" grpId="1"/>
          <p:bldP spid="8" grpId="0"/>
          <p:bldP spid="8" grpId="1"/>
          <p:bldP spid="7" grpId="0"/>
          <p:bldP spid="7" grpId="1"/>
          <p:bldP spid="6" grpId="0"/>
          <p:bldP spid="6" grpId="1"/>
          <p:bldP spid="5" grpId="0"/>
          <p:bldP spid="5" grpId="1"/>
          <p:bldP spid="4" grpId="0"/>
          <p:bldP spid="4" grpId="1"/>
          <p:bldP spid="3" grpId="0"/>
          <p:bldP spid="3" grpId="1"/>
          <p:bldP spid="33" grpId="0" animBg="1"/>
          <p:bldP spid="33" grpId="1" animBg="1"/>
          <p:bldP spid="33" grpId="2" animBg="1"/>
        </p:bldLst>
      </p:timing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C00000"/>
            </a:gs>
            <a:gs pos="100000">
              <a:schemeClr val="tx1">
                <a:lumMod val="85000"/>
                <a:lumOff val="15000"/>
              </a:schemeClr>
            </a:gs>
          </a:gsLst>
          <a:lin ang="81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7">
            <a:extLst>
              <a:ext uri="{FF2B5EF4-FFF2-40B4-BE49-F238E27FC236}">
                <a16:creationId xmlns:a16="http://schemas.microsoft.com/office/drawing/2014/main" id="{AF47984B-59F1-7176-A115-158B29114E0E}"/>
              </a:ext>
            </a:extLst>
          </p:cNvPr>
          <p:cNvSpPr txBox="1"/>
          <p:nvPr/>
        </p:nvSpPr>
        <p:spPr>
          <a:xfrm>
            <a:off x="8746332" y="-11965950"/>
            <a:ext cx="1005403" cy="16342935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9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8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7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5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4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3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2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1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</p:txBody>
      </p:sp>
      <p:sp>
        <p:nvSpPr>
          <p:cNvPr id="8" name="N6">
            <a:extLst>
              <a:ext uri="{FF2B5EF4-FFF2-40B4-BE49-F238E27FC236}">
                <a16:creationId xmlns:a16="http://schemas.microsoft.com/office/drawing/2014/main" id="{FE3BD9AB-7F50-A4B5-5F53-70354EF481F4}"/>
              </a:ext>
            </a:extLst>
          </p:cNvPr>
          <p:cNvSpPr txBox="1"/>
          <p:nvPr/>
        </p:nvSpPr>
        <p:spPr>
          <a:xfrm>
            <a:off x="7805114" y="2671817"/>
            <a:ext cx="1005403" cy="16342935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9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8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7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5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4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3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2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1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</p:txBody>
      </p:sp>
      <p:sp>
        <p:nvSpPr>
          <p:cNvPr id="7" name="N5">
            <a:extLst>
              <a:ext uri="{FF2B5EF4-FFF2-40B4-BE49-F238E27FC236}">
                <a16:creationId xmlns:a16="http://schemas.microsoft.com/office/drawing/2014/main" id="{D60E20A6-40DE-61FF-BC52-780641776D60}"/>
              </a:ext>
            </a:extLst>
          </p:cNvPr>
          <p:cNvSpPr txBox="1"/>
          <p:nvPr/>
        </p:nvSpPr>
        <p:spPr>
          <a:xfrm>
            <a:off x="6863896" y="-11965950"/>
            <a:ext cx="1005403" cy="16342935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9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8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7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5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4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3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2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1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</p:txBody>
      </p:sp>
      <p:sp>
        <p:nvSpPr>
          <p:cNvPr id="6" name="N4">
            <a:extLst>
              <a:ext uri="{FF2B5EF4-FFF2-40B4-BE49-F238E27FC236}">
                <a16:creationId xmlns:a16="http://schemas.microsoft.com/office/drawing/2014/main" id="{B55EA620-A448-2ACD-AF8D-A6933BC4F87F}"/>
              </a:ext>
            </a:extLst>
          </p:cNvPr>
          <p:cNvSpPr txBox="1"/>
          <p:nvPr/>
        </p:nvSpPr>
        <p:spPr>
          <a:xfrm>
            <a:off x="5546009" y="2671817"/>
            <a:ext cx="1005403" cy="16342935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9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8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7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5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4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3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2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1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</p:txBody>
      </p:sp>
      <p:sp>
        <p:nvSpPr>
          <p:cNvPr id="5" name="N3">
            <a:extLst>
              <a:ext uri="{FF2B5EF4-FFF2-40B4-BE49-F238E27FC236}">
                <a16:creationId xmlns:a16="http://schemas.microsoft.com/office/drawing/2014/main" id="{EAC23BB9-25AA-23D1-BBA8-4E96A8121B22}"/>
              </a:ext>
            </a:extLst>
          </p:cNvPr>
          <p:cNvSpPr txBox="1"/>
          <p:nvPr/>
        </p:nvSpPr>
        <p:spPr>
          <a:xfrm>
            <a:off x="4604791" y="-11965950"/>
            <a:ext cx="1005403" cy="16342935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9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8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7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5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4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3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2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1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</p:txBody>
      </p:sp>
      <p:sp>
        <p:nvSpPr>
          <p:cNvPr id="4" name="N2">
            <a:extLst>
              <a:ext uri="{FF2B5EF4-FFF2-40B4-BE49-F238E27FC236}">
                <a16:creationId xmlns:a16="http://schemas.microsoft.com/office/drawing/2014/main" id="{95EF8A55-2A5D-C739-62DE-9F54AB9D7812}"/>
              </a:ext>
            </a:extLst>
          </p:cNvPr>
          <p:cNvSpPr txBox="1"/>
          <p:nvPr/>
        </p:nvSpPr>
        <p:spPr>
          <a:xfrm>
            <a:off x="3663573" y="2671817"/>
            <a:ext cx="1005403" cy="16342935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9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8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7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5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4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3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2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1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</p:txBody>
      </p:sp>
      <p:sp>
        <p:nvSpPr>
          <p:cNvPr id="3" name="N1">
            <a:extLst>
              <a:ext uri="{FF2B5EF4-FFF2-40B4-BE49-F238E27FC236}">
                <a16:creationId xmlns:a16="http://schemas.microsoft.com/office/drawing/2014/main" id="{321860B9-DC15-351B-F334-054EAF2E4D85}"/>
              </a:ext>
            </a:extLst>
          </p:cNvPr>
          <p:cNvSpPr txBox="1"/>
          <p:nvPr/>
        </p:nvSpPr>
        <p:spPr>
          <a:xfrm>
            <a:off x="2446833" y="-11965950"/>
            <a:ext cx="1005403" cy="16342935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9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8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7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5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4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3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2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1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</p:txBody>
      </p:sp>
      <p:grpSp>
        <p:nvGrpSpPr>
          <p:cNvPr id="34" name="!!mascara">
            <a:extLst>
              <a:ext uri="{FF2B5EF4-FFF2-40B4-BE49-F238E27FC236}">
                <a16:creationId xmlns:a16="http://schemas.microsoft.com/office/drawing/2014/main" id="{C287DD8F-17E0-D7CA-89A4-3F01919A018C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 useBgFill="1">
          <p:nvSpPr>
            <p:cNvPr id="9" name="Forma Livre: Forma 8">
              <a:extLst>
                <a:ext uri="{FF2B5EF4-FFF2-40B4-BE49-F238E27FC236}">
                  <a16:creationId xmlns:a16="http://schemas.microsoft.com/office/drawing/2014/main" id="{43DD7F38-D131-0688-54CD-A4DDB6A95DE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0"/>
              <a:ext cx="12192000" cy="6858000"/>
            </a:xfrm>
            <a:custGeom>
              <a:avLst/>
              <a:gdLst>
                <a:gd name="connsiteX0" fmla="*/ 2566220 w 12192000"/>
                <a:gd name="connsiteY0" fmla="*/ 2632290 h 6858000"/>
                <a:gd name="connsiteX1" fmla="*/ 2322443 w 12192000"/>
                <a:gd name="connsiteY1" fmla="*/ 2876067 h 6858000"/>
                <a:gd name="connsiteX2" fmla="*/ 2322443 w 12192000"/>
                <a:gd name="connsiteY2" fmla="*/ 3851145 h 6858000"/>
                <a:gd name="connsiteX3" fmla="*/ 2566220 w 12192000"/>
                <a:gd name="connsiteY3" fmla="*/ 4094922 h 6858000"/>
                <a:gd name="connsiteX4" fmla="*/ 9625780 w 12192000"/>
                <a:gd name="connsiteY4" fmla="*/ 4094922 h 6858000"/>
                <a:gd name="connsiteX5" fmla="*/ 9869557 w 12192000"/>
                <a:gd name="connsiteY5" fmla="*/ 3851145 h 6858000"/>
                <a:gd name="connsiteX6" fmla="*/ 9869557 w 12192000"/>
                <a:gd name="connsiteY6" fmla="*/ 2876067 h 6858000"/>
                <a:gd name="connsiteX7" fmla="*/ 9625780 w 12192000"/>
                <a:gd name="connsiteY7" fmla="*/ 2632290 h 6858000"/>
                <a:gd name="connsiteX8" fmla="*/ 0 w 12192000"/>
                <a:gd name="connsiteY8" fmla="*/ 0 h 6858000"/>
                <a:gd name="connsiteX9" fmla="*/ 12192000 w 12192000"/>
                <a:gd name="connsiteY9" fmla="*/ 0 h 6858000"/>
                <a:gd name="connsiteX10" fmla="*/ 12192000 w 12192000"/>
                <a:gd name="connsiteY10" fmla="*/ 6858000 h 6858000"/>
                <a:gd name="connsiteX11" fmla="*/ 0 w 12192000"/>
                <a:gd name="connsiteY11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192000" h="6858000">
                  <a:moveTo>
                    <a:pt x="2566220" y="2632290"/>
                  </a:moveTo>
                  <a:cubicBezTo>
                    <a:pt x="2431586" y="2632290"/>
                    <a:pt x="2322443" y="2741433"/>
                    <a:pt x="2322443" y="2876067"/>
                  </a:cubicBezTo>
                  <a:lnTo>
                    <a:pt x="2322443" y="3851145"/>
                  </a:lnTo>
                  <a:cubicBezTo>
                    <a:pt x="2322443" y="3985779"/>
                    <a:pt x="2431586" y="4094922"/>
                    <a:pt x="2566220" y="4094922"/>
                  </a:cubicBezTo>
                  <a:lnTo>
                    <a:pt x="9625780" y="4094922"/>
                  </a:lnTo>
                  <a:cubicBezTo>
                    <a:pt x="9760414" y="4094922"/>
                    <a:pt x="9869557" y="3985779"/>
                    <a:pt x="9869557" y="3851145"/>
                  </a:cubicBezTo>
                  <a:lnTo>
                    <a:pt x="9869557" y="2876067"/>
                  </a:lnTo>
                  <a:cubicBezTo>
                    <a:pt x="9869557" y="2741433"/>
                    <a:pt x="9760414" y="2632290"/>
                    <a:pt x="9625780" y="2632290"/>
                  </a:cubicBezTo>
                  <a:close/>
                  <a:moveTo>
                    <a:pt x="0" y="0"/>
                  </a:moveTo>
                  <a:lnTo>
                    <a:pt x="12192000" y="0"/>
                  </a:lnTo>
                  <a:lnTo>
                    <a:pt x="12192000" y="6858000"/>
                  </a:lnTo>
                  <a:lnTo>
                    <a:pt x="0" y="6858000"/>
                  </a:lnTo>
                  <a:close/>
                </a:path>
              </a:pathLst>
            </a:custGeom>
            <a:ln>
              <a:noFill/>
            </a:ln>
            <a:effectLst>
              <a:outerShdw blurRad="3810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0" name="CaixaDeTexto 9">
              <a:extLst>
                <a:ext uri="{FF2B5EF4-FFF2-40B4-BE49-F238E27FC236}">
                  <a16:creationId xmlns:a16="http://schemas.microsoft.com/office/drawing/2014/main" id="{4014AAB1-279C-87A1-6A54-69E5927AF183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40326" y="330615"/>
              <a:ext cx="11111348" cy="985530"/>
            </a:xfrm>
            <a:prstGeom prst="roundRect">
              <a:avLst>
                <a:gd name="adj" fmla="val 26924"/>
              </a:avLst>
            </a:prstGeom>
            <a:solidFill>
              <a:srgbClr val="FFC000"/>
            </a:solidFill>
            <a:ln w="19050">
              <a:noFill/>
            </a:ln>
            <a:effectLst>
              <a:outerShdw blurRad="635000" dist="2540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 anchorCtr="1"/>
            <a:lstStyle>
              <a:defPPr>
                <a:defRPr lang="pt-BR"/>
              </a:defPPr>
              <a:lvl1pPr algn="ctr">
                <a:defRPr b="1">
                  <a:ln w="3175">
                    <a:noFill/>
                  </a:ln>
                  <a:solidFill>
                    <a:srgbClr val="FF0000"/>
                  </a:solidFill>
                  <a:latin typeface="Arial Narrow" panose="020B0606020202030204" pitchFamily="34" charset="0"/>
                  <a:ea typeface="Open Sans Extrabold" panose="020B0906030804020204" pitchFamily="34" charset="0"/>
                  <a:cs typeface="Arial" panose="020B0604020202020204" pitchFamily="34" charset="0"/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4400" b="1" i="0" u="none" strike="noStrike" kern="1200" cap="none" spc="600" normalizeH="0" baseline="0" noProof="0">
                  <a:ln w="3175"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Open Sans Extrabold" panose="020B0906030804020204" pitchFamily="34" charset="0"/>
                  <a:cs typeface="Arial" panose="020B0604020202020204" pitchFamily="34" charset="0"/>
                </a:rPr>
                <a:t>VOCÊ ERROU!</a:t>
              </a:r>
            </a:p>
          </p:txBody>
        </p:sp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6893B8BF-F8F5-DB56-E87C-8ED5CBA7FCB6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226072" y="2180704"/>
              <a:ext cx="206883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24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Arial" panose="020B0604020202020204" pitchFamily="34" charset="0"/>
                </a:rPr>
                <a:t>Você ganhou:</a:t>
              </a:r>
            </a:p>
          </p:txBody>
        </p:sp>
        <p:sp>
          <p:nvSpPr>
            <p:cNvPr id="12" name="CaixaDeTexto 11">
              <a:extLst>
                <a:ext uri="{FF2B5EF4-FFF2-40B4-BE49-F238E27FC236}">
                  <a16:creationId xmlns:a16="http://schemas.microsoft.com/office/drawing/2014/main" id="{E77C9F72-334E-862C-ACF5-323EF2E8C72C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667254" y="2555761"/>
              <a:ext cx="64472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28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R$</a:t>
              </a:r>
            </a:p>
          </p:txBody>
        </p:sp>
        <p:sp>
          <p:nvSpPr>
            <p:cNvPr id="13" name="Elipse 12">
              <a:extLst>
                <a:ext uri="{FF2B5EF4-FFF2-40B4-BE49-F238E27FC236}">
                  <a16:creationId xmlns:a16="http://schemas.microsoft.com/office/drawing/2014/main" id="{D879FEC9-3C93-4084-1DC0-039C3A2FA1A8}"/>
                </a:ext>
              </a:extLst>
            </p:cNvPr>
            <p:cNvSpPr>
              <a:spLocks noGrp="1" noRot="1" noChangeAspect="1" noMove="1" noResize="1" noEditPoints="1" noAdjustHandles="1" noChangeArrowheads="1" noChangeShapeType="1"/>
            </p:cNvSpPr>
            <p:nvPr/>
          </p:nvSpPr>
          <p:spPr>
            <a:xfrm>
              <a:off x="3480684" y="3646074"/>
              <a:ext cx="180000" cy="180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4" name="Elipse 13">
              <a:extLst>
                <a:ext uri="{FF2B5EF4-FFF2-40B4-BE49-F238E27FC236}">
                  <a16:creationId xmlns:a16="http://schemas.microsoft.com/office/drawing/2014/main" id="{4014B435-FE21-6F3F-D0A3-96A450E125B7}"/>
                </a:ext>
              </a:extLst>
            </p:cNvPr>
            <p:cNvSpPr>
              <a:spLocks noGrp="1" noRot="1" noChangeAspect="1" noMove="1" noResize="1" noEditPoints="1" noAdjustHandles="1" noChangeArrowheads="1" noChangeShapeType="1"/>
            </p:cNvSpPr>
            <p:nvPr/>
          </p:nvSpPr>
          <p:spPr>
            <a:xfrm>
              <a:off x="6610570" y="3646074"/>
              <a:ext cx="180000" cy="180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grpSp>
        <p:nvGrpSpPr>
          <p:cNvPr id="15" name="barra de progresso">
            <a:extLst>
              <a:ext uri="{FF2B5EF4-FFF2-40B4-BE49-F238E27FC236}">
                <a16:creationId xmlns:a16="http://schemas.microsoft.com/office/drawing/2014/main" id="{D7DF4F7E-B4C8-F5D8-B5B0-9D68AE4528F9}"/>
              </a:ext>
            </a:extLst>
          </p:cNvPr>
          <p:cNvGrpSpPr/>
          <p:nvPr/>
        </p:nvGrpSpPr>
        <p:grpSpPr>
          <a:xfrm>
            <a:off x="540326" y="6168042"/>
            <a:ext cx="11111348" cy="216000"/>
            <a:chOff x="540326" y="6168042"/>
            <a:chExt cx="11111348" cy="216000"/>
          </a:xfrm>
        </p:grpSpPr>
        <p:sp useBgFill="1">
          <p:nvSpPr>
            <p:cNvPr id="16" name="Retângulo: Cantos Arredondados 15">
              <a:extLst>
                <a:ext uri="{FF2B5EF4-FFF2-40B4-BE49-F238E27FC236}">
                  <a16:creationId xmlns:a16="http://schemas.microsoft.com/office/drawing/2014/main" id="{645F6494-8FFC-74C9-3BEE-6344C16689C9}"/>
                </a:ext>
              </a:extLst>
            </p:cNvPr>
            <p:cNvSpPr/>
            <p:nvPr/>
          </p:nvSpPr>
          <p:spPr>
            <a:xfrm>
              <a:off x="540326" y="6168042"/>
              <a:ext cx="540000" cy="216000"/>
            </a:xfrm>
            <a:prstGeom prst="roundRect">
              <a:avLst>
                <a:gd name="adj" fmla="val 50000"/>
              </a:avLst>
            </a:prstGeom>
            <a:ln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17" name="Retângulo: Cantos Arredondados 16">
              <a:extLst>
                <a:ext uri="{FF2B5EF4-FFF2-40B4-BE49-F238E27FC236}">
                  <a16:creationId xmlns:a16="http://schemas.microsoft.com/office/drawing/2014/main" id="{D0360543-989E-44E5-018D-E2B5E5E7950A}"/>
                </a:ext>
              </a:extLst>
            </p:cNvPr>
            <p:cNvSpPr/>
            <p:nvPr/>
          </p:nvSpPr>
          <p:spPr>
            <a:xfrm>
              <a:off x="1245083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18" name="Retângulo: Cantos Arredondados 17">
              <a:extLst>
                <a:ext uri="{FF2B5EF4-FFF2-40B4-BE49-F238E27FC236}">
                  <a16:creationId xmlns:a16="http://schemas.microsoft.com/office/drawing/2014/main" id="{832CD0D4-B00B-66F6-AC8B-2047BB5D1C88}"/>
                </a:ext>
              </a:extLst>
            </p:cNvPr>
            <p:cNvSpPr/>
            <p:nvPr/>
          </p:nvSpPr>
          <p:spPr>
            <a:xfrm>
              <a:off x="1949840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19" name="Retângulo: Cantos Arredondados 18">
              <a:extLst>
                <a:ext uri="{FF2B5EF4-FFF2-40B4-BE49-F238E27FC236}">
                  <a16:creationId xmlns:a16="http://schemas.microsoft.com/office/drawing/2014/main" id="{09C5ED91-4829-2188-7144-57BB65B5895C}"/>
                </a:ext>
              </a:extLst>
            </p:cNvPr>
            <p:cNvSpPr/>
            <p:nvPr/>
          </p:nvSpPr>
          <p:spPr>
            <a:xfrm>
              <a:off x="2654597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20" name="Retângulo: Cantos Arredondados 19">
              <a:extLst>
                <a:ext uri="{FF2B5EF4-FFF2-40B4-BE49-F238E27FC236}">
                  <a16:creationId xmlns:a16="http://schemas.microsoft.com/office/drawing/2014/main" id="{B5F9D68A-2A87-C90C-1D98-7737129DB43B}"/>
                </a:ext>
              </a:extLst>
            </p:cNvPr>
            <p:cNvSpPr/>
            <p:nvPr/>
          </p:nvSpPr>
          <p:spPr>
            <a:xfrm>
              <a:off x="3359354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21" name="Retângulo: Cantos Arredondados 20">
              <a:extLst>
                <a:ext uri="{FF2B5EF4-FFF2-40B4-BE49-F238E27FC236}">
                  <a16:creationId xmlns:a16="http://schemas.microsoft.com/office/drawing/2014/main" id="{A3EAB60E-42B2-0210-E6AD-787A54CF5E6B}"/>
                </a:ext>
              </a:extLst>
            </p:cNvPr>
            <p:cNvSpPr/>
            <p:nvPr/>
          </p:nvSpPr>
          <p:spPr>
            <a:xfrm>
              <a:off x="4064111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22" name="Retângulo: Cantos Arredondados 21">
              <a:extLst>
                <a:ext uri="{FF2B5EF4-FFF2-40B4-BE49-F238E27FC236}">
                  <a16:creationId xmlns:a16="http://schemas.microsoft.com/office/drawing/2014/main" id="{7805FE38-3DA6-AA69-5A21-5FDF35D7E06F}"/>
                </a:ext>
              </a:extLst>
            </p:cNvPr>
            <p:cNvSpPr/>
            <p:nvPr/>
          </p:nvSpPr>
          <p:spPr>
            <a:xfrm>
              <a:off x="4768868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23" name="Retângulo: Cantos Arredondados 22">
              <a:extLst>
                <a:ext uri="{FF2B5EF4-FFF2-40B4-BE49-F238E27FC236}">
                  <a16:creationId xmlns:a16="http://schemas.microsoft.com/office/drawing/2014/main" id="{2F3233F8-5476-5095-85DB-1E53D02FFF73}"/>
                </a:ext>
              </a:extLst>
            </p:cNvPr>
            <p:cNvSpPr/>
            <p:nvPr/>
          </p:nvSpPr>
          <p:spPr>
            <a:xfrm>
              <a:off x="5473625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24" name="Retângulo: Cantos Arredondados 23">
              <a:extLst>
                <a:ext uri="{FF2B5EF4-FFF2-40B4-BE49-F238E27FC236}">
                  <a16:creationId xmlns:a16="http://schemas.microsoft.com/office/drawing/2014/main" id="{BE1456AE-ED2B-72A9-D02A-1CD0F978D85D}"/>
                </a:ext>
              </a:extLst>
            </p:cNvPr>
            <p:cNvSpPr/>
            <p:nvPr/>
          </p:nvSpPr>
          <p:spPr>
            <a:xfrm>
              <a:off x="6178382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25" name="Retângulo: Cantos Arredondados 24">
              <a:extLst>
                <a:ext uri="{FF2B5EF4-FFF2-40B4-BE49-F238E27FC236}">
                  <a16:creationId xmlns:a16="http://schemas.microsoft.com/office/drawing/2014/main" id="{4755B973-D05B-1281-55E7-74B61C8A4505}"/>
                </a:ext>
              </a:extLst>
            </p:cNvPr>
            <p:cNvSpPr/>
            <p:nvPr/>
          </p:nvSpPr>
          <p:spPr>
            <a:xfrm>
              <a:off x="6883139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26" name="Retângulo: Cantos Arredondados 25">
              <a:extLst>
                <a:ext uri="{FF2B5EF4-FFF2-40B4-BE49-F238E27FC236}">
                  <a16:creationId xmlns:a16="http://schemas.microsoft.com/office/drawing/2014/main" id="{23BB2712-A117-128D-132B-22540621C404}"/>
                </a:ext>
              </a:extLst>
            </p:cNvPr>
            <p:cNvSpPr/>
            <p:nvPr/>
          </p:nvSpPr>
          <p:spPr>
            <a:xfrm>
              <a:off x="7587896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27" name="Retângulo: Cantos Arredondados 26">
              <a:extLst>
                <a:ext uri="{FF2B5EF4-FFF2-40B4-BE49-F238E27FC236}">
                  <a16:creationId xmlns:a16="http://schemas.microsoft.com/office/drawing/2014/main" id="{1F3E133E-5E8D-EA78-A60D-62DE8FA3C825}"/>
                </a:ext>
              </a:extLst>
            </p:cNvPr>
            <p:cNvSpPr/>
            <p:nvPr/>
          </p:nvSpPr>
          <p:spPr>
            <a:xfrm>
              <a:off x="8292653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28" name="Retângulo: Cantos Arredondados 27">
              <a:extLst>
                <a:ext uri="{FF2B5EF4-FFF2-40B4-BE49-F238E27FC236}">
                  <a16:creationId xmlns:a16="http://schemas.microsoft.com/office/drawing/2014/main" id="{52F08055-4C07-9D7D-B51F-6C5520201AFF}"/>
                </a:ext>
              </a:extLst>
            </p:cNvPr>
            <p:cNvSpPr/>
            <p:nvPr/>
          </p:nvSpPr>
          <p:spPr>
            <a:xfrm>
              <a:off x="8997410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29" name="Retângulo: Cantos Arredondados 28">
              <a:extLst>
                <a:ext uri="{FF2B5EF4-FFF2-40B4-BE49-F238E27FC236}">
                  <a16:creationId xmlns:a16="http://schemas.microsoft.com/office/drawing/2014/main" id="{915F56B7-CB97-B128-3798-360BFADDFBFE}"/>
                </a:ext>
              </a:extLst>
            </p:cNvPr>
            <p:cNvSpPr/>
            <p:nvPr/>
          </p:nvSpPr>
          <p:spPr>
            <a:xfrm>
              <a:off x="9702167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30" name="Retângulo: Cantos Arredondados 29">
              <a:extLst>
                <a:ext uri="{FF2B5EF4-FFF2-40B4-BE49-F238E27FC236}">
                  <a16:creationId xmlns:a16="http://schemas.microsoft.com/office/drawing/2014/main" id="{6422418E-AA0B-8E26-FC84-D410772659AF}"/>
                </a:ext>
              </a:extLst>
            </p:cNvPr>
            <p:cNvSpPr/>
            <p:nvPr/>
          </p:nvSpPr>
          <p:spPr>
            <a:xfrm>
              <a:off x="10406924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31" name="Retângulo: Cantos Arredondados 30">
              <a:extLst>
                <a:ext uri="{FF2B5EF4-FFF2-40B4-BE49-F238E27FC236}">
                  <a16:creationId xmlns:a16="http://schemas.microsoft.com/office/drawing/2014/main" id="{E640292C-BE19-1E3C-A127-339B803D0EC0}"/>
                </a:ext>
              </a:extLst>
            </p:cNvPr>
            <p:cNvSpPr/>
            <p:nvPr/>
          </p:nvSpPr>
          <p:spPr>
            <a:xfrm>
              <a:off x="11111674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pic>
        <p:nvPicPr>
          <p:cNvPr id="32" name="emoji">
            <a:extLst>
              <a:ext uri="{FF2B5EF4-FFF2-40B4-BE49-F238E27FC236}">
                <a16:creationId xmlns:a16="http://schemas.microsoft.com/office/drawing/2014/main" id="{D5E21F0E-C48A-B95C-AD66-20556A0DDDF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343083" y="1938181"/>
            <a:ext cx="1085856" cy="1085856"/>
          </a:xfrm>
          <a:prstGeom prst="rect">
            <a:avLst/>
          </a:prstGeom>
          <a:effectLst>
            <a:outerShdw blurRad="635000" dist="190500" dir="2700000" algn="tl" rotWithShape="0">
              <a:prstClr val="black">
                <a:alpha val="60000"/>
              </a:prstClr>
            </a:outerShdw>
          </a:effectLst>
        </p:spPr>
      </p:pic>
      <p:pic>
        <p:nvPicPr>
          <p:cNvPr id="37" name="que pena, vc errou">
            <a:hlinkClick r:id="" action="ppaction://media"/>
            <a:extLst>
              <a:ext uri="{FF2B5EF4-FFF2-40B4-BE49-F238E27FC236}">
                <a16:creationId xmlns:a16="http://schemas.microsoft.com/office/drawing/2014/main" id="{E7877330-4976-EF07-7A6B-DC501CA5A40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-772973" y="206871"/>
            <a:ext cx="509587" cy="509587"/>
          </a:xfrm>
          <a:prstGeom prst="rect">
            <a:avLst/>
          </a:prstGeom>
        </p:spPr>
      </p:pic>
      <p:sp>
        <p:nvSpPr>
          <p:cNvPr id="33" name="Botaão Próxima">
            <a:hlinkClick r:id="rId7" action="ppaction://hlinksldjump"/>
            <a:extLst>
              <a:ext uri="{FF2B5EF4-FFF2-40B4-BE49-F238E27FC236}">
                <a16:creationId xmlns:a16="http://schemas.microsoft.com/office/drawing/2014/main" id="{53474A7E-3077-C8C5-1005-C2DA17EEE819}"/>
              </a:ext>
            </a:extLst>
          </p:cNvPr>
          <p:cNvSpPr/>
          <p:nvPr/>
        </p:nvSpPr>
        <p:spPr>
          <a:xfrm>
            <a:off x="9142497" y="5271949"/>
            <a:ext cx="2330219" cy="540000"/>
          </a:xfrm>
          <a:prstGeom prst="roundRect">
            <a:avLst/>
          </a:prstGeom>
          <a:gradFill flip="none" rotWithShape="1">
            <a:gsLst>
              <a:gs pos="0">
                <a:schemeClr val="accent6"/>
              </a:gs>
              <a:gs pos="59000">
                <a:schemeClr val="accent6">
                  <a:lumMod val="75000"/>
                </a:schemeClr>
              </a:gs>
              <a:gs pos="100000">
                <a:schemeClr val="accent6">
                  <a:lumMod val="50000"/>
                </a:schemeClr>
              </a:gs>
            </a:gsLst>
            <a:lin ang="19200000" scaled="0"/>
            <a:tileRect/>
          </a:gradFill>
          <a:ln w="19050">
            <a:solidFill>
              <a:schemeClr val="bg1"/>
            </a:solidFill>
          </a:ln>
          <a:effectLst>
            <a:outerShdw blurRad="381000" dist="1270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rIns="108000" rtlCol="0" anchor="ctr"/>
          <a:lstStyle/>
          <a:p>
            <a:pPr algn="ctr"/>
            <a:r>
              <a:rPr lang="pt-BR" sz="1400" b="1" dirty="0">
                <a:ln w="3175">
                  <a:noFill/>
                </a:ln>
                <a:effectLst>
                  <a:outerShdw blurRad="1270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Arial" panose="020B0604020202020204" pitchFamily="34" charset="0"/>
                <a:ea typeface="Open Sans Extrabold" panose="020B0906030804020204" pitchFamily="34" charset="0"/>
                <a:cs typeface="Arial" panose="020B0604020202020204" pitchFamily="34" charset="0"/>
              </a:rPr>
              <a:t>Voltar</a:t>
            </a:r>
          </a:p>
        </p:txBody>
      </p:sp>
    </p:spTree>
    <p:extLst>
      <p:ext uri="{BB962C8B-B14F-4D97-AF65-F5344CB8AC3E}">
        <p14:creationId xmlns:p14="http://schemas.microsoft.com/office/powerpoint/2010/main" val="13785815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2040" fill="hold"/>
                                            <p:tgtEl>
                                              <p:spTgt spid="37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  <p:par>
                                    <p:cTn id="7" presetID="2" presetClass="entr" presetSubtype="4" fill="hold" grpId="0" nodeType="with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9" dur="20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10" dur="20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1" presetID="2" presetClass="entr" presetSubtype="1" fill="hold" grpId="0" nodeType="with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13" dur="20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14" dur="20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5" presetID="2" presetClass="entr" presetSubtype="4" fill="hold" grpId="0" nodeType="with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17" dur="20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18" dur="20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9" presetID="2" presetClass="entr" presetSubtype="1" fill="hold" grpId="0" nodeType="with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21" dur="20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22" dur="20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3" presetID="2" presetClass="entr" presetSubtype="4" fill="hold" grpId="0" nodeType="with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25" dur="20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26" dur="20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7" presetID="2" presetClass="entr" presetSubtype="1" fill="hold" grpId="0" nodeType="with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29" dur="20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30" dur="20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1" presetID="2" presetClass="entr" presetSubtype="4" fill="hold" grpId="0" nodeType="with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33" dur="20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34" dur="20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5" presetID="23" presetClass="entr" presetSubtype="32" fill="hold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7" dur="5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4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8" dur="5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4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9" presetID="22" presetClass="entr" presetSubtype="8" fill="hold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4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41" dur="1000"/>
                                            <p:tgtEl>
                                              <p:spTgt spid="1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2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43" dur="indefinite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44" dur="indefinite"/>
                                            <p:tgtEl>
                                              <p:spTgt spid="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5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46" dur="indefinite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47" dur="indefinite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8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49" dur="indefinite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50" dur="indefinite"/>
                                            <p:tgtEl>
                                              <p:spTgt spid="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1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52" dur="indefinite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53" dur="indefinite"/>
                                            <p:tgtEl>
                                              <p:spTgt spid="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4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55" dur="indefinite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56" dur="indefinite"/>
                                            <p:tgtEl>
                                              <p:spTgt spid="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7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58" dur="indefinite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59" dur="indefinite"/>
                                            <p:tgtEl>
                                              <p:spTgt spid="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0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61" dur="indefinite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62" dur="indefinite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63" fill="hold">
                                <p:stCondLst>
                                  <p:cond delay="2040"/>
                                </p:stCondLst>
                                <p:childTnLst>
                                  <p:par>
                                    <p:cTn id="64" presetID="5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66" dur="5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7" dur="5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68" dur="500"/>
                                            <p:tgtEl>
                                              <p:spTgt spid="3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9" presetID="42" presetClass="path" presetSubtype="0" accel="50000" decel="5000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2.70833E-6 -1.85185E-6 L -2.70833E-6 0.3206 " pathEditMode="relative" rAng="0" ptsTypes="AA">
                                          <p:cBhvr>
                                            <p:cTn id="70" dur="500" spd="-1000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16019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71" fill="hold">
                                <p:stCondLst>
                                  <p:cond delay="2540"/>
                                </p:stCondLst>
                                <p:childTnLst>
                                  <p:par>
                                    <p:cTn id="72" presetID="6" presetClass="emph" presetSubtype="0" repeatCount="indefinite" autoRev="1" fill="hold" grpId="2" nodeType="afterEffect">
                                      <p:stCondLst>
                                        <p:cond delay="0"/>
                                      </p:stCondLst>
                                      <p:endCondLst>
                                        <p:cond evt="onNext" delay="0">
                                          <p:tgtEl>
                                            <p:sldTgt/>
                                          </p:tgtEl>
                                        </p:cond>
                                      </p:endCondLst>
                                      <p:childTnLst>
                                        <p:animScale>
                                          <p:cBhvr>
                                            <p:cTn id="73" dur="500" fill="hold"/>
                                            <p:tgtEl>
                                              <p:spTgt spid="33"/>
                                            </p:tgtEl>
                                          </p:cBhvr>
                                          <p:by x="90000" y="90000"/>
                                        </p:animScale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>
                    <p:cTn id="74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37"/>
                    </p:tgtEl>
                  </p:cMediaNode>
                </p:audio>
              </p:childTnLst>
            </p:cTn>
          </p:par>
        </p:tnLst>
        <p:bldLst>
          <p:bldP spid="2" grpId="0"/>
          <p:bldP spid="2" grpId="1"/>
          <p:bldP spid="8" grpId="0"/>
          <p:bldP spid="8" grpId="1"/>
          <p:bldP spid="7" grpId="0"/>
          <p:bldP spid="7" grpId="1"/>
          <p:bldP spid="6" grpId="0"/>
          <p:bldP spid="6" grpId="1"/>
          <p:bldP spid="5" grpId="0"/>
          <p:bldP spid="5" grpId="1"/>
          <p:bldP spid="4" grpId="0"/>
          <p:bldP spid="4" grpId="1"/>
          <p:bldP spid="3" grpId="0"/>
          <p:bldP spid="3" grpId="1"/>
          <p:bldP spid="33" grpId="0" animBg="1"/>
          <p:bldP spid="33" grpId="1" animBg="1"/>
          <p:bldP spid="33" grpId="2" animBg="1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2040" fill="hold"/>
                                            <p:tgtEl>
                                              <p:spTgt spid="37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  <p:par>
                                    <p:cTn id="7" presetID="2" presetClass="entr" presetSubtype="4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9" dur="20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0" dur="20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1" presetID="2" presetClass="entr" presetSubtype="1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3" dur="20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4" dur="20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5" presetID="2" presetClass="entr" presetSubtype="4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7" dur="20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8" dur="20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9" presetID="2" presetClass="entr" presetSubtype="1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1" dur="20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2" dur="20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3" presetID="2" presetClass="entr" presetSubtype="4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5" dur="20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6" dur="20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7" presetID="2" presetClass="entr" presetSubtype="1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9" dur="20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0" dur="20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1" presetID="2" presetClass="entr" presetSubtype="4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3" dur="20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4" dur="20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5" presetID="23" presetClass="entr" presetSubtype="32" fill="hold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7" dur="5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4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8" dur="5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4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9" presetID="22" presetClass="entr" presetSubtype="8" fill="hold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4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41" dur="1000"/>
                                            <p:tgtEl>
                                              <p:spTgt spid="1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2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43" dur="indefinite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44" dur="indefinite"/>
                                            <p:tgtEl>
                                              <p:spTgt spid="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5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46" dur="indefinite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47" dur="indefinite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8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49" dur="indefinite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50" dur="indefinite"/>
                                            <p:tgtEl>
                                              <p:spTgt spid="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1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52" dur="indefinite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53" dur="indefinite"/>
                                            <p:tgtEl>
                                              <p:spTgt spid="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4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55" dur="indefinite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56" dur="indefinite"/>
                                            <p:tgtEl>
                                              <p:spTgt spid="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7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58" dur="indefinite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59" dur="indefinite"/>
                                            <p:tgtEl>
                                              <p:spTgt spid="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0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61" dur="indefinite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62" dur="indefinite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63" fill="hold">
                                <p:stCondLst>
                                  <p:cond delay="2040"/>
                                </p:stCondLst>
                                <p:childTnLst>
                                  <p:par>
                                    <p:cTn id="64" presetID="5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66" dur="5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7" dur="5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68" dur="500"/>
                                            <p:tgtEl>
                                              <p:spTgt spid="3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9" presetID="42" presetClass="path" presetSubtype="0" accel="50000" decel="5000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2.70833E-6 -1.85185E-6 L -2.70833E-6 0.3206 " pathEditMode="relative" rAng="0" ptsTypes="AA">
                                          <p:cBhvr>
                                            <p:cTn id="70" dur="500" spd="-1000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16019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71" fill="hold">
                                <p:stCondLst>
                                  <p:cond delay="2540"/>
                                </p:stCondLst>
                                <p:childTnLst>
                                  <p:par>
                                    <p:cTn id="72" presetID="6" presetClass="emph" presetSubtype="0" repeatCount="indefinite" autoRev="1" fill="hold" grpId="2" nodeType="afterEffect">
                                      <p:stCondLst>
                                        <p:cond delay="0"/>
                                      </p:stCondLst>
                                      <p:endCondLst>
                                        <p:cond evt="onNext" delay="0">
                                          <p:tgtEl>
                                            <p:sldTgt/>
                                          </p:tgtEl>
                                        </p:cond>
                                      </p:endCondLst>
                                      <p:childTnLst>
                                        <p:animScale>
                                          <p:cBhvr>
                                            <p:cTn id="73" dur="500" fill="hold"/>
                                            <p:tgtEl>
                                              <p:spTgt spid="33"/>
                                            </p:tgtEl>
                                          </p:cBhvr>
                                          <p:by x="90000" y="90000"/>
                                        </p:animScale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>
                    <p:cTn id="74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37"/>
                    </p:tgtEl>
                  </p:cMediaNode>
                </p:audio>
              </p:childTnLst>
            </p:cTn>
          </p:par>
        </p:tnLst>
        <p:bldLst>
          <p:bldP spid="2" grpId="0"/>
          <p:bldP spid="2" grpId="1"/>
          <p:bldP spid="8" grpId="0"/>
          <p:bldP spid="8" grpId="1"/>
          <p:bldP spid="7" grpId="0"/>
          <p:bldP spid="7" grpId="1"/>
          <p:bldP spid="6" grpId="0"/>
          <p:bldP spid="6" grpId="1"/>
          <p:bldP spid="5" grpId="0"/>
          <p:bldP spid="5" grpId="1"/>
          <p:bldP spid="4" grpId="0"/>
          <p:bldP spid="4" grpId="1"/>
          <p:bldP spid="3" grpId="0"/>
          <p:bldP spid="3" grpId="1"/>
          <p:bldP spid="33" grpId="0" animBg="1"/>
          <p:bldP spid="33" grpId="1" animBg="1"/>
          <p:bldP spid="33" grpId="2" animBg="1"/>
        </p:bldLst>
      </p:timing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C00000"/>
            </a:gs>
            <a:gs pos="100000">
              <a:schemeClr val="tx1">
                <a:lumMod val="85000"/>
                <a:lumOff val="15000"/>
              </a:schemeClr>
            </a:gs>
          </a:gsLst>
          <a:lin ang="81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7">
            <a:extLst>
              <a:ext uri="{FF2B5EF4-FFF2-40B4-BE49-F238E27FC236}">
                <a16:creationId xmlns:a16="http://schemas.microsoft.com/office/drawing/2014/main" id="{AF47984B-59F1-7176-A115-158B29114E0E}"/>
              </a:ext>
            </a:extLst>
          </p:cNvPr>
          <p:cNvSpPr txBox="1"/>
          <p:nvPr/>
        </p:nvSpPr>
        <p:spPr>
          <a:xfrm>
            <a:off x="8746332" y="-11965950"/>
            <a:ext cx="1005403" cy="16342935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9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8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7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5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4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3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2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1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</p:txBody>
      </p:sp>
      <p:sp>
        <p:nvSpPr>
          <p:cNvPr id="8" name="N6">
            <a:extLst>
              <a:ext uri="{FF2B5EF4-FFF2-40B4-BE49-F238E27FC236}">
                <a16:creationId xmlns:a16="http://schemas.microsoft.com/office/drawing/2014/main" id="{FE3BD9AB-7F50-A4B5-5F53-70354EF481F4}"/>
              </a:ext>
            </a:extLst>
          </p:cNvPr>
          <p:cNvSpPr txBox="1"/>
          <p:nvPr/>
        </p:nvSpPr>
        <p:spPr>
          <a:xfrm>
            <a:off x="7805114" y="2671817"/>
            <a:ext cx="1005403" cy="16342935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9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8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7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5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4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3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2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1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</p:txBody>
      </p:sp>
      <p:sp>
        <p:nvSpPr>
          <p:cNvPr id="7" name="N5">
            <a:extLst>
              <a:ext uri="{FF2B5EF4-FFF2-40B4-BE49-F238E27FC236}">
                <a16:creationId xmlns:a16="http://schemas.microsoft.com/office/drawing/2014/main" id="{D60E20A6-40DE-61FF-BC52-780641776D60}"/>
              </a:ext>
            </a:extLst>
          </p:cNvPr>
          <p:cNvSpPr txBox="1"/>
          <p:nvPr/>
        </p:nvSpPr>
        <p:spPr>
          <a:xfrm>
            <a:off x="6863896" y="-11965950"/>
            <a:ext cx="1005403" cy="16342935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9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8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7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5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4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3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2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1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</p:txBody>
      </p:sp>
      <p:sp>
        <p:nvSpPr>
          <p:cNvPr id="6" name="N4">
            <a:extLst>
              <a:ext uri="{FF2B5EF4-FFF2-40B4-BE49-F238E27FC236}">
                <a16:creationId xmlns:a16="http://schemas.microsoft.com/office/drawing/2014/main" id="{B55EA620-A448-2ACD-AF8D-A6933BC4F87F}"/>
              </a:ext>
            </a:extLst>
          </p:cNvPr>
          <p:cNvSpPr txBox="1"/>
          <p:nvPr/>
        </p:nvSpPr>
        <p:spPr>
          <a:xfrm>
            <a:off x="5546009" y="2671817"/>
            <a:ext cx="1005403" cy="16342935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9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8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7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5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4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3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2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1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</p:txBody>
      </p:sp>
      <p:sp>
        <p:nvSpPr>
          <p:cNvPr id="5" name="N3">
            <a:extLst>
              <a:ext uri="{FF2B5EF4-FFF2-40B4-BE49-F238E27FC236}">
                <a16:creationId xmlns:a16="http://schemas.microsoft.com/office/drawing/2014/main" id="{EAC23BB9-25AA-23D1-BBA8-4E96A8121B22}"/>
              </a:ext>
            </a:extLst>
          </p:cNvPr>
          <p:cNvSpPr txBox="1"/>
          <p:nvPr/>
        </p:nvSpPr>
        <p:spPr>
          <a:xfrm>
            <a:off x="4604791" y="-11965950"/>
            <a:ext cx="1005403" cy="16342935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9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8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7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5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4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3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2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1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</p:txBody>
      </p:sp>
      <p:sp>
        <p:nvSpPr>
          <p:cNvPr id="4" name="N2">
            <a:extLst>
              <a:ext uri="{FF2B5EF4-FFF2-40B4-BE49-F238E27FC236}">
                <a16:creationId xmlns:a16="http://schemas.microsoft.com/office/drawing/2014/main" id="{95EF8A55-2A5D-C739-62DE-9F54AB9D7812}"/>
              </a:ext>
            </a:extLst>
          </p:cNvPr>
          <p:cNvSpPr txBox="1"/>
          <p:nvPr/>
        </p:nvSpPr>
        <p:spPr>
          <a:xfrm>
            <a:off x="3663573" y="2671817"/>
            <a:ext cx="1005403" cy="16342935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9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8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7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5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4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3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2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1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</p:txBody>
      </p:sp>
      <p:sp>
        <p:nvSpPr>
          <p:cNvPr id="3" name="N1">
            <a:extLst>
              <a:ext uri="{FF2B5EF4-FFF2-40B4-BE49-F238E27FC236}">
                <a16:creationId xmlns:a16="http://schemas.microsoft.com/office/drawing/2014/main" id="{321860B9-DC15-351B-F334-054EAF2E4D85}"/>
              </a:ext>
            </a:extLst>
          </p:cNvPr>
          <p:cNvSpPr txBox="1"/>
          <p:nvPr/>
        </p:nvSpPr>
        <p:spPr>
          <a:xfrm>
            <a:off x="2446833" y="-11965950"/>
            <a:ext cx="1005403" cy="16342935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9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8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7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5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4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3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2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1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</p:txBody>
      </p:sp>
      <p:grpSp>
        <p:nvGrpSpPr>
          <p:cNvPr id="34" name="!!mascara">
            <a:extLst>
              <a:ext uri="{FF2B5EF4-FFF2-40B4-BE49-F238E27FC236}">
                <a16:creationId xmlns:a16="http://schemas.microsoft.com/office/drawing/2014/main" id="{C287DD8F-17E0-D7CA-89A4-3F01919A018C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 useBgFill="1">
          <p:nvSpPr>
            <p:cNvPr id="9" name="Forma Livre: Forma 8">
              <a:extLst>
                <a:ext uri="{FF2B5EF4-FFF2-40B4-BE49-F238E27FC236}">
                  <a16:creationId xmlns:a16="http://schemas.microsoft.com/office/drawing/2014/main" id="{43DD7F38-D131-0688-54CD-A4DDB6A95DE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0"/>
              <a:ext cx="12192000" cy="6858000"/>
            </a:xfrm>
            <a:custGeom>
              <a:avLst/>
              <a:gdLst>
                <a:gd name="connsiteX0" fmla="*/ 2566220 w 12192000"/>
                <a:gd name="connsiteY0" fmla="*/ 2632290 h 6858000"/>
                <a:gd name="connsiteX1" fmla="*/ 2322443 w 12192000"/>
                <a:gd name="connsiteY1" fmla="*/ 2876067 h 6858000"/>
                <a:gd name="connsiteX2" fmla="*/ 2322443 w 12192000"/>
                <a:gd name="connsiteY2" fmla="*/ 3851145 h 6858000"/>
                <a:gd name="connsiteX3" fmla="*/ 2566220 w 12192000"/>
                <a:gd name="connsiteY3" fmla="*/ 4094922 h 6858000"/>
                <a:gd name="connsiteX4" fmla="*/ 9625780 w 12192000"/>
                <a:gd name="connsiteY4" fmla="*/ 4094922 h 6858000"/>
                <a:gd name="connsiteX5" fmla="*/ 9869557 w 12192000"/>
                <a:gd name="connsiteY5" fmla="*/ 3851145 h 6858000"/>
                <a:gd name="connsiteX6" fmla="*/ 9869557 w 12192000"/>
                <a:gd name="connsiteY6" fmla="*/ 2876067 h 6858000"/>
                <a:gd name="connsiteX7" fmla="*/ 9625780 w 12192000"/>
                <a:gd name="connsiteY7" fmla="*/ 2632290 h 6858000"/>
                <a:gd name="connsiteX8" fmla="*/ 0 w 12192000"/>
                <a:gd name="connsiteY8" fmla="*/ 0 h 6858000"/>
                <a:gd name="connsiteX9" fmla="*/ 12192000 w 12192000"/>
                <a:gd name="connsiteY9" fmla="*/ 0 h 6858000"/>
                <a:gd name="connsiteX10" fmla="*/ 12192000 w 12192000"/>
                <a:gd name="connsiteY10" fmla="*/ 6858000 h 6858000"/>
                <a:gd name="connsiteX11" fmla="*/ 0 w 12192000"/>
                <a:gd name="connsiteY11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192000" h="6858000">
                  <a:moveTo>
                    <a:pt x="2566220" y="2632290"/>
                  </a:moveTo>
                  <a:cubicBezTo>
                    <a:pt x="2431586" y="2632290"/>
                    <a:pt x="2322443" y="2741433"/>
                    <a:pt x="2322443" y="2876067"/>
                  </a:cubicBezTo>
                  <a:lnTo>
                    <a:pt x="2322443" y="3851145"/>
                  </a:lnTo>
                  <a:cubicBezTo>
                    <a:pt x="2322443" y="3985779"/>
                    <a:pt x="2431586" y="4094922"/>
                    <a:pt x="2566220" y="4094922"/>
                  </a:cubicBezTo>
                  <a:lnTo>
                    <a:pt x="9625780" y="4094922"/>
                  </a:lnTo>
                  <a:cubicBezTo>
                    <a:pt x="9760414" y="4094922"/>
                    <a:pt x="9869557" y="3985779"/>
                    <a:pt x="9869557" y="3851145"/>
                  </a:cubicBezTo>
                  <a:lnTo>
                    <a:pt x="9869557" y="2876067"/>
                  </a:lnTo>
                  <a:cubicBezTo>
                    <a:pt x="9869557" y="2741433"/>
                    <a:pt x="9760414" y="2632290"/>
                    <a:pt x="9625780" y="2632290"/>
                  </a:cubicBezTo>
                  <a:close/>
                  <a:moveTo>
                    <a:pt x="0" y="0"/>
                  </a:moveTo>
                  <a:lnTo>
                    <a:pt x="12192000" y="0"/>
                  </a:lnTo>
                  <a:lnTo>
                    <a:pt x="12192000" y="6858000"/>
                  </a:lnTo>
                  <a:lnTo>
                    <a:pt x="0" y="6858000"/>
                  </a:lnTo>
                  <a:close/>
                </a:path>
              </a:pathLst>
            </a:custGeom>
            <a:ln>
              <a:noFill/>
            </a:ln>
            <a:effectLst>
              <a:outerShdw blurRad="3810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0" name="CaixaDeTexto 9">
              <a:extLst>
                <a:ext uri="{FF2B5EF4-FFF2-40B4-BE49-F238E27FC236}">
                  <a16:creationId xmlns:a16="http://schemas.microsoft.com/office/drawing/2014/main" id="{4014AAB1-279C-87A1-6A54-69E5927AF183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40326" y="330615"/>
              <a:ext cx="11111348" cy="985530"/>
            </a:xfrm>
            <a:prstGeom prst="roundRect">
              <a:avLst>
                <a:gd name="adj" fmla="val 26924"/>
              </a:avLst>
            </a:prstGeom>
            <a:solidFill>
              <a:srgbClr val="FFC000"/>
            </a:solidFill>
            <a:ln w="19050">
              <a:noFill/>
            </a:ln>
            <a:effectLst>
              <a:outerShdw blurRad="635000" dist="2540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 anchorCtr="1"/>
            <a:lstStyle>
              <a:defPPr>
                <a:defRPr lang="pt-BR"/>
              </a:defPPr>
              <a:lvl1pPr algn="ctr">
                <a:defRPr b="1">
                  <a:ln w="3175">
                    <a:noFill/>
                  </a:ln>
                  <a:solidFill>
                    <a:srgbClr val="FF0000"/>
                  </a:solidFill>
                  <a:latin typeface="Arial Narrow" panose="020B0606020202030204" pitchFamily="34" charset="0"/>
                  <a:ea typeface="Open Sans Extrabold" panose="020B0906030804020204" pitchFamily="34" charset="0"/>
                  <a:cs typeface="Arial" panose="020B0604020202020204" pitchFamily="34" charset="0"/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4400" b="1" i="0" u="none" strike="noStrike" kern="1200" cap="none" spc="600" normalizeH="0" baseline="0" noProof="0">
                  <a:ln w="3175"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Open Sans Extrabold" panose="020B0906030804020204" pitchFamily="34" charset="0"/>
                  <a:cs typeface="Arial" panose="020B0604020202020204" pitchFamily="34" charset="0"/>
                </a:rPr>
                <a:t>VOCÊ ERROU!</a:t>
              </a:r>
            </a:p>
          </p:txBody>
        </p:sp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6893B8BF-F8F5-DB56-E87C-8ED5CBA7FCB6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226072" y="2180704"/>
              <a:ext cx="206883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24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Arial" panose="020B0604020202020204" pitchFamily="34" charset="0"/>
                </a:rPr>
                <a:t>Você ganhou:</a:t>
              </a:r>
            </a:p>
          </p:txBody>
        </p:sp>
        <p:sp>
          <p:nvSpPr>
            <p:cNvPr id="12" name="CaixaDeTexto 11">
              <a:extLst>
                <a:ext uri="{FF2B5EF4-FFF2-40B4-BE49-F238E27FC236}">
                  <a16:creationId xmlns:a16="http://schemas.microsoft.com/office/drawing/2014/main" id="{E77C9F72-334E-862C-ACF5-323EF2E8C72C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667254" y="2555761"/>
              <a:ext cx="64472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28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R$</a:t>
              </a:r>
            </a:p>
          </p:txBody>
        </p:sp>
        <p:sp>
          <p:nvSpPr>
            <p:cNvPr id="13" name="Elipse 12">
              <a:extLst>
                <a:ext uri="{FF2B5EF4-FFF2-40B4-BE49-F238E27FC236}">
                  <a16:creationId xmlns:a16="http://schemas.microsoft.com/office/drawing/2014/main" id="{D879FEC9-3C93-4084-1DC0-039C3A2FA1A8}"/>
                </a:ext>
              </a:extLst>
            </p:cNvPr>
            <p:cNvSpPr>
              <a:spLocks noGrp="1" noRot="1" noChangeAspect="1" noMove="1" noResize="1" noEditPoints="1" noAdjustHandles="1" noChangeArrowheads="1" noChangeShapeType="1"/>
            </p:cNvSpPr>
            <p:nvPr/>
          </p:nvSpPr>
          <p:spPr>
            <a:xfrm>
              <a:off x="3480684" y="3646074"/>
              <a:ext cx="180000" cy="180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4" name="Elipse 13">
              <a:extLst>
                <a:ext uri="{FF2B5EF4-FFF2-40B4-BE49-F238E27FC236}">
                  <a16:creationId xmlns:a16="http://schemas.microsoft.com/office/drawing/2014/main" id="{4014B435-FE21-6F3F-D0A3-96A450E125B7}"/>
                </a:ext>
              </a:extLst>
            </p:cNvPr>
            <p:cNvSpPr>
              <a:spLocks noGrp="1" noRot="1" noChangeAspect="1" noMove="1" noResize="1" noEditPoints="1" noAdjustHandles="1" noChangeArrowheads="1" noChangeShapeType="1"/>
            </p:cNvSpPr>
            <p:nvPr/>
          </p:nvSpPr>
          <p:spPr>
            <a:xfrm>
              <a:off x="6610570" y="3646074"/>
              <a:ext cx="180000" cy="180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grpSp>
        <p:nvGrpSpPr>
          <p:cNvPr id="15" name="barra de progresso">
            <a:extLst>
              <a:ext uri="{FF2B5EF4-FFF2-40B4-BE49-F238E27FC236}">
                <a16:creationId xmlns:a16="http://schemas.microsoft.com/office/drawing/2014/main" id="{D7DF4F7E-B4C8-F5D8-B5B0-9D68AE4528F9}"/>
              </a:ext>
            </a:extLst>
          </p:cNvPr>
          <p:cNvGrpSpPr/>
          <p:nvPr/>
        </p:nvGrpSpPr>
        <p:grpSpPr>
          <a:xfrm>
            <a:off x="540326" y="6168042"/>
            <a:ext cx="11111348" cy="216000"/>
            <a:chOff x="540326" y="6168042"/>
            <a:chExt cx="11111348" cy="216000"/>
          </a:xfrm>
        </p:grpSpPr>
        <p:sp useBgFill="1">
          <p:nvSpPr>
            <p:cNvPr id="16" name="Retângulo: Cantos Arredondados 15">
              <a:extLst>
                <a:ext uri="{FF2B5EF4-FFF2-40B4-BE49-F238E27FC236}">
                  <a16:creationId xmlns:a16="http://schemas.microsoft.com/office/drawing/2014/main" id="{645F6494-8FFC-74C9-3BEE-6344C16689C9}"/>
                </a:ext>
              </a:extLst>
            </p:cNvPr>
            <p:cNvSpPr/>
            <p:nvPr/>
          </p:nvSpPr>
          <p:spPr>
            <a:xfrm>
              <a:off x="540326" y="6168042"/>
              <a:ext cx="540000" cy="216000"/>
            </a:xfrm>
            <a:prstGeom prst="roundRect">
              <a:avLst>
                <a:gd name="adj" fmla="val 50000"/>
              </a:avLst>
            </a:prstGeom>
            <a:ln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17" name="Retângulo: Cantos Arredondados 16">
              <a:extLst>
                <a:ext uri="{FF2B5EF4-FFF2-40B4-BE49-F238E27FC236}">
                  <a16:creationId xmlns:a16="http://schemas.microsoft.com/office/drawing/2014/main" id="{D0360543-989E-44E5-018D-E2B5E5E7950A}"/>
                </a:ext>
              </a:extLst>
            </p:cNvPr>
            <p:cNvSpPr/>
            <p:nvPr/>
          </p:nvSpPr>
          <p:spPr>
            <a:xfrm>
              <a:off x="1245083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18" name="Retângulo: Cantos Arredondados 17">
              <a:extLst>
                <a:ext uri="{FF2B5EF4-FFF2-40B4-BE49-F238E27FC236}">
                  <a16:creationId xmlns:a16="http://schemas.microsoft.com/office/drawing/2014/main" id="{832CD0D4-B00B-66F6-AC8B-2047BB5D1C88}"/>
                </a:ext>
              </a:extLst>
            </p:cNvPr>
            <p:cNvSpPr/>
            <p:nvPr/>
          </p:nvSpPr>
          <p:spPr>
            <a:xfrm>
              <a:off x="1949840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19" name="Retângulo: Cantos Arredondados 18">
              <a:extLst>
                <a:ext uri="{FF2B5EF4-FFF2-40B4-BE49-F238E27FC236}">
                  <a16:creationId xmlns:a16="http://schemas.microsoft.com/office/drawing/2014/main" id="{09C5ED91-4829-2188-7144-57BB65B5895C}"/>
                </a:ext>
              </a:extLst>
            </p:cNvPr>
            <p:cNvSpPr/>
            <p:nvPr/>
          </p:nvSpPr>
          <p:spPr>
            <a:xfrm>
              <a:off x="2654597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20" name="Retângulo: Cantos Arredondados 19">
              <a:extLst>
                <a:ext uri="{FF2B5EF4-FFF2-40B4-BE49-F238E27FC236}">
                  <a16:creationId xmlns:a16="http://schemas.microsoft.com/office/drawing/2014/main" id="{B5F9D68A-2A87-C90C-1D98-7737129DB43B}"/>
                </a:ext>
              </a:extLst>
            </p:cNvPr>
            <p:cNvSpPr/>
            <p:nvPr/>
          </p:nvSpPr>
          <p:spPr>
            <a:xfrm>
              <a:off x="3359354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21" name="Retângulo: Cantos Arredondados 20">
              <a:extLst>
                <a:ext uri="{FF2B5EF4-FFF2-40B4-BE49-F238E27FC236}">
                  <a16:creationId xmlns:a16="http://schemas.microsoft.com/office/drawing/2014/main" id="{A3EAB60E-42B2-0210-E6AD-787A54CF5E6B}"/>
                </a:ext>
              </a:extLst>
            </p:cNvPr>
            <p:cNvSpPr/>
            <p:nvPr/>
          </p:nvSpPr>
          <p:spPr>
            <a:xfrm>
              <a:off x="4064111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22" name="Retângulo: Cantos Arredondados 21">
              <a:extLst>
                <a:ext uri="{FF2B5EF4-FFF2-40B4-BE49-F238E27FC236}">
                  <a16:creationId xmlns:a16="http://schemas.microsoft.com/office/drawing/2014/main" id="{7805FE38-3DA6-AA69-5A21-5FDF35D7E06F}"/>
                </a:ext>
              </a:extLst>
            </p:cNvPr>
            <p:cNvSpPr/>
            <p:nvPr/>
          </p:nvSpPr>
          <p:spPr>
            <a:xfrm>
              <a:off x="4768868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23" name="Retângulo: Cantos Arredondados 22">
              <a:extLst>
                <a:ext uri="{FF2B5EF4-FFF2-40B4-BE49-F238E27FC236}">
                  <a16:creationId xmlns:a16="http://schemas.microsoft.com/office/drawing/2014/main" id="{2F3233F8-5476-5095-85DB-1E53D02FFF73}"/>
                </a:ext>
              </a:extLst>
            </p:cNvPr>
            <p:cNvSpPr/>
            <p:nvPr/>
          </p:nvSpPr>
          <p:spPr>
            <a:xfrm>
              <a:off x="5473625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24" name="Retângulo: Cantos Arredondados 23">
              <a:extLst>
                <a:ext uri="{FF2B5EF4-FFF2-40B4-BE49-F238E27FC236}">
                  <a16:creationId xmlns:a16="http://schemas.microsoft.com/office/drawing/2014/main" id="{BE1456AE-ED2B-72A9-D02A-1CD0F978D85D}"/>
                </a:ext>
              </a:extLst>
            </p:cNvPr>
            <p:cNvSpPr/>
            <p:nvPr/>
          </p:nvSpPr>
          <p:spPr>
            <a:xfrm>
              <a:off x="6178382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25" name="Retângulo: Cantos Arredondados 24">
              <a:extLst>
                <a:ext uri="{FF2B5EF4-FFF2-40B4-BE49-F238E27FC236}">
                  <a16:creationId xmlns:a16="http://schemas.microsoft.com/office/drawing/2014/main" id="{4755B973-D05B-1281-55E7-74B61C8A4505}"/>
                </a:ext>
              </a:extLst>
            </p:cNvPr>
            <p:cNvSpPr/>
            <p:nvPr/>
          </p:nvSpPr>
          <p:spPr>
            <a:xfrm>
              <a:off x="6883139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26" name="Retângulo: Cantos Arredondados 25">
              <a:extLst>
                <a:ext uri="{FF2B5EF4-FFF2-40B4-BE49-F238E27FC236}">
                  <a16:creationId xmlns:a16="http://schemas.microsoft.com/office/drawing/2014/main" id="{23BB2712-A117-128D-132B-22540621C404}"/>
                </a:ext>
              </a:extLst>
            </p:cNvPr>
            <p:cNvSpPr/>
            <p:nvPr/>
          </p:nvSpPr>
          <p:spPr>
            <a:xfrm>
              <a:off x="7587896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27" name="Retângulo: Cantos Arredondados 26">
              <a:extLst>
                <a:ext uri="{FF2B5EF4-FFF2-40B4-BE49-F238E27FC236}">
                  <a16:creationId xmlns:a16="http://schemas.microsoft.com/office/drawing/2014/main" id="{1F3E133E-5E8D-EA78-A60D-62DE8FA3C825}"/>
                </a:ext>
              </a:extLst>
            </p:cNvPr>
            <p:cNvSpPr/>
            <p:nvPr/>
          </p:nvSpPr>
          <p:spPr>
            <a:xfrm>
              <a:off x="8292653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28" name="Retângulo: Cantos Arredondados 27">
              <a:extLst>
                <a:ext uri="{FF2B5EF4-FFF2-40B4-BE49-F238E27FC236}">
                  <a16:creationId xmlns:a16="http://schemas.microsoft.com/office/drawing/2014/main" id="{52F08055-4C07-9D7D-B51F-6C5520201AFF}"/>
                </a:ext>
              </a:extLst>
            </p:cNvPr>
            <p:cNvSpPr/>
            <p:nvPr/>
          </p:nvSpPr>
          <p:spPr>
            <a:xfrm>
              <a:off x="8997410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29" name="Retângulo: Cantos Arredondados 28">
              <a:extLst>
                <a:ext uri="{FF2B5EF4-FFF2-40B4-BE49-F238E27FC236}">
                  <a16:creationId xmlns:a16="http://schemas.microsoft.com/office/drawing/2014/main" id="{915F56B7-CB97-B128-3798-360BFADDFBFE}"/>
                </a:ext>
              </a:extLst>
            </p:cNvPr>
            <p:cNvSpPr/>
            <p:nvPr/>
          </p:nvSpPr>
          <p:spPr>
            <a:xfrm>
              <a:off x="9702167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30" name="Retângulo: Cantos Arredondados 29">
              <a:extLst>
                <a:ext uri="{FF2B5EF4-FFF2-40B4-BE49-F238E27FC236}">
                  <a16:creationId xmlns:a16="http://schemas.microsoft.com/office/drawing/2014/main" id="{6422418E-AA0B-8E26-FC84-D410772659AF}"/>
                </a:ext>
              </a:extLst>
            </p:cNvPr>
            <p:cNvSpPr/>
            <p:nvPr/>
          </p:nvSpPr>
          <p:spPr>
            <a:xfrm>
              <a:off x="10406924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31" name="Retângulo: Cantos Arredondados 30">
              <a:extLst>
                <a:ext uri="{FF2B5EF4-FFF2-40B4-BE49-F238E27FC236}">
                  <a16:creationId xmlns:a16="http://schemas.microsoft.com/office/drawing/2014/main" id="{E640292C-BE19-1E3C-A127-339B803D0EC0}"/>
                </a:ext>
              </a:extLst>
            </p:cNvPr>
            <p:cNvSpPr/>
            <p:nvPr/>
          </p:nvSpPr>
          <p:spPr>
            <a:xfrm>
              <a:off x="11111674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pic>
        <p:nvPicPr>
          <p:cNvPr id="32" name="emoji">
            <a:extLst>
              <a:ext uri="{FF2B5EF4-FFF2-40B4-BE49-F238E27FC236}">
                <a16:creationId xmlns:a16="http://schemas.microsoft.com/office/drawing/2014/main" id="{D5E21F0E-C48A-B95C-AD66-20556A0DDDF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343083" y="1938181"/>
            <a:ext cx="1085856" cy="1085856"/>
          </a:xfrm>
          <a:prstGeom prst="rect">
            <a:avLst/>
          </a:prstGeom>
          <a:effectLst>
            <a:outerShdw blurRad="635000" dist="190500" dir="2700000" algn="tl" rotWithShape="0">
              <a:prstClr val="black">
                <a:alpha val="60000"/>
              </a:prstClr>
            </a:outerShdw>
          </a:effectLst>
        </p:spPr>
      </p:pic>
      <p:pic>
        <p:nvPicPr>
          <p:cNvPr id="37" name="que pena, vc errou">
            <a:hlinkClick r:id="" action="ppaction://media"/>
            <a:extLst>
              <a:ext uri="{FF2B5EF4-FFF2-40B4-BE49-F238E27FC236}">
                <a16:creationId xmlns:a16="http://schemas.microsoft.com/office/drawing/2014/main" id="{E7877330-4976-EF07-7A6B-DC501CA5A40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-772973" y="206871"/>
            <a:ext cx="509587" cy="509587"/>
          </a:xfrm>
          <a:prstGeom prst="rect">
            <a:avLst/>
          </a:prstGeom>
        </p:spPr>
      </p:pic>
      <p:sp>
        <p:nvSpPr>
          <p:cNvPr id="33" name="Botaão Próxima">
            <a:hlinkClick r:id="rId7" action="ppaction://hlinksldjump"/>
            <a:extLst>
              <a:ext uri="{FF2B5EF4-FFF2-40B4-BE49-F238E27FC236}">
                <a16:creationId xmlns:a16="http://schemas.microsoft.com/office/drawing/2014/main" id="{53474A7E-3077-C8C5-1005-C2DA17EEE819}"/>
              </a:ext>
            </a:extLst>
          </p:cNvPr>
          <p:cNvSpPr/>
          <p:nvPr/>
        </p:nvSpPr>
        <p:spPr>
          <a:xfrm>
            <a:off x="9142497" y="5271949"/>
            <a:ext cx="2330219" cy="540000"/>
          </a:xfrm>
          <a:prstGeom prst="roundRect">
            <a:avLst/>
          </a:prstGeom>
          <a:gradFill flip="none" rotWithShape="1">
            <a:gsLst>
              <a:gs pos="0">
                <a:schemeClr val="accent6"/>
              </a:gs>
              <a:gs pos="59000">
                <a:schemeClr val="accent6">
                  <a:lumMod val="75000"/>
                </a:schemeClr>
              </a:gs>
              <a:gs pos="100000">
                <a:schemeClr val="accent6">
                  <a:lumMod val="50000"/>
                </a:schemeClr>
              </a:gs>
            </a:gsLst>
            <a:lin ang="19200000" scaled="0"/>
            <a:tileRect/>
          </a:gradFill>
          <a:ln w="19050">
            <a:solidFill>
              <a:schemeClr val="bg1"/>
            </a:solidFill>
          </a:ln>
          <a:effectLst>
            <a:outerShdw blurRad="381000" dist="1270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rIns="108000" rtlCol="0" anchor="ctr"/>
          <a:lstStyle/>
          <a:p>
            <a:pPr algn="ctr"/>
            <a:r>
              <a:rPr lang="pt-BR" sz="1400" b="1" dirty="0">
                <a:ln w="3175">
                  <a:noFill/>
                </a:ln>
                <a:effectLst>
                  <a:outerShdw blurRad="1270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Arial" panose="020B0604020202020204" pitchFamily="34" charset="0"/>
                <a:ea typeface="Open Sans Extrabold" panose="020B0906030804020204" pitchFamily="34" charset="0"/>
                <a:cs typeface="Arial" panose="020B0604020202020204" pitchFamily="34" charset="0"/>
              </a:rPr>
              <a:t>Voltar</a:t>
            </a:r>
          </a:p>
        </p:txBody>
      </p:sp>
    </p:spTree>
    <p:extLst>
      <p:ext uri="{BB962C8B-B14F-4D97-AF65-F5344CB8AC3E}">
        <p14:creationId xmlns:p14="http://schemas.microsoft.com/office/powerpoint/2010/main" val="34620778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2040" fill="hold"/>
                                            <p:tgtEl>
                                              <p:spTgt spid="37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  <p:par>
                                    <p:cTn id="7" presetID="2" presetClass="entr" presetSubtype="4" fill="hold" grpId="0" nodeType="with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9" dur="20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10" dur="20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1" presetID="2" presetClass="entr" presetSubtype="1" fill="hold" grpId="0" nodeType="with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13" dur="20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14" dur="20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5" presetID="2" presetClass="entr" presetSubtype="4" fill="hold" grpId="0" nodeType="with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17" dur="20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18" dur="20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9" presetID="2" presetClass="entr" presetSubtype="1" fill="hold" grpId="0" nodeType="with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21" dur="20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22" dur="20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3" presetID="2" presetClass="entr" presetSubtype="4" fill="hold" grpId="0" nodeType="with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25" dur="20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26" dur="20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7" presetID="2" presetClass="entr" presetSubtype="1" fill="hold" grpId="0" nodeType="with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29" dur="20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30" dur="20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1" presetID="2" presetClass="entr" presetSubtype="4" fill="hold" grpId="0" nodeType="with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33" dur="20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34" dur="20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5" presetID="23" presetClass="entr" presetSubtype="32" fill="hold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7" dur="5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4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8" dur="5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4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9" presetID="22" presetClass="entr" presetSubtype="8" fill="hold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4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41" dur="1000"/>
                                            <p:tgtEl>
                                              <p:spTgt spid="1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2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43" dur="indefinite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44" dur="indefinite"/>
                                            <p:tgtEl>
                                              <p:spTgt spid="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5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46" dur="indefinite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47" dur="indefinite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8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49" dur="indefinite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50" dur="indefinite"/>
                                            <p:tgtEl>
                                              <p:spTgt spid="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1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52" dur="indefinite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53" dur="indefinite"/>
                                            <p:tgtEl>
                                              <p:spTgt spid="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4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55" dur="indefinite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56" dur="indefinite"/>
                                            <p:tgtEl>
                                              <p:spTgt spid="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7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58" dur="indefinite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59" dur="indefinite"/>
                                            <p:tgtEl>
                                              <p:spTgt spid="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0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61" dur="indefinite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62" dur="indefinite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63" fill="hold">
                                <p:stCondLst>
                                  <p:cond delay="2040"/>
                                </p:stCondLst>
                                <p:childTnLst>
                                  <p:par>
                                    <p:cTn id="64" presetID="5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66" dur="5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7" dur="5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68" dur="500"/>
                                            <p:tgtEl>
                                              <p:spTgt spid="3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9" presetID="42" presetClass="path" presetSubtype="0" accel="50000" decel="5000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2.70833E-6 -1.85185E-6 L -2.70833E-6 0.3206 " pathEditMode="relative" rAng="0" ptsTypes="AA">
                                          <p:cBhvr>
                                            <p:cTn id="70" dur="500" spd="-1000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16019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71" fill="hold">
                                <p:stCondLst>
                                  <p:cond delay="2540"/>
                                </p:stCondLst>
                                <p:childTnLst>
                                  <p:par>
                                    <p:cTn id="72" presetID="6" presetClass="emph" presetSubtype="0" repeatCount="indefinite" autoRev="1" fill="hold" grpId="2" nodeType="afterEffect">
                                      <p:stCondLst>
                                        <p:cond delay="0"/>
                                      </p:stCondLst>
                                      <p:endCondLst>
                                        <p:cond evt="onNext" delay="0">
                                          <p:tgtEl>
                                            <p:sldTgt/>
                                          </p:tgtEl>
                                        </p:cond>
                                      </p:endCondLst>
                                      <p:childTnLst>
                                        <p:animScale>
                                          <p:cBhvr>
                                            <p:cTn id="73" dur="500" fill="hold"/>
                                            <p:tgtEl>
                                              <p:spTgt spid="33"/>
                                            </p:tgtEl>
                                          </p:cBhvr>
                                          <p:by x="90000" y="90000"/>
                                        </p:animScale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>
                    <p:cTn id="74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37"/>
                    </p:tgtEl>
                  </p:cMediaNode>
                </p:audio>
              </p:childTnLst>
            </p:cTn>
          </p:par>
        </p:tnLst>
        <p:bldLst>
          <p:bldP spid="2" grpId="0"/>
          <p:bldP spid="2" grpId="1"/>
          <p:bldP spid="8" grpId="0"/>
          <p:bldP spid="8" grpId="1"/>
          <p:bldP spid="7" grpId="0"/>
          <p:bldP spid="7" grpId="1"/>
          <p:bldP spid="6" grpId="0"/>
          <p:bldP spid="6" grpId="1"/>
          <p:bldP spid="5" grpId="0"/>
          <p:bldP spid="5" grpId="1"/>
          <p:bldP spid="4" grpId="0"/>
          <p:bldP spid="4" grpId="1"/>
          <p:bldP spid="3" grpId="0"/>
          <p:bldP spid="3" grpId="1"/>
          <p:bldP spid="33" grpId="0" animBg="1"/>
          <p:bldP spid="33" grpId="1" animBg="1"/>
          <p:bldP spid="33" grpId="2" animBg="1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2040" fill="hold"/>
                                            <p:tgtEl>
                                              <p:spTgt spid="37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  <p:par>
                                    <p:cTn id="7" presetID="2" presetClass="entr" presetSubtype="4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9" dur="20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0" dur="20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1" presetID="2" presetClass="entr" presetSubtype="1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3" dur="20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4" dur="20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5" presetID="2" presetClass="entr" presetSubtype="4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7" dur="20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8" dur="20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9" presetID="2" presetClass="entr" presetSubtype="1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1" dur="20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2" dur="20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3" presetID="2" presetClass="entr" presetSubtype="4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5" dur="20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6" dur="20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7" presetID="2" presetClass="entr" presetSubtype="1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9" dur="20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0" dur="20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1" presetID="2" presetClass="entr" presetSubtype="4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3" dur="20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4" dur="20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5" presetID="23" presetClass="entr" presetSubtype="32" fill="hold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7" dur="5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4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8" dur="5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4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9" presetID="22" presetClass="entr" presetSubtype="8" fill="hold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4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41" dur="1000"/>
                                            <p:tgtEl>
                                              <p:spTgt spid="1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2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43" dur="indefinite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44" dur="indefinite"/>
                                            <p:tgtEl>
                                              <p:spTgt spid="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5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46" dur="indefinite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47" dur="indefinite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8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49" dur="indefinite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50" dur="indefinite"/>
                                            <p:tgtEl>
                                              <p:spTgt spid="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1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52" dur="indefinite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53" dur="indefinite"/>
                                            <p:tgtEl>
                                              <p:spTgt spid="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4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55" dur="indefinite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56" dur="indefinite"/>
                                            <p:tgtEl>
                                              <p:spTgt spid="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7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58" dur="indefinite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59" dur="indefinite"/>
                                            <p:tgtEl>
                                              <p:spTgt spid="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0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61" dur="indefinite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62" dur="indefinite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63" fill="hold">
                                <p:stCondLst>
                                  <p:cond delay="2040"/>
                                </p:stCondLst>
                                <p:childTnLst>
                                  <p:par>
                                    <p:cTn id="64" presetID="5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66" dur="5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7" dur="5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68" dur="500"/>
                                            <p:tgtEl>
                                              <p:spTgt spid="3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9" presetID="42" presetClass="path" presetSubtype="0" accel="50000" decel="5000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2.70833E-6 -1.85185E-6 L -2.70833E-6 0.3206 " pathEditMode="relative" rAng="0" ptsTypes="AA">
                                          <p:cBhvr>
                                            <p:cTn id="70" dur="500" spd="-1000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16019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71" fill="hold">
                                <p:stCondLst>
                                  <p:cond delay="2540"/>
                                </p:stCondLst>
                                <p:childTnLst>
                                  <p:par>
                                    <p:cTn id="72" presetID="6" presetClass="emph" presetSubtype="0" repeatCount="indefinite" autoRev="1" fill="hold" grpId="2" nodeType="afterEffect">
                                      <p:stCondLst>
                                        <p:cond delay="0"/>
                                      </p:stCondLst>
                                      <p:endCondLst>
                                        <p:cond evt="onNext" delay="0">
                                          <p:tgtEl>
                                            <p:sldTgt/>
                                          </p:tgtEl>
                                        </p:cond>
                                      </p:endCondLst>
                                      <p:childTnLst>
                                        <p:animScale>
                                          <p:cBhvr>
                                            <p:cTn id="73" dur="500" fill="hold"/>
                                            <p:tgtEl>
                                              <p:spTgt spid="33"/>
                                            </p:tgtEl>
                                          </p:cBhvr>
                                          <p:by x="90000" y="90000"/>
                                        </p:animScale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>
                    <p:cTn id="74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37"/>
                    </p:tgtEl>
                  </p:cMediaNode>
                </p:audio>
              </p:childTnLst>
            </p:cTn>
          </p:par>
        </p:tnLst>
        <p:bldLst>
          <p:bldP spid="2" grpId="0"/>
          <p:bldP spid="2" grpId="1"/>
          <p:bldP spid="8" grpId="0"/>
          <p:bldP spid="8" grpId="1"/>
          <p:bldP spid="7" grpId="0"/>
          <p:bldP spid="7" grpId="1"/>
          <p:bldP spid="6" grpId="0"/>
          <p:bldP spid="6" grpId="1"/>
          <p:bldP spid="5" grpId="0"/>
          <p:bldP spid="5" grpId="1"/>
          <p:bldP spid="4" grpId="0"/>
          <p:bldP spid="4" grpId="1"/>
          <p:bldP spid="3" grpId="0"/>
          <p:bldP spid="3" grpId="1"/>
          <p:bldP spid="33" grpId="0" animBg="1"/>
          <p:bldP spid="33" grpId="1" animBg="1"/>
          <p:bldP spid="33" grpId="2" animBg="1"/>
        </p:bldLst>
      </p:timing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C00000"/>
            </a:gs>
            <a:gs pos="100000">
              <a:schemeClr val="tx1">
                <a:lumMod val="85000"/>
                <a:lumOff val="15000"/>
              </a:schemeClr>
            </a:gs>
          </a:gsLst>
          <a:lin ang="81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7">
            <a:extLst>
              <a:ext uri="{FF2B5EF4-FFF2-40B4-BE49-F238E27FC236}">
                <a16:creationId xmlns:a16="http://schemas.microsoft.com/office/drawing/2014/main" id="{AF47984B-59F1-7176-A115-158B29114E0E}"/>
              </a:ext>
            </a:extLst>
          </p:cNvPr>
          <p:cNvSpPr txBox="1"/>
          <p:nvPr/>
        </p:nvSpPr>
        <p:spPr>
          <a:xfrm>
            <a:off x="8746332" y="-11965950"/>
            <a:ext cx="1005403" cy="16342935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9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8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7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5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4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3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2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1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</p:txBody>
      </p:sp>
      <p:sp>
        <p:nvSpPr>
          <p:cNvPr id="8" name="N6">
            <a:extLst>
              <a:ext uri="{FF2B5EF4-FFF2-40B4-BE49-F238E27FC236}">
                <a16:creationId xmlns:a16="http://schemas.microsoft.com/office/drawing/2014/main" id="{FE3BD9AB-7F50-A4B5-5F53-70354EF481F4}"/>
              </a:ext>
            </a:extLst>
          </p:cNvPr>
          <p:cNvSpPr txBox="1"/>
          <p:nvPr/>
        </p:nvSpPr>
        <p:spPr>
          <a:xfrm>
            <a:off x="7805114" y="2671817"/>
            <a:ext cx="1005403" cy="16342935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9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8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7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5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4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3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2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1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</p:txBody>
      </p:sp>
      <p:sp>
        <p:nvSpPr>
          <p:cNvPr id="7" name="N5">
            <a:extLst>
              <a:ext uri="{FF2B5EF4-FFF2-40B4-BE49-F238E27FC236}">
                <a16:creationId xmlns:a16="http://schemas.microsoft.com/office/drawing/2014/main" id="{D60E20A6-40DE-61FF-BC52-780641776D60}"/>
              </a:ext>
            </a:extLst>
          </p:cNvPr>
          <p:cNvSpPr txBox="1"/>
          <p:nvPr/>
        </p:nvSpPr>
        <p:spPr>
          <a:xfrm>
            <a:off x="6863896" y="-11965950"/>
            <a:ext cx="1005403" cy="16342935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9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8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7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5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4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3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2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1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</p:txBody>
      </p:sp>
      <p:sp>
        <p:nvSpPr>
          <p:cNvPr id="6" name="N4">
            <a:extLst>
              <a:ext uri="{FF2B5EF4-FFF2-40B4-BE49-F238E27FC236}">
                <a16:creationId xmlns:a16="http://schemas.microsoft.com/office/drawing/2014/main" id="{B55EA620-A448-2ACD-AF8D-A6933BC4F87F}"/>
              </a:ext>
            </a:extLst>
          </p:cNvPr>
          <p:cNvSpPr txBox="1"/>
          <p:nvPr/>
        </p:nvSpPr>
        <p:spPr>
          <a:xfrm>
            <a:off x="5546009" y="2671817"/>
            <a:ext cx="1005403" cy="16342935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9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8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7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5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4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3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2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1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</p:txBody>
      </p:sp>
      <p:sp>
        <p:nvSpPr>
          <p:cNvPr id="5" name="N3">
            <a:extLst>
              <a:ext uri="{FF2B5EF4-FFF2-40B4-BE49-F238E27FC236}">
                <a16:creationId xmlns:a16="http://schemas.microsoft.com/office/drawing/2014/main" id="{EAC23BB9-25AA-23D1-BBA8-4E96A8121B22}"/>
              </a:ext>
            </a:extLst>
          </p:cNvPr>
          <p:cNvSpPr txBox="1"/>
          <p:nvPr/>
        </p:nvSpPr>
        <p:spPr>
          <a:xfrm>
            <a:off x="4604791" y="-11965950"/>
            <a:ext cx="1005403" cy="16342935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9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8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7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5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4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3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2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1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</p:txBody>
      </p:sp>
      <p:sp>
        <p:nvSpPr>
          <p:cNvPr id="4" name="N2">
            <a:extLst>
              <a:ext uri="{FF2B5EF4-FFF2-40B4-BE49-F238E27FC236}">
                <a16:creationId xmlns:a16="http://schemas.microsoft.com/office/drawing/2014/main" id="{95EF8A55-2A5D-C739-62DE-9F54AB9D7812}"/>
              </a:ext>
            </a:extLst>
          </p:cNvPr>
          <p:cNvSpPr txBox="1"/>
          <p:nvPr/>
        </p:nvSpPr>
        <p:spPr>
          <a:xfrm>
            <a:off x="3663573" y="2671817"/>
            <a:ext cx="1005403" cy="16342935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9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8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7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5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4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3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2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1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</p:txBody>
      </p:sp>
      <p:sp>
        <p:nvSpPr>
          <p:cNvPr id="3" name="N1">
            <a:extLst>
              <a:ext uri="{FF2B5EF4-FFF2-40B4-BE49-F238E27FC236}">
                <a16:creationId xmlns:a16="http://schemas.microsoft.com/office/drawing/2014/main" id="{321860B9-DC15-351B-F334-054EAF2E4D85}"/>
              </a:ext>
            </a:extLst>
          </p:cNvPr>
          <p:cNvSpPr txBox="1"/>
          <p:nvPr/>
        </p:nvSpPr>
        <p:spPr>
          <a:xfrm>
            <a:off x="2446833" y="-11965950"/>
            <a:ext cx="1005403" cy="16342935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9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8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7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5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4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3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2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1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</p:txBody>
      </p:sp>
      <p:grpSp>
        <p:nvGrpSpPr>
          <p:cNvPr id="34" name="!!mascara">
            <a:extLst>
              <a:ext uri="{FF2B5EF4-FFF2-40B4-BE49-F238E27FC236}">
                <a16:creationId xmlns:a16="http://schemas.microsoft.com/office/drawing/2014/main" id="{C287DD8F-17E0-D7CA-89A4-3F01919A018C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 useBgFill="1">
          <p:nvSpPr>
            <p:cNvPr id="9" name="Forma Livre: Forma 8">
              <a:extLst>
                <a:ext uri="{FF2B5EF4-FFF2-40B4-BE49-F238E27FC236}">
                  <a16:creationId xmlns:a16="http://schemas.microsoft.com/office/drawing/2014/main" id="{43DD7F38-D131-0688-54CD-A4DDB6A95DE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0"/>
              <a:ext cx="12192000" cy="6858000"/>
            </a:xfrm>
            <a:custGeom>
              <a:avLst/>
              <a:gdLst>
                <a:gd name="connsiteX0" fmla="*/ 2566220 w 12192000"/>
                <a:gd name="connsiteY0" fmla="*/ 2632290 h 6858000"/>
                <a:gd name="connsiteX1" fmla="*/ 2322443 w 12192000"/>
                <a:gd name="connsiteY1" fmla="*/ 2876067 h 6858000"/>
                <a:gd name="connsiteX2" fmla="*/ 2322443 w 12192000"/>
                <a:gd name="connsiteY2" fmla="*/ 3851145 h 6858000"/>
                <a:gd name="connsiteX3" fmla="*/ 2566220 w 12192000"/>
                <a:gd name="connsiteY3" fmla="*/ 4094922 h 6858000"/>
                <a:gd name="connsiteX4" fmla="*/ 9625780 w 12192000"/>
                <a:gd name="connsiteY4" fmla="*/ 4094922 h 6858000"/>
                <a:gd name="connsiteX5" fmla="*/ 9869557 w 12192000"/>
                <a:gd name="connsiteY5" fmla="*/ 3851145 h 6858000"/>
                <a:gd name="connsiteX6" fmla="*/ 9869557 w 12192000"/>
                <a:gd name="connsiteY6" fmla="*/ 2876067 h 6858000"/>
                <a:gd name="connsiteX7" fmla="*/ 9625780 w 12192000"/>
                <a:gd name="connsiteY7" fmla="*/ 2632290 h 6858000"/>
                <a:gd name="connsiteX8" fmla="*/ 0 w 12192000"/>
                <a:gd name="connsiteY8" fmla="*/ 0 h 6858000"/>
                <a:gd name="connsiteX9" fmla="*/ 12192000 w 12192000"/>
                <a:gd name="connsiteY9" fmla="*/ 0 h 6858000"/>
                <a:gd name="connsiteX10" fmla="*/ 12192000 w 12192000"/>
                <a:gd name="connsiteY10" fmla="*/ 6858000 h 6858000"/>
                <a:gd name="connsiteX11" fmla="*/ 0 w 12192000"/>
                <a:gd name="connsiteY11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192000" h="6858000">
                  <a:moveTo>
                    <a:pt x="2566220" y="2632290"/>
                  </a:moveTo>
                  <a:cubicBezTo>
                    <a:pt x="2431586" y="2632290"/>
                    <a:pt x="2322443" y="2741433"/>
                    <a:pt x="2322443" y="2876067"/>
                  </a:cubicBezTo>
                  <a:lnTo>
                    <a:pt x="2322443" y="3851145"/>
                  </a:lnTo>
                  <a:cubicBezTo>
                    <a:pt x="2322443" y="3985779"/>
                    <a:pt x="2431586" y="4094922"/>
                    <a:pt x="2566220" y="4094922"/>
                  </a:cubicBezTo>
                  <a:lnTo>
                    <a:pt x="9625780" y="4094922"/>
                  </a:lnTo>
                  <a:cubicBezTo>
                    <a:pt x="9760414" y="4094922"/>
                    <a:pt x="9869557" y="3985779"/>
                    <a:pt x="9869557" y="3851145"/>
                  </a:cubicBezTo>
                  <a:lnTo>
                    <a:pt x="9869557" y="2876067"/>
                  </a:lnTo>
                  <a:cubicBezTo>
                    <a:pt x="9869557" y="2741433"/>
                    <a:pt x="9760414" y="2632290"/>
                    <a:pt x="9625780" y="2632290"/>
                  </a:cubicBezTo>
                  <a:close/>
                  <a:moveTo>
                    <a:pt x="0" y="0"/>
                  </a:moveTo>
                  <a:lnTo>
                    <a:pt x="12192000" y="0"/>
                  </a:lnTo>
                  <a:lnTo>
                    <a:pt x="12192000" y="6858000"/>
                  </a:lnTo>
                  <a:lnTo>
                    <a:pt x="0" y="6858000"/>
                  </a:lnTo>
                  <a:close/>
                </a:path>
              </a:pathLst>
            </a:custGeom>
            <a:ln>
              <a:noFill/>
            </a:ln>
            <a:effectLst>
              <a:outerShdw blurRad="3810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0" name="CaixaDeTexto 9">
              <a:extLst>
                <a:ext uri="{FF2B5EF4-FFF2-40B4-BE49-F238E27FC236}">
                  <a16:creationId xmlns:a16="http://schemas.microsoft.com/office/drawing/2014/main" id="{4014AAB1-279C-87A1-6A54-69E5927AF183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40326" y="330615"/>
              <a:ext cx="11111348" cy="985530"/>
            </a:xfrm>
            <a:prstGeom prst="roundRect">
              <a:avLst>
                <a:gd name="adj" fmla="val 26924"/>
              </a:avLst>
            </a:prstGeom>
            <a:solidFill>
              <a:srgbClr val="FFC000"/>
            </a:solidFill>
            <a:ln w="19050">
              <a:noFill/>
            </a:ln>
            <a:effectLst>
              <a:outerShdw blurRad="635000" dist="2540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 anchorCtr="1"/>
            <a:lstStyle>
              <a:defPPr>
                <a:defRPr lang="pt-BR"/>
              </a:defPPr>
              <a:lvl1pPr algn="ctr">
                <a:defRPr b="1">
                  <a:ln w="3175">
                    <a:noFill/>
                  </a:ln>
                  <a:solidFill>
                    <a:srgbClr val="FF0000"/>
                  </a:solidFill>
                  <a:latin typeface="Arial Narrow" panose="020B0606020202030204" pitchFamily="34" charset="0"/>
                  <a:ea typeface="Open Sans Extrabold" panose="020B0906030804020204" pitchFamily="34" charset="0"/>
                  <a:cs typeface="Arial" panose="020B0604020202020204" pitchFamily="34" charset="0"/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4400" b="1" i="0" u="none" strike="noStrike" kern="1200" cap="none" spc="600" normalizeH="0" baseline="0" noProof="0">
                  <a:ln w="3175"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Open Sans Extrabold" panose="020B0906030804020204" pitchFamily="34" charset="0"/>
                  <a:cs typeface="Arial" panose="020B0604020202020204" pitchFamily="34" charset="0"/>
                </a:rPr>
                <a:t>VOCÊ ERROU!</a:t>
              </a:r>
            </a:p>
          </p:txBody>
        </p:sp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6893B8BF-F8F5-DB56-E87C-8ED5CBA7FCB6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226072" y="2180704"/>
              <a:ext cx="206883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24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Arial" panose="020B0604020202020204" pitchFamily="34" charset="0"/>
                </a:rPr>
                <a:t>Você ganhou:</a:t>
              </a:r>
            </a:p>
          </p:txBody>
        </p:sp>
        <p:sp>
          <p:nvSpPr>
            <p:cNvPr id="12" name="CaixaDeTexto 11">
              <a:extLst>
                <a:ext uri="{FF2B5EF4-FFF2-40B4-BE49-F238E27FC236}">
                  <a16:creationId xmlns:a16="http://schemas.microsoft.com/office/drawing/2014/main" id="{E77C9F72-334E-862C-ACF5-323EF2E8C72C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667254" y="2555761"/>
              <a:ext cx="64472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28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R$</a:t>
              </a:r>
            </a:p>
          </p:txBody>
        </p:sp>
        <p:sp>
          <p:nvSpPr>
            <p:cNvPr id="13" name="Elipse 12">
              <a:extLst>
                <a:ext uri="{FF2B5EF4-FFF2-40B4-BE49-F238E27FC236}">
                  <a16:creationId xmlns:a16="http://schemas.microsoft.com/office/drawing/2014/main" id="{D879FEC9-3C93-4084-1DC0-039C3A2FA1A8}"/>
                </a:ext>
              </a:extLst>
            </p:cNvPr>
            <p:cNvSpPr>
              <a:spLocks noGrp="1" noRot="1" noChangeAspect="1" noMove="1" noResize="1" noEditPoints="1" noAdjustHandles="1" noChangeArrowheads="1" noChangeShapeType="1"/>
            </p:cNvSpPr>
            <p:nvPr/>
          </p:nvSpPr>
          <p:spPr>
            <a:xfrm>
              <a:off x="3480684" y="3646074"/>
              <a:ext cx="180000" cy="180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4" name="Elipse 13">
              <a:extLst>
                <a:ext uri="{FF2B5EF4-FFF2-40B4-BE49-F238E27FC236}">
                  <a16:creationId xmlns:a16="http://schemas.microsoft.com/office/drawing/2014/main" id="{4014B435-FE21-6F3F-D0A3-96A450E125B7}"/>
                </a:ext>
              </a:extLst>
            </p:cNvPr>
            <p:cNvSpPr>
              <a:spLocks noGrp="1" noRot="1" noChangeAspect="1" noMove="1" noResize="1" noEditPoints="1" noAdjustHandles="1" noChangeArrowheads="1" noChangeShapeType="1"/>
            </p:cNvSpPr>
            <p:nvPr/>
          </p:nvSpPr>
          <p:spPr>
            <a:xfrm>
              <a:off x="6610570" y="3646074"/>
              <a:ext cx="180000" cy="180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grpSp>
        <p:nvGrpSpPr>
          <p:cNvPr id="15" name="barra de progresso">
            <a:extLst>
              <a:ext uri="{FF2B5EF4-FFF2-40B4-BE49-F238E27FC236}">
                <a16:creationId xmlns:a16="http://schemas.microsoft.com/office/drawing/2014/main" id="{D7DF4F7E-B4C8-F5D8-B5B0-9D68AE4528F9}"/>
              </a:ext>
            </a:extLst>
          </p:cNvPr>
          <p:cNvGrpSpPr/>
          <p:nvPr/>
        </p:nvGrpSpPr>
        <p:grpSpPr>
          <a:xfrm>
            <a:off x="540326" y="6168042"/>
            <a:ext cx="11111348" cy="216000"/>
            <a:chOff x="540326" y="6168042"/>
            <a:chExt cx="11111348" cy="216000"/>
          </a:xfrm>
        </p:grpSpPr>
        <p:sp useBgFill="1">
          <p:nvSpPr>
            <p:cNvPr id="16" name="Retângulo: Cantos Arredondados 15">
              <a:extLst>
                <a:ext uri="{FF2B5EF4-FFF2-40B4-BE49-F238E27FC236}">
                  <a16:creationId xmlns:a16="http://schemas.microsoft.com/office/drawing/2014/main" id="{645F6494-8FFC-74C9-3BEE-6344C16689C9}"/>
                </a:ext>
              </a:extLst>
            </p:cNvPr>
            <p:cNvSpPr/>
            <p:nvPr/>
          </p:nvSpPr>
          <p:spPr>
            <a:xfrm>
              <a:off x="540326" y="6168042"/>
              <a:ext cx="540000" cy="216000"/>
            </a:xfrm>
            <a:prstGeom prst="roundRect">
              <a:avLst>
                <a:gd name="adj" fmla="val 50000"/>
              </a:avLst>
            </a:prstGeom>
            <a:ln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17" name="Retângulo: Cantos Arredondados 16">
              <a:extLst>
                <a:ext uri="{FF2B5EF4-FFF2-40B4-BE49-F238E27FC236}">
                  <a16:creationId xmlns:a16="http://schemas.microsoft.com/office/drawing/2014/main" id="{D0360543-989E-44E5-018D-E2B5E5E7950A}"/>
                </a:ext>
              </a:extLst>
            </p:cNvPr>
            <p:cNvSpPr/>
            <p:nvPr/>
          </p:nvSpPr>
          <p:spPr>
            <a:xfrm>
              <a:off x="1245083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18" name="Retângulo: Cantos Arredondados 17">
              <a:extLst>
                <a:ext uri="{FF2B5EF4-FFF2-40B4-BE49-F238E27FC236}">
                  <a16:creationId xmlns:a16="http://schemas.microsoft.com/office/drawing/2014/main" id="{832CD0D4-B00B-66F6-AC8B-2047BB5D1C88}"/>
                </a:ext>
              </a:extLst>
            </p:cNvPr>
            <p:cNvSpPr/>
            <p:nvPr/>
          </p:nvSpPr>
          <p:spPr>
            <a:xfrm>
              <a:off x="1949840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19" name="Retângulo: Cantos Arredondados 18">
              <a:extLst>
                <a:ext uri="{FF2B5EF4-FFF2-40B4-BE49-F238E27FC236}">
                  <a16:creationId xmlns:a16="http://schemas.microsoft.com/office/drawing/2014/main" id="{09C5ED91-4829-2188-7144-57BB65B5895C}"/>
                </a:ext>
              </a:extLst>
            </p:cNvPr>
            <p:cNvSpPr/>
            <p:nvPr/>
          </p:nvSpPr>
          <p:spPr>
            <a:xfrm>
              <a:off x="2654597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20" name="Retângulo: Cantos Arredondados 19">
              <a:extLst>
                <a:ext uri="{FF2B5EF4-FFF2-40B4-BE49-F238E27FC236}">
                  <a16:creationId xmlns:a16="http://schemas.microsoft.com/office/drawing/2014/main" id="{B5F9D68A-2A87-C90C-1D98-7737129DB43B}"/>
                </a:ext>
              </a:extLst>
            </p:cNvPr>
            <p:cNvSpPr/>
            <p:nvPr/>
          </p:nvSpPr>
          <p:spPr>
            <a:xfrm>
              <a:off x="3359354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21" name="Retângulo: Cantos Arredondados 20">
              <a:extLst>
                <a:ext uri="{FF2B5EF4-FFF2-40B4-BE49-F238E27FC236}">
                  <a16:creationId xmlns:a16="http://schemas.microsoft.com/office/drawing/2014/main" id="{A3EAB60E-42B2-0210-E6AD-787A54CF5E6B}"/>
                </a:ext>
              </a:extLst>
            </p:cNvPr>
            <p:cNvSpPr/>
            <p:nvPr/>
          </p:nvSpPr>
          <p:spPr>
            <a:xfrm>
              <a:off x="4064111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22" name="Retângulo: Cantos Arredondados 21">
              <a:extLst>
                <a:ext uri="{FF2B5EF4-FFF2-40B4-BE49-F238E27FC236}">
                  <a16:creationId xmlns:a16="http://schemas.microsoft.com/office/drawing/2014/main" id="{7805FE38-3DA6-AA69-5A21-5FDF35D7E06F}"/>
                </a:ext>
              </a:extLst>
            </p:cNvPr>
            <p:cNvSpPr/>
            <p:nvPr/>
          </p:nvSpPr>
          <p:spPr>
            <a:xfrm>
              <a:off x="4768868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23" name="Retângulo: Cantos Arredondados 22">
              <a:extLst>
                <a:ext uri="{FF2B5EF4-FFF2-40B4-BE49-F238E27FC236}">
                  <a16:creationId xmlns:a16="http://schemas.microsoft.com/office/drawing/2014/main" id="{2F3233F8-5476-5095-85DB-1E53D02FFF73}"/>
                </a:ext>
              </a:extLst>
            </p:cNvPr>
            <p:cNvSpPr/>
            <p:nvPr/>
          </p:nvSpPr>
          <p:spPr>
            <a:xfrm>
              <a:off x="5473625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24" name="Retângulo: Cantos Arredondados 23">
              <a:extLst>
                <a:ext uri="{FF2B5EF4-FFF2-40B4-BE49-F238E27FC236}">
                  <a16:creationId xmlns:a16="http://schemas.microsoft.com/office/drawing/2014/main" id="{BE1456AE-ED2B-72A9-D02A-1CD0F978D85D}"/>
                </a:ext>
              </a:extLst>
            </p:cNvPr>
            <p:cNvSpPr/>
            <p:nvPr/>
          </p:nvSpPr>
          <p:spPr>
            <a:xfrm>
              <a:off x="6178382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25" name="Retângulo: Cantos Arredondados 24">
              <a:extLst>
                <a:ext uri="{FF2B5EF4-FFF2-40B4-BE49-F238E27FC236}">
                  <a16:creationId xmlns:a16="http://schemas.microsoft.com/office/drawing/2014/main" id="{4755B973-D05B-1281-55E7-74B61C8A4505}"/>
                </a:ext>
              </a:extLst>
            </p:cNvPr>
            <p:cNvSpPr/>
            <p:nvPr/>
          </p:nvSpPr>
          <p:spPr>
            <a:xfrm>
              <a:off x="6883139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26" name="Retângulo: Cantos Arredondados 25">
              <a:extLst>
                <a:ext uri="{FF2B5EF4-FFF2-40B4-BE49-F238E27FC236}">
                  <a16:creationId xmlns:a16="http://schemas.microsoft.com/office/drawing/2014/main" id="{23BB2712-A117-128D-132B-22540621C404}"/>
                </a:ext>
              </a:extLst>
            </p:cNvPr>
            <p:cNvSpPr/>
            <p:nvPr/>
          </p:nvSpPr>
          <p:spPr>
            <a:xfrm>
              <a:off x="7587896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27" name="Retângulo: Cantos Arredondados 26">
              <a:extLst>
                <a:ext uri="{FF2B5EF4-FFF2-40B4-BE49-F238E27FC236}">
                  <a16:creationId xmlns:a16="http://schemas.microsoft.com/office/drawing/2014/main" id="{1F3E133E-5E8D-EA78-A60D-62DE8FA3C825}"/>
                </a:ext>
              </a:extLst>
            </p:cNvPr>
            <p:cNvSpPr/>
            <p:nvPr/>
          </p:nvSpPr>
          <p:spPr>
            <a:xfrm>
              <a:off x="8292653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28" name="Retângulo: Cantos Arredondados 27">
              <a:extLst>
                <a:ext uri="{FF2B5EF4-FFF2-40B4-BE49-F238E27FC236}">
                  <a16:creationId xmlns:a16="http://schemas.microsoft.com/office/drawing/2014/main" id="{52F08055-4C07-9D7D-B51F-6C5520201AFF}"/>
                </a:ext>
              </a:extLst>
            </p:cNvPr>
            <p:cNvSpPr/>
            <p:nvPr/>
          </p:nvSpPr>
          <p:spPr>
            <a:xfrm>
              <a:off x="8997410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29" name="Retângulo: Cantos Arredondados 28">
              <a:extLst>
                <a:ext uri="{FF2B5EF4-FFF2-40B4-BE49-F238E27FC236}">
                  <a16:creationId xmlns:a16="http://schemas.microsoft.com/office/drawing/2014/main" id="{915F56B7-CB97-B128-3798-360BFADDFBFE}"/>
                </a:ext>
              </a:extLst>
            </p:cNvPr>
            <p:cNvSpPr/>
            <p:nvPr/>
          </p:nvSpPr>
          <p:spPr>
            <a:xfrm>
              <a:off x="9702167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30" name="Retângulo: Cantos Arredondados 29">
              <a:extLst>
                <a:ext uri="{FF2B5EF4-FFF2-40B4-BE49-F238E27FC236}">
                  <a16:creationId xmlns:a16="http://schemas.microsoft.com/office/drawing/2014/main" id="{6422418E-AA0B-8E26-FC84-D410772659AF}"/>
                </a:ext>
              </a:extLst>
            </p:cNvPr>
            <p:cNvSpPr/>
            <p:nvPr/>
          </p:nvSpPr>
          <p:spPr>
            <a:xfrm>
              <a:off x="10406924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31" name="Retângulo: Cantos Arredondados 30">
              <a:extLst>
                <a:ext uri="{FF2B5EF4-FFF2-40B4-BE49-F238E27FC236}">
                  <a16:creationId xmlns:a16="http://schemas.microsoft.com/office/drawing/2014/main" id="{E640292C-BE19-1E3C-A127-339B803D0EC0}"/>
                </a:ext>
              </a:extLst>
            </p:cNvPr>
            <p:cNvSpPr/>
            <p:nvPr/>
          </p:nvSpPr>
          <p:spPr>
            <a:xfrm>
              <a:off x="11111674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pic>
        <p:nvPicPr>
          <p:cNvPr id="32" name="emoji">
            <a:extLst>
              <a:ext uri="{FF2B5EF4-FFF2-40B4-BE49-F238E27FC236}">
                <a16:creationId xmlns:a16="http://schemas.microsoft.com/office/drawing/2014/main" id="{D5E21F0E-C48A-B95C-AD66-20556A0DDDF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343083" y="1938181"/>
            <a:ext cx="1085856" cy="1085856"/>
          </a:xfrm>
          <a:prstGeom prst="rect">
            <a:avLst/>
          </a:prstGeom>
          <a:effectLst>
            <a:outerShdw blurRad="635000" dist="190500" dir="2700000" algn="tl" rotWithShape="0">
              <a:prstClr val="black">
                <a:alpha val="60000"/>
              </a:prstClr>
            </a:outerShdw>
          </a:effectLst>
        </p:spPr>
      </p:pic>
      <p:pic>
        <p:nvPicPr>
          <p:cNvPr id="37" name="que pena, vc errou">
            <a:hlinkClick r:id="" action="ppaction://media"/>
            <a:extLst>
              <a:ext uri="{FF2B5EF4-FFF2-40B4-BE49-F238E27FC236}">
                <a16:creationId xmlns:a16="http://schemas.microsoft.com/office/drawing/2014/main" id="{E7877330-4976-EF07-7A6B-DC501CA5A40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-772973" y="206871"/>
            <a:ext cx="509587" cy="509587"/>
          </a:xfrm>
          <a:prstGeom prst="rect">
            <a:avLst/>
          </a:prstGeom>
        </p:spPr>
      </p:pic>
      <p:sp>
        <p:nvSpPr>
          <p:cNvPr id="33" name="Botaão Próxima">
            <a:hlinkClick r:id="rId7" action="ppaction://hlinksldjump"/>
            <a:extLst>
              <a:ext uri="{FF2B5EF4-FFF2-40B4-BE49-F238E27FC236}">
                <a16:creationId xmlns:a16="http://schemas.microsoft.com/office/drawing/2014/main" id="{53474A7E-3077-C8C5-1005-C2DA17EEE819}"/>
              </a:ext>
            </a:extLst>
          </p:cNvPr>
          <p:cNvSpPr/>
          <p:nvPr/>
        </p:nvSpPr>
        <p:spPr>
          <a:xfrm>
            <a:off x="9142497" y="5271949"/>
            <a:ext cx="2330219" cy="540000"/>
          </a:xfrm>
          <a:prstGeom prst="roundRect">
            <a:avLst/>
          </a:prstGeom>
          <a:gradFill flip="none" rotWithShape="1">
            <a:gsLst>
              <a:gs pos="0">
                <a:schemeClr val="accent6"/>
              </a:gs>
              <a:gs pos="59000">
                <a:schemeClr val="accent6">
                  <a:lumMod val="75000"/>
                </a:schemeClr>
              </a:gs>
              <a:gs pos="100000">
                <a:schemeClr val="accent6">
                  <a:lumMod val="50000"/>
                </a:schemeClr>
              </a:gs>
            </a:gsLst>
            <a:lin ang="19200000" scaled="0"/>
            <a:tileRect/>
          </a:gradFill>
          <a:ln w="19050">
            <a:solidFill>
              <a:schemeClr val="bg1"/>
            </a:solidFill>
          </a:ln>
          <a:effectLst>
            <a:outerShdw blurRad="381000" dist="1270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rIns="108000" rtlCol="0" anchor="ctr"/>
          <a:lstStyle/>
          <a:p>
            <a:pPr algn="ctr"/>
            <a:r>
              <a:rPr lang="pt-BR" sz="1400" b="1" dirty="0">
                <a:ln w="3175">
                  <a:noFill/>
                </a:ln>
                <a:effectLst>
                  <a:outerShdw blurRad="1270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Arial" panose="020B0604020202020204" pitchFamily="34" charset="0"/>
                <a:ea typeface="Open Sans Extrabold" panose="020B0906030804020204" pitchFamily="34" charset="0"/>
                <a:cs typeface="Arial" panose="020B0604020202020204" pitchFamily="34" charset="0"/>
              </a:rPr>
              <a:t>Voltar</a:t>
            </a:r>
          </a:p>
        </p:txBody>
      </p:sp>
    </p:spTree>
    <p:extLst>
      <p:ext uri="{BB962C8B-B14F-4D97-AF65-F5344CB8AC3E}">
        <p14:creationId xmlns:p14="http://schemas.microsoft.com/office/powerpoint/2010/main" val="22412228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2040" fill="hold"/>
                                            <p:tgtEl>
                                              <p:spTgt spid="37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  <p:par>
                                    <p:cTn id="7" presetID="2" presetClass="entr" presetSubtype="4" fill="hold" grpId="0" nodeType="with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9" dur="20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10" dur="20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1" presetID="2" presetClass="entr" presetSubtype="1" fill="hold" grpId="0" nodeType="with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13" dur="20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14" dur="20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5" presetID="2" presetClass="entr" presetSubtype="4" fill="hold" grpId="0" nodeType="with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17" dur="20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18" dur="20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9" presetID="2" presetClass="entr" presetSubtype="1" fill="hold" grpId="0" nodeType="with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21" dur="20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22" dur="20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3" presetID="2" presetClass="entr" presetSubtype="4" fill="hold" grpId="0" nodeType="with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25" dur="20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26" dur="20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7" presetID="2" presetClass="entr" presetSubtype="1" fill="hold" grpId="0" nodeType="with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29" dur="20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30" dur="20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1" presetID="2" presetClass="entr" presetSubtype="4" fill="hold" grpId="0" nodeType="with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33" dur="20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34" dur="20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5" presetID="23" presetClass="entr" presetSubtype="32" fill="hold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7" dur="5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4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8" dur="5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4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9" presetID="22" presetClass="entr" presetSubtype="8" fill="hold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4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41" dur="1000"/>
                                            <p:tgtEl>
                                              <p:spTgt spid="1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2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43" dur="indefinite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44" dur="indefinite"/>
                                            <p:tgtEl>
                                              <p:spTgt spid="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5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46" dur="indefinite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47" dur="indefinite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8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49" dur="indefinite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50" dur="indefinite"/>
                                            <p:tgtEl>
                                              <p:spTgt spid="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1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52" dur="indefinite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53" dur="indefinite"/>
                                            <p:tgtEl>
                                              <p:spTgt spid="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4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55" dur="indefinite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56" dur="indefinite"/>
                                            <p:tgtEl>
                                              <p:spTgt spid="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7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58" dur="indefinite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59" dur="indefinite"/>
                                            <p:tgtEl>
                                              <p:spTgt spid="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0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61" dur="indefinite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62" dur="indefinite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63" fill="hold">
                                <p:stCondLst>
                                  <p:cond delay="2040"/>
                                </p:stCondLst>
                                <p:childTnLst>
                                  <p:par>
                                    <p:cTn id="64" presetID="5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66" dur="5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7" dur="5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68" dur="500"/>
                                            <p:tgtEl>
                                              <p:spTgt spid="3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9" presetID="42" presetClass="path" presetSubtype="0" accel="50000" decel="5000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2.70833E-6 -1.85185E-6 L -2.70833E-6 0.3206 " pathEditMode="relative" rAng="0" ptsTypes="AA">
                                          <p:cBhvr>
                                            <p:cTn id="70" dur="500" spd="-1000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16019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71" fill="hold">
                                <p:stCondLst>
                                  <p:cond delay="2540"/>
                                </p:stCondLst>
                                <p:childTnLst>
                                  <p:par>
                                    <p:cTn id="72" presetID="6" presetClass="emph" presetSubtype="0" repeatCount="indefinite" autoRev="1" fill="hold" grpId="2" nodeType="afterEffect">
                                      <p:stCondLst>
                                        <p:cond delay="0"/>
                                      </p:stCondLst>
                                      <p:endCondLst>
                                        <p:cond evt="onNext" delay="0">
                                          <p:tgtEl>
                                            <p:sldTgt/>
                                          </p:tgtEl>
                                        </p:cond>
                                      </p:endCondLst>
                                      <p:childTnLst>
                                        <p:animScale>
                                          <p:cBhvr>
                                            <p:cTn id="73" dur="500" fill="hold"/>
                                            <p:tgtEl>
                                              <p:spTgt spid="33"/>
                                            </p:tgtEl>
                                          </p:cBhvr>
                                          <p:by x="90000" y="90000"/>
                                        </p:animScale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>
                    <p:cTn id="74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37"/>
                    </p:tgtEl>
                  </p:cMediaNode>
                </p:audio>
              </p:childTnLst>
            </p:cTn>
          </p:par>
        </p:tnLst>
        <p:bldLst>
          <p:bldP spid="2" grpId="0"/>
          <p:bldP spid="2" grpId="1"/>
          <p:bldP spid="8" grpId="0"/>
          <p:bldP spid="8" grpId="1"/>
          <p:bldP spid="7" grpId="0"/>
          <p:bldP spid="7" grpId="1"/>
          <p:bldP spid="6" grpId="0"/>
          <p:bldP spid="6" grpId="1"/>
          <p:bldP spid="5" grpId="0"/>
          <p:bldP spid="5" grpId="1"/>
          <p:bldP spid="4" grpId="0"/>
          <p:bldP spid="4" grpId="1"/>
          <p:bldP spid="3" grpId="0"/>
          <p:bldP spid="3" grpId="1"/>
          <p:bldP spid="33" grpId="0" animBg="1"/>
          <p:bldP spid="33" grpId="1" animBg="1"/>
          <p:bldP spid="33" grpId="2" animBg="1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2040" fill="hold"/>
                                            <p:tgtEl>
                                              <p:spTgt spid="37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  <p:par>
                                    <p:cTn id="7" presetID="2" presetClass="entr" presetSubtype="4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9" dur="20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0" dur="20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1" presetID="2" presetClass="entr" presetSubtype="1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3" dur="20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4" dur="20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5" presetID="2" presetClass="entr" presetSubtype="4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7" dur="20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8" dur="20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9" presetID="2" presetClass="entr" presetSubtype="1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1" dur="20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2" dur="20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3" presetID="2" presetClass="entr" presetSubtype="4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5" dur="20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6" dur="20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7" presetID="2" presetClass="entr" presetSubtype="1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9" dur="20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0" dur="20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1" presetID="2" presetClass="entr" presetSubtype="4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3" dur="20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4" dur="20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5" presetID="23" presetClass="entr" presetSubtype="32" fill="hold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7" dur="5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4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8" dur="5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4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9" presetID="22" presetClass="entr" presetSubtype="8" fill="hold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4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41" dur="1000"/>
                                            <p:tgtEl>
                                              <p:spTgt spid="1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2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43" dur="indefinite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44" dur="indefinite"/>
                                            <p:tgtEl>
                                              <p:spTgt spid="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5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46" dur="indefinite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47" dur="indefinite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8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49" dur="indefinite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50" dur="indefinite"/>
                                            <p:tgtEl>
                                              <p:spTgt spid="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1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52" dur="indefinite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53" dur="indefinite"/>
                                            <p:tgtEl>
                                              <p:spTgt spid="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4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55" dur="indefinite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56" dur="indefinite"/>
                                            <p:tgtEl>
                                              <p:spTgt spid="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7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58" dur="indefinite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59" dur="indefinite"/>
                                            <p:tgtEl>
                                              <p:spTgt spid="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0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61" dur="indefinite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62" dur="indefinite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63" fill="hold">
                                <p:stCondLst>
                                  <p:cond delay="2040"/>
                                </p:stCondLst>
                                <p:childTnLst>
                                  <p:par>
                                    <p:cTn id="64" presetID="5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66" dur="5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7" dur="5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68" dur="500"/>
                                            <p:tgtEl>
                                              <p:spTgt spid="3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9" presetID="42" presetClass="path" presetSubtype="0" accel="50000" decel="5000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2.70833E-6 -1.85185E-6 L -2.70833E-6 0.3206 " pathEditMode="relative" rAng="0" ptsTypes="AA">
                                          <p:cBhvr>
                                            <p:cTn id="70" dur="500" spd="-1000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16019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71" fill="hold">
                                <p:stCondLst>
                                  <p:cond delay="2540"/>
                                </p:stCondLst>
                                <p:childTnLst>
                                  <p:par>
                                    <p:cTn id="72" presetID="6" presetClass="emph" presetSubtype="0" repeatCount="indefinite" autoRev="1" fill="hold" grpId="2" nodeType="afterEffect">
                                      <p:stCondLst>
                                        <p:cond delay="0"/>
                                      </p:stCondLst>
                                      <p:endCondLst>
                                        <p:cond evt="onNext" delay="0">
                                          <p:tgtEl>
                                            <p:sldTgt/>
                                          </p:tgtEl>
                                        </p:cond>
                                      </p:endCondLst>
                                      <p:childTnLst>
                                        <p:animScale>
                                          <p:cBhvr>
                                            <p:cTn id="73" dur="500" fill="hold"/>
                                            <p:tgtEl>
                                              <p:spTgt spid="33"/>
                                            </p:tgtEl>
                                          </p:cBhvr>
                                          <p:by x="90000" y="90000"/>
                                        </p:animScale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>
                    <p:cTn id="74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37"/>
                    </p:tgtEl>
                  </p:cMediaNode>
                </p:audio>
              </p:childTnLst>
            </p:cTn>
          </p:par>
        </p:tnLst>
        <p:bldLst>
          <p:bldP spid="2" grpId="0"/>
          <p:bldP spid="2" grpId="1"/>
          <p:bldP spid="8" grpId="0"/>
          <p:bldP spid="8" grpId="1"/>
          <p:bldP spid="7" grpId="0"/>
          <p:bldP spid="7" grpId="1"/>
          <p:bldP spid="6" grpId="0"/>
          <p:bldP spid="6" grpId="1"/>
          <p:bldP spid="5" grpId="0"/>
          <p:bldP spid="5" grpId="1"/>
          <p:bldP spid="4" grpId="0"/>
          <p:bldP spid="4" grpId="1"/>
          <p:bldP spid="3" grpId="0"/>
          <p:bldP spid="3" grpId="1"/>
          <p:bldP spid="33" grpId="0" animBg="1"/>
          <p:bldP spid="33" grpId="1" animBg="1"/>
          <p:bldP spid="33" grpId="2" animBg="1"/>
        </p:bldLst>
      </p:timing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C00000"/>
            </a:gs>
            <a:gs pos="100000">
              <a:schemeClr val="tx1">
                <a:lumMod val="85000"/>
                <a:lumOff val="15000"/>
              </a:schemeClr>
            </a:gs>
          </a:gsLst>
          <a:lin ang="81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7">
            <a:extLst>
              <a:ext uri="{FF2B5EF4-FFF2-40B4-BE49-F238E27FC236}">
                <a16:creationId xmlns:a16="http://schemas.microsoft.com/office/drawing/2014/main" id="{AF47984B-59F1-7176-A115-158B29114E0E}"/>
              </a:ext>
            </a:extLst>
          </p:cNvPr>
          <p:cNvSpPr txBox="1"/>
          <p:nvPr/>
        </p:nvSpPr>
        <p:spPr>
          <a:xfrm>
            <a:off x="8746332" y="-11965950"/>
            <a:ext cx="1005403" cy="16342935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9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8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7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5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4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3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2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1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</p:txBody>
      </p:sp>
      <p:sp>
        <p:nvSpPr>
          <p:cNvPr id="8" name="N6">
            <a:extLst>
              <a:ext uri="{FF2B5EF4-FFF2-40B4-BE49-F238E27FC236}">
                <a16:creationId xmlns:a16="http://schemas.microsoft.com/office/drawing/2014/main" id="{FE3BD9AB-7F50-A4B5-5F53-70354EF481F4}"/>
              </a:ext>
            </a:extLst>
          </p:cNvPr>
          <p:cNvSpPr txBox="1"/>
          <p:nvPr/>
        </p:nvSpPr>
        <p:spPr>
          <a:xfrm>
            <a:off x="7805114" y="2671817"/>
            <a:ext cx="1005403" cy="16342935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9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8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7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5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4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3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2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1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</p:txBody>
      </p:sp>
      <p:sp>
        <p:nvSpPr>
          <p:cNvPr id="7" name="N5">
            <a:extLst>
              <a:ext uri="{FF2B5EF4-FFF2-40B4-BE49-F238E27FC236}">
                <a16:creationId xmlns:a16="http://schemas.microsoft.com/office/drawing/2014/main" id="{D60E20A6-40DE-61FF-BC52-780641776D60}"/>
              </a:ext>
            </a:extLst>
          </p:cNvPr>
          <p:cNvSpPr txBox="1"/>
          <p:nvPr/>
        </p:nvSpPr>
        <p:spPr>
          <a:xfrm>
            <a:off x="6863896" y="-11965950"/>
            <a:ext cx="1005403" cy="16342935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9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8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7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5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4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3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2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1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</p:txBody>
      </p:sp>
      <p:sp>
        <p:nvSpPr>
          <p:cNvPr id="6" name="N4">
            <a:extLst>
              <a:ext uri="{FF2B5EF4-FFF2-40B4-BE49-F238E27FC236}">
                <a16:creationId xmlns:a16="http://schemas.microsoft.com/office/drawing/2014/main" id="{B55EA620-A448-2ACD-AF8D-A6933BC4F87F}"/>
              </a:ext>
            </a:extLst>
          </p:cNvPr>
          <p:cNvSpPr txBox="1"/>
          <p:nvPr/>
        </p:nvSpPr>
        <p:spPr>
          <a:xfrm>
            <a:off x="5546009" y="2671817"/>
            <a:ext cx="1005403" cy="16342935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9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8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7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5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4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3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2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1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</p:txBody>
      </p:sp>
      <p:sp>
        <p:nvSpPr>
          <p:cNvPr id="5" name="N3">
            <a:extLst>
              <a:ext uri="{FF2B5EF4-FFF2-40B4-BE49-F238E27FC236}">
                <a16:creationId xmlns:a16="http://schemas.microsoft.com/office/drawing/2014/main" id="{EAC23BB9-25AA-23D1-BBA8-4E96A8121B22}"/>
              </a:ext>
            </a:extLst>
          </p:cNvPr>
          <p:cNvSpPr txBox="1"/>
          <p:nvPr/>
        </p:nvSpPr>
        <p:spPr>
          <a:xfrm>
            <a:off x="4604791" y="-11965950"/>
            <a:ext cx="1005403" cy="16342935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9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8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7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5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4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3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2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1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</p:txBody>
      </p:sp>
      <p:sp>
        <p:nvSpPr>
          <p:cNvPr id="4" name="N2">
            <a:extLst>
              <a:ext uri="{FF2B5EF4-FFF2-40B4-BE49-F238E27FC236}">
                <a16:creationId xmlns:a16="http://schemas.microsoft.com/office/drawing/2014/main" id="{95EF8A55-2A5D-C739-62DE-9F54AB9D7812}"/>
              </a:ext>
            </a:extLst>
          </p:cNvPr>
          <p:cNvSpPr txBox="1"/>
          <p:nvPr/>
        </p:nvSpPr>
        <p:spPr>
          <a:xfrm>
            <a:off x="3663573" y="2671817"/>
            <a:ext cx="1005403" cy="16342935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9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8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7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5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4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3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2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1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</p:txBody>
      </p:sp>
      <p:sp>
        <p:nvSpPr>
          <p:cNvPr id="3" name="N1">
            <a:extLst>
              <a:ext uri="{FF2B5EF4-FFF2-40B4-BE49-F238E27FC236}">
                <a16:creationId xmlns:a16="http://schemas.microsoft.com/office/drawing/2014/main" id="{321860B9-DC15-351B-F334-054EAF2E4D85}"/>
              </a:ext>
            </a:extLst>
          </p:cNvPr>
          <p:cNvSpPr txBox="1"/>
          <p:nvPr/>
        </p:nvSpPr>
        <p:spPr>
          <a:xfrm>
            <a:off x="2446833" y="-11965950"/>
            <a:ext cx="1005403" cy="16342935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9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8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7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5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4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3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2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1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</p:txBody>
      </p:sp>
      <p:grpSp>
        <p:nvGrpSpPr>
          <p:cNvPr id="34" name="!!mascara">
            <a:extLst>
              <a:ext uri="{FF2B5EF4-FFF2-40B4-BE49-F238E27FC236}">
                <a16:creationId xmlns:a16="http://schemas.microsoft.com/office/drawing/2014/main" id="{C287DD8F-17E0-D7CA-89A4-3F01919A018C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 useBgFill="1">
          <p:nvSpPr>
            <p:cNvPr id="9" name="Forma Livre: Forma 8">
              <a:extLst>
                <a:ext uri="{FF2B5EF4-FFF2-40B4-BE49-F238E27FC236}">
                  <a16:creationId xmlns:a16="http://schemas.microsoft.com/office/drawing/2014/main" id="{43DD7F38-D131-0688-54CD-A4DDB6A95DE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0"/>
              <a:ext cx="12192000" cy="6858000"/>
            </a:xfrm>
            <a:custGeom>
              <a:avLst/>
              <a:gdLst>
                <a:gd name="connsiteX0" fmla="*/ 2566220 w 12192000"/>
                <a:gd name="connsiteY0" fmla="*/ 2632290 h 6858000"/>
                <a:gd name="connsiteX1" fmla="*/ 2322443 w 12192000"/>
                <a:gd name="connsiteY1" fmla="*/ 2876067 h 6858000"/>
                <a:gd name="connsiteX2" fmla="*/ 2322443 w 12192000"/>
                <a:gd name="connsiteY2" fmla="*/ 3851145 h 6858000"/>
                <a:gd name="connsiteX3" fmla="*/ 2566220 w 12192000"/>
                <a:gd name="connsiteY3" fmla="*/ 4094922 h 6858000"/>
                <a:gd name="connsiteX4" fmla="*/ 9625780 w 12192000"/>
                <a:gd name="connsiteY4" fmla="*/ 4094922 h 6858000"/>
                <a:gd name="connsiteX5" fmla="*/ 9869557 w 12192000"/>
                <a:gd name="connsiteY5" fmla="*/ 3851145 h 6858000"/>
                <a:gd name="connsiteX6" fmla="*/ 9869557 w 12192000"/>
                <a:gd name="connsiteY6" fmla="*/ 2876067 h 6858000"/>
                <a:gd name="connsiteX7" fmla="*/ 9625780 w 12192000"/>
                <a:gd name="connsiteY7" fmla="*/ 2632290 h 6858000"/>
                <a:gd name="connsiteX8" fmla="*/ 0 w 12192000"/>
                <a:gd name="connsiteY8" fmla="*/ 0 h 6858000"/>
                <a:gd name="connsiteX9" fmla="*/ 12192000 w 12192000"/>
                <a:gd name="connsiteY9" fmla="*/ 0 h 6858000"/>
                <a:gd name="connsiteX10" fmla="*/ 12192000 w 12192000"/>
                <a:gd name="connsiteY10" fmla="*/ 6858000 h 6858000"/>
                <a:gd name="connsiteX11" fmla="*/ 0 w 12192000"/>
                <a:gd name="connsiteY11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192000" h="6858000">
                  <a:moveTo>
                    <a:pt x="2566220" y="2632290"/>
                  </a:moveTo>
                  <a:cubicBezTo>
                    <a:pt x="2431586" y="2632290"/>
                    <a:pt x="2322443" y="2741433"/>
                    <a:pt x="2322443" y="2876067"/>
                  </a:cubicBezTo>
                  <a:lnTo>
                    <a:pt x="2322443" y="3851145"/>
                  </a:lnTo>
                  <a:cubicBezTo>
                    <a:pt x="2322443" y="3985779"/>
                    <a:pt x="2431586" y="4094922"/>
                    <a:pt x="2566220" y="4094922"/>
                  </a:cubicBezTo>
                  <a:lnTo>
                    <a:pt x="9625780" y="4094922"/>
                  </a:lnTo>
                  <a:cubicBezTo>
                    <a:pt x="9760414" y="4094922"/>
                    <a:pt x="9869557" y="3985779"/>
                    <a:pt x="9869557" y="3851145"/>
                  </a:cubicBezTo>
                  <a:lnTo>
                    <a:pt x="9869557" y="2876067"/>
                  </a:lnTo>
                  <a:cubicBezTo>
                    <a:pt x="9869557" y="2741433"/>
                    <a:pt x="9760414" y="2632290"/>
                    <a:pt x="9625780" y="2632290"/>
                  </a:cubicBezTo>
                  <a:close/>
                  <a:moveTo>
                    <a:pt x="0" y="0"/>
                  </a:moveTo>
                  <a:lnTo>
                    <a:pt x="12192000" y="0"/>
                  </a:lnTo>
                  <a:lnTo>
                    <a:pt x="12192000" y="6858000"/>
                  </a:lnTo>
                  <a:lnTo>
                    <a:pt x="0" y="6858000"/>
                  </a:lnTo>
                  <a:close/>
                </a:path>
              </a:pathLst>
            </a:custGeom>
            <a:ln>
              <a:noFill/>
            </a:ln>
            <a:effectLst>
              <a:outerShdw blurRad="3810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0" name="CaixaDeTexto 9">
              <a:extLst>
                <a:ext uri="{FF2B5EF4-FFF2-40B4-BE49-F238E27FC236}">
                  <a16:creationId xmlns:a16="http://schemas.microsoft.com/office/drawing/2014/main" id="{4014AAB1-279C-87A1-6A54-69E5927AF183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40326" y="330615"/>
              <a:ext cx="11111348" cy="985530"/>
            </a:xfrm>
            <a:prstGeom prst="roundRect">
              <a:avLst>
                <a:gd name="adj" fmla="val 26924"/>
              </a:avLst>
            </a:prstGeom>
            <a:solidFill>
              <a:srgbClr val="FFC000"/>
            </a:solidFill>
            <a:ln w="19050">
              <a:noFill/>
            </a:ln>
            <a:effectLst>
              <a:outerShdw blurRad="635000" dist="2540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 anchorCtr="1"/>
            <a:lstStyle>
              <a:defPPr>
                <a:defRPr lang="pt-BR"/>
              </a:defPPr>
              <a:lvl1pPr algn="ctr">
                <a:defRPr b="1">
                  <a:ln w="3175">
                    <a:noFill/>
                  </a:ln>
                  <a:solidFill>
                    <a:srgbClr val="FF0000"/>
                  </a:solidFill>
                  <a:latin typeface="Arial Narrow" panose="020B0606020202030204" pitchFamily="34" charset="0"/>
                  <a:ea typeface="Open Sans Extrabold" panose="020B0906030804020204" pitchFamily="34" charset="0"/>
                  <a:cs typeface="Arial" panose="020B0604020202020204" pitchFamily="34" charset="0"/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4400" b="1" i="0" u="none" strike="noStrike" kern="1200" cap="none" spc="600" normalizeH="0" baseline="0" noProof="0">
                  <a:ln w="3175"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Open Sans Extrabold" panose="020B0906030804020204" pitchFamily="34" charset="0"/>
                  <a:cs typeface="Arial" panose="020B0604020202020204" pitchFamily="34" charset="0"/>
                </a:rPr>
                <a:t>VOCÊ ERROU!</a:t>
              </a:r>
            </a:p>
          </p:txBody>
        </p:sp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6893B8BF-F8F5-DB56-E87C-8ED5CBA7FCB6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226072" y="2180704"/>
              <a:ext cx="206883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24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Arial" panose="020B0604020202020204" pitchFamily="34" charset="0"/>
                </a:rPr>
                <a:t>Você ganhou:</a:t>
              </a:r>
            </a:p>
          </p:txBody>
        </p:sp>
        <p:sp>
          <p:nvSpPr>
            <p:cNvPr id="12" name="CaixaDeTexto 11">
              <a:extLst>
                <a:ext uri="{FF2B5EF4-FFF2-40B4-BE49-F238E27FC236}">
                  <a16:creationId xmlns:a16="http://schemas.microsoft.com/office/drawing/2014/main" id="{E77C9F72-334E-862C-ACF5-323EF2E8C72C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667254" y="2555761"/>
              <a:ext cx="64472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28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R$</a:t>
              </a:r>
            </a:p>
          </p:txBody>
        </p:sp>
        <p:sp>
          <p:nvSpPr>
            <p:cNvPr id="13" name="Elipse 12">
              <a:extLst>
                <a:ext uri="{FF2B5EF4-FFF2-40B4-BE49-F238E27FC236}">
                  <a16:creationId xmlns:a16="http://schemas.microsoft.com/office/drawing/2014/main" id="{D879FEC9-3C93-4084-1DC0-039C3A2FA1A8}"/>
                </a:ext>
              </a:extLst>
            </p:cNvPr>
            <p:cNvSpPr>
              <a:spLocks noGrp="1" noRot="1" noChangeAspect="1" noMove="1" noResize="1" noEditPoints="1" noAdjustHandles="1" noChangeArrowheads="1" noChangeShapeType="1"/>
            </p:cNvSpPr>
            <p:nvPr/>
          </p:nvSpPr>
          <p:spPr>
            <a:xfrm>
              <a:off x="3480684" y="3646074"/>
              <a:ext cx="180000" cy="180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4" name="Elipse 13">
              <a:extLst>
                <a:ext uri="{FF2B5EF4-FFF2-40B4-BE49-F238E27FC236}">
                  <a16:creationId xmlns:a16="http://schemas.microsoft.com/office/drawing/2014/main" id="{4014B435-FE21-6F3F-D0A3-96A450E125B7}"/>
                </a:ext>
              </a:extLst>
            </p:cNvPr>
            <p:cNvSpPr>
              <a:spLocks noGrp="1" noRot="1" noChangeAspect="1" noMove="1" noResize="1" noEditPoints="1" noAdjustHandles="1" noChangeArrowheads="1" noChangeShapeType="1"/>
            </p:cNvSpPr>
            <p:nvPr/>
          </p:nvSpPr>
          <p:spPr>
            <a:xfrm>
              <a:off x="6610570" y="3646074"/>
              <a:ext cx="180000" cy="180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grpSp>
        <p:nvGrpSpPr>
          <p:cNvPr id="15" name="barra de progresso">
            <a:extLst>
              <a:ext uri="{FF2B5EF4-FFF2-40B4-BE49-F238E27FC236}">
                <a16:creationId xmlns:a16="http://schemas.microsoft.com/office/drawing/2014/main" id="{D7DF4F7E-B4C8-F5D8-B5B0-9D68AE4528F9}"/>
              </a:ext>
            </a:extLst>
          </p:cNvPr>
          <p:cNvGrpSpPr/>
          <p:nvPr/>
        </p:nvGrpSpPr>
        <p:grpSpPr>
          <a:xfrm>
            <a:off x="540326" y="6168042"/>
            <a:ext cx="11111348" cy="216000"/>
            <a:chOff x="540326" y="6168042"/>
            <a:chExt cx="11111348" cy="216000"/>
          </a:xfrm>
        </p:grpSpPr>
        <p:sp useBgFill="1">
          <p:nvSpPr>
            <p:cNvPr id="16" name="Retângulo: Cantos Arredondados 15">
              <a:extLst>
                <a:ext uri="{FF2B5EF4-FFF2-40B4-BE49-F238E27FC236}">
                  <a16:creationId xmlns:a16="http://schemas.microsoft.com/office/drawing/2014/main" id="{645F6494-8FFC-74C9-3BEE-6344C16689C9}"/>
                </a:ext>
              </a:extLst>
            </p:cNvPr>
            <p:cNvSpPr/>
            <p:nvPr/>
          </p:nvSpPr>
          <p:spPr>
            <a:xfrm>
              <a:off x="540326" y="6168042"/>
              <a:ext cx="540000" cy="216000"/>
            </a:xfrm>
            <a:prstGeom prst="roundRect">
              <a:avLst>
                <a:gd name="adj" fmla="val 50000"/>
              </a:avLst>
            </a:prstGeom>
            <a:ln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17" name="Retângulo: Cantos Arredondados 16">
              <a:extLst>
                <a:ext uri="{FF2B5EF4-FFF2-40B4-BE49-F238E27FC236}">
                  <a16:creationId xmlns:a16="http://schemas.microsoft.com/office/drawing/2014/main" id="{D0360543-989E-44E5-018D-E2B5E5E7950A}"/>
                </a:ext>
              </a:extLst>
            </p:cNvPr>
            <p:cNvSpPr/>
            <p:nvPr/>
          </p:nvSpPr>
          <p:spPr>
            <a:xfrm>
              <a:off x="1245083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18" name="Retângulo: Cantos Arredondados 17">
              <a:extLst>
                <a:ext uri="{FF2B5EF4-FFF2-40B4-BE49-F238E27FC236}">
                  <a16:creationId xmlns:a16="http://schemas.microsoft.com/office/drawing/2014/main" id="{832CD0D4-B00B-66F6-AC8B-2047BB5D1C88}"/>
                </a:ext>
              </a:extLst>
            </p:cNvPr>
            <p:cNvSpPr/>
            <p:nvPr/>
          </p:nvSpPr>
          <p:spPr>
            <a:xfrm>
              <a:off x="1949840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19" name="Retângulo: Cantos Arredondados 18">
              <a:extLst>
                <a:ext uri="{FF2B5EF4-FFF2-40B4-BE49-F238E27FC236}">
                  <a16:creationId xmlns:a16="http://schemas.microsoft.com/office/drawing/2014/main" id="{09C5ED91-4829-2188-7144-57BB65B5895C}"/>
                </a:ext>
              </a:extLst>
            </p:cNvPr>
            <p:cNvSpPr/>
            <p:nvPr/>
          </p:nvSpPr>
          <p:spPr>
            <a:xfrm>
              <a:off x="2654597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20" name="Retângulo: Cantos Arredondados 19">
              <a:extLst>
                <a:ext uri="{FF2B5EF4-FFF2-40B4-BE49-F238E27FC236}">
                  <a16:creationId xmlns:a16="http://schemas.microsoft.com/office/drawing/2014/main" id="{B5F9D68A-2A87-C90C-1D98-7737129DB43B}"/>
                </a:ext>
              </a:extLst>
            </p:cNvPr>
            <p:cNvSpPr/>
            <p:nvPr/>
          </p:nvSpPr>
          <p:spPr>
            <a:xfrm>
              <a:off x="3359354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21" name="Retângulo: Cantos Arredondados 20">
              <a:extLst>
                <a:ext uri="{FF2B5EF4-FFF2-40B4-BE49-F238E27FC236}">
                  <a16:creationId xmlns:a16="http://schemas.microsoft.com/office/drawing/2014/main" id="{A3EAB60E-42B2-0210-E6AD-787A54CF5E6B}"/>
                </a:ext>
              </a:extLst>
            </p:cNvPr>
            <p:cNvSpPr/>
            <p:nvPr/>
          </p:nvSpPr>
          <p:spPr>
            <a:xfrm>
              <a:off x="4064111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22" name="Retângulo: Cantos Arredondados 21">
              <a:extLst>
                <a:ext uri="{FF2B5EF4-FFF2-40B4-BE49-F238E27FC236}">
                  <a16:creationId xmlns:a16="http://schemas.microsoft.com/office/drawing/2014/main" id="{7805FE38-3DA6-AA69-5A21-5FDF35D7E06F}"/>
                </a:ext>
              </a:extLst>
            </p:cNvPr>
            <p:cNvSpPr/>
            <p:nvPr/>
          </p:nvSpPr>
          <p:spPr>
            <a:xfrm>
              <a:off x="4768868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23" name="Retângulo: Cantos Arredondados 22">
              <a:extLst>
                <a:ext uri="{FF2B5EF4-FFF2-40B4-BE49-F238E27FC236}">
                  <a16:creationId xmlns:a16="http://schemas.microsoft.com/office/drawing/2014/main" id="{2F3233F8-5476-5095-85DB-1E53D02FFF73}"/>
                </a:ext>
              </a:extLst>
            </p:cNvPr>
            <p:cNvSpPr/>
            <p:nvPr/>
          </p:nvSpPr>
          <p:spPr>
            <a:xfrm>
              <a:off x="5473625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24" name="Retângulo: Cantos Arredondados 23">
              <a:extLst>
                <a:ext uri="{FF2B5EF4-FFF2-40B4-BE49-F238E27FC236}">
                  <a16:creationId xmlns:a16="http://schemas.microsoft.com/office/drawing/2014/main" id="{BE1456AE-ED2B-72A9-D02A-1CD0F978D85D}"/>
                </a:ext>
              </a:extLst>
            </p:cNvPr>
            <p:cNvSpPr/>
            <p:nvPr/>
          </p:nvSpPr>
          <p:spPr>
            <a:xfrm>
              <a:off x="6178382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25" name="Retângulo: Cantos Arredondados 24">
              <a:extLst>
                <a:ext uri="{FF2B5EF4-FFF2-40B4-BE49-F238E27FC236}">
                  <a16:creationId xmlns:a16="http://schemas.microsoft.com/office/drawing/2014/main" id="{4755B973-D05B-1281-55E7-74B61C8A4505}"/>
                </a:ext>
              </a:extLst>
            </p:cNvPr>
            <p:cNvSpPr/>
            <p:nvPr/>
          </p:nvSpPr>
          <p:spPr>
            <a:xfrm>
              <a:off x="6883139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26" name="Retângulo: Cantos Arredondados 25">
              <a:extLst>
                <a:ext uri="{FF2B5EF4-FFF2-40B4-BE49-F238E27FC236}">
                  <a16:creationId xmlns:a16="http://schemas.microsoft.com/office/drawing/2014/main" id="{23BB2712-A117-128D-132B-22540621C404}"/>
                </a:ext>
              </a:extLst>
            </p:cNvPr>
            <p:cNvSpPr/>
            <p:nvPr/>
          </p:nvSpPr>
          <p:spPr>
            <a:xfrm>
              <a:off x="7587896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27" name="Retângulo: Cantos Arredondados 26">
              <a:extLst>
                <a:ext uri="{FF2B5EF4-FFF2-40B4-BE49-F238E27FC236}">
                  <a16:creationId xmlns:a16="http://schemas.microsoft.com/office/drawing/2014/main" id="{1F3E133E-5E8D-EA78-A60D-62DE8FA3C825}"/>
                </a:ext>
              </a:extLst>
            </p:cNvPr>
            <p:cNvSpPr/>
            <p:nvPr/>
          </p:nvSpPr>
          <p:spPr>
            <a:xfrm>
              <a:off x="8292653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28" name="Retângulo: Cantos Arredondados 27">
              <a:extLst>
                <a:ext uri="{FF2B5EF4-FFF2-40B4-BE49-F238E27FC236}">
                  <a16:creationId xmlns:a16="http://schemas.microsoft.com/office/drawing/2014/main" id="{52F08055-4C07-9D7D-B51F-6C5520201AFF}"/>
                </a:ext>
              </a:extLst>
            </p:cNvPr>
            <p:cNvSpPr/>
            <p:nvPr/>
          </p:nvSpPr>
          <p:spPr>
            <a:xfrm>
              <a:off x="8997410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29" name="Retângulo: Cantos Arredondados 28">
              <a:extLst>
                <a:ext uri="{FF2B5EF4-FFF2-40B4-BE49-F238E27FC236}">
                  <a16:creationId xmlns:a16="http://schemas.microsoft.com/office/drawing/2014/main" id="{915F56B7-CB97-B128-3798-360BFADDFBFE}"/>
                </a:ext>
              </a:extLst>
            </p:cNvPr>
            <p:cNvSpPr/>
            <p:nvPr/>
          </p:nvSpPr>
          <p:spPr>
            <a:xfrm>
              <a:off x="9702167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30" name="Retângulo: Cantos Arredondados 29">
              <a:extLst>
                <a:ext uri="{FF2B5EF4-FFF2-40B4-BE49-F238E27FC236}">
                  <a16:creationId xmlns:a16="http://schemas.microsoft.com/office/drawing/2014/main" id="{6422418E-AA0B-8E26-FC84-D410772659AF}"/>
                </a:ext>
              </a:extLst>
            </p:cNvPr>
            <p:cNvSpPr/>
            <p:nvPr/>
          </p:nvSpPr>
          <p:spPr>
            <a:xfrm>
              <a:off x="10406924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31" name="Retângulo: Cantos Arredondados 30">
              <a:extLst>
                <a:ext uri="{FF2B5EF4-FFF2-40B4-BE49-F238E27FC236}">
                  <a16:creationId xmlns:a16="http://schemas.microsoft.com/office/drawing/2014/main" id="{E640292C-BE19-1E3C-A127-339B803D0EC0}"/>
                </a:ext>
              </a:extLst>
            </p:cNvPr>
            <p:cNvSpPr/>
            <p:nvPr/>
          </p:nvSpPr>
          <p:spPr>
            <a:xfrm>
              <a:off x="11111674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pic>
        <p:nvPicPr>
          <p:cNvPr id="32" name="emoji">
            <a:extLst>
              <a:ext uri="{FF2B5EF4-FFF2-40B4-BE49-F238E27FC236}">
                <a16:creationId xmlns:a16="http://schemas.microsoft.com/office/drawing/2014/main" id="{D5E21F0E-C48A-B95C-AD66-20556A0DDDF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343083" y="1938181"/>
            <a:ext cx="1085856" cy="1085856"/>
          </a:xfrm>
          <a:prstGeom prst="rect">
            <a:avLst/>
          </a:prstGeom>
          <a:effectLst>
            <a:outerShdw blurRad="635000" dist="190500" dir="2700000" algn="tl" rotWithShape="0">
              <a:prstClr val="black">
                <a:alpha val="60000"/>
              </a:prstClr>
            </a:outerShdw>
          </a:effectLst>
        </p:spPr>
      </p:pic>
      <p:pic>
        <p:nvPicPr>
          <p:cNvPr id="37" name="que pena, vc errou">
            <a:hlinkClick r:id="" action="ppaction://media"/>
            <a:extLst>
              <a:ext uri="{FF2B5EF4-FFF2-40B4-BE49-F238E27FC236}">
                <a16:creationId xmlns:a16="http://schemas.microsoft.com/office/drawing/2014/main" id="{E7877330-4976-EF07-7A6B-DC501CA5A40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-772973" y="206871"/>
            <a:ext cx="509587" cy="509587"/>
          </a:xfrm>
          <a:prstGeom prst="rect">
            <a:avLst/>
          </a:prstGeom>
        </p:spPr>
      </p:pic>
      <p:sp>
        <p:nvSpPr>
          <p:cNvPr id="33" name="Botaão Próxima">
            <a:hlinkClick r:id="rId7" action="ppaction://hlinksldjump"/>
            <a:extLst>
              <a:ext uri="{FF2B5EF4-FFF2-40B4-BE49-F238E27FC236}">
                <a16:creationId xmlns:a16="http://schemas.microsoft.com/office/drawing/2014/main" id="{53474A7E-3077-C8C5-1005-C2DA17EEE819}"/>
              </a:ext>
            </a:extLst>
          </p:cNvPr>
          <p:cNvSpPr/>
          <p:nvPr/>
        </p:nvSpPr>
        <p:spPr>
          <a:xfrm>
            <a:off x="9142497" y="5271949"/>
            <a:ext cx="2330219" cy="540000"/>
          </a:xfrm>
          <a:prstGeom prst="roundRect">
            <a:avLst/>
          </a:prstGeom>
          <a:gradFill flip="none" rotWithShape="1">
            <a:gsLst>
              <a:gs pos="0">
                <a:schemeClr val="accent6"/>
              </a:gs>
              <a:gs pos="59000">
                <a:schemeClr val="accent6">
                  <a:lumMod val="75000"/>
                </a:schemeClr>
              </a:gs>
              <a:gs pos="100000">
                <a:schemeClr val="accent6">
                  <a:lumMod val="50000"/>
                </a:schemeClr>
              </a:gs>
            </a:gsLst>
            <a:lin ang="19200000" scaled="0"/>
            <a:tileRect/>
          </a:gradFill>
          <a:ln w="19050">
            <a:solidFill>
              <a:schemeClr val="bg1"/>
            </a:solidFill>
          </a:ln>
          <a:effectLst>
            <a:outerShdw blurRad="381000" dist="1270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rIns="108000" rtlCol="0" anchor="ctr"/>
          <a:lstStyle/>
          <a:p>
            <a:pPr algn="ctr"/>
            <a:r>
              <a:rPr lang="pt-BR" sz="1400" b="1" dirty="0">
                <a:ln w="3175">
                  <a:noFill/>
                </a:ln>
                <a:effectLst>
                  <a:outerShdw blurRad="1270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Arial" panose="020B0604020202020204" pitchFamily="34" charset="0"/>
                <a:ea typeface="Open Sans Extrabold" panose="020B0906030804020204" pitchFamily="34" charset="0"/>
                <a:cs typeface="Arial" panose="020B0604020202020204" pitchFamily="34" charset="0"/>
              </a:rPr>
              <a:t>Voltar</a:t>
            </a:r>
          </a:p>
        </p:txBody>
      </p:sp>
    </p:spTree>
    <p:extLst>
      <p:ext uri="{BB962C8B-B14F-4D97-AF65-F5344CB8AC3E}">
        <p14:creationId xmlns:p14="http://schemas.microsoft.com/office/powerpoint/2010/main" val="35992997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2040" fill="hold"/>
                                            <p:tgtEl>
                                              <p:spTgt spid="37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  <p:par>
                                    <p:cTn id="7" presetID="2" presetClass="entr" presetSubtype="4" fill="hold" grpId="0" nodeType="with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9" dur="20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10" dur="20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1" presetID="2" presetClass="entr" presetSubtype="1" fill="hold" grpId="0" nodeType="with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13" dur="20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14" dur="20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5" presetID="2" presetClass="entr" presetSubtype="4" fill="hold" grpId="0" nodeType="with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17" dur="20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18" dur="20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9" presetID="2" presetClass="entr" presetSubtype="1" fill="hold" grpId="0" nodeType="with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21" dur="20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22" dur="20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3" presetID="2" presetClass="entr" presetSubtype="4" fill="hold" grpId="0" nodeType="with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25" dur="20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26" dur="20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7" presetID="2" presetClass="entr" presetSubtype="1" fill="hold" grpId="0" nodeType="with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29" dur="20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30" dur="20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1" presetID="2" presetClass="entr" presetSubtype="4" fill="hold" grpId="0" nodeType="with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33" dur="20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34" dur="20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5" presetID="23" presetClass="entr" presetSubtype="32" fill="hold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7" dur="5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4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8" dur="5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4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9" presetID="22" presetClass="entr" presetSubtype="8" fill="hold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4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41" dur="1000"/>
                                            <p:tgtEl>
                                              <p:spTgt spid="1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2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43" dur="indefinite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44" dur="indefinite"/>
                                            <p:tgtEl>
                                              <p:spTgt spid="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5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46" dur="indefinite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47" dur="indefinite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8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49" dur="indefinite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50" dur="indefinite"/>
                                            <p:tgtEl>
                                              <p:spTgt spid="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1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52" dur="indefinite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53" dur="indefinite"/>
                                            <p:tgtEl>
                                              <p:spTgt spid="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4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55" dur="indefinite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56" dur="indefinite"/>
                                            <p:tgtEl>
                                              <p:spTgt spid="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7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58" dur="indefinite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59" dur="indefinite"/>
                                            <p:tgtEl>
                                              <p:spTgt spid="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0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61" dur="indefinite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62" dur="indefinite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63" fill="hold">
                                <p:stCondLst>
                                  <p:cond delay="2040"/>
                                </p:stCondLst>
                                <p:childTnLst>
                                  <p:par>
                                    <p:cTn id="64" presetID="5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66" dur="5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7" dur="5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68" dur="500"/>
                                            <p:tgtEl>
                                              <p:spTgt spid="3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9" presetID="42" presetClass="path" presetSubtype="0" accel="50000" decel="5000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2.70833E-6 -1.85185E-6 L -2.70833E-6 0.3206 " pathEditMode="relative" rAng="0" ptsTypes="AA">
                                          <p:cBhvr>
                                            <p:cTn id="70" dur="500" spd="-1000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16019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71" fill="hold">
                                <p:stCondLst>
                                  <p:cond delay="2540"/>
                                </p:stCondLst>
                                <p:childTnLst>
                                  <p:par>
                                    <p:cTn id="72" presetID="6" presetClass="emph" presetSubtype="0" repeatCount="indefinite" autoRev="1" fill="hold" grpId="2" nodeType="afterEffect">
                                      <p:stCondLst>
                                        <p:cond delay="0"/>
                                      </p:stCondLst>
                                      <p:endCondLst>
                                        <p:cond evt="onNext" delay="0">
                                          <p:tgtEl>
                                            <p:sldTgt/>
                                          </p:tgtEl>
                                        </p:cond>
                                      </p:endCondLst>
                                      <p:childTnLst>
                                        <p:animScale>
                                          <p:cBhvr>
                                            <p:cTn id="73" dur="500" fill="hold"/>
                                            <p:tgtEl>
                                              <p:spTgt spid="33"/>
                                            </p:tgtEl>
                                          </p:cBhvr>
                                          <p:by x="90000" y="90000"/>
                                        </p:animScale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>
                    <p:cTn id="74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37"/>
                    </p:tgtEl>
                  </p:cMediaNode>
                </p:audio>
              </p:childTnLst>
            </p:cTn>
          </p:par>
        </p:tnLst>
        <p:bldLst>
          <p:bldP spid="2" grpId="0"/>
          <p:bldP spid="2" grpId="1"/>
          <p:bldP spid="8" grpId="0"/>
          <p:bldP spid="8" grpId="1"/>
          <p:bldP spid="7" grpId="0"/>
          <p:bldP spid="7" grpId="1"/>
          <p:bldP spid="6" grpId="0"/>
          <p:bldP spid="6" grpId="1"/>
          <p:bldP spid="5" grpId="0"/>
          <p:bldP spid="5" grpId="1"/>
          <p:bldP spid="4" grpId="0"/>
          <p:bldP spid="4" grpId="1"/>
          <p:bldP spid="3" grpId="0"/>
          <p:bldP spid="3" grpId="1"/>
          <p:bldP spid="33" grpId="0" animBg="1"/>
          <p:bldP spid="33" grpId="1" animBg="1"/>
          <p:bldP spid="33" grpId="2" animBg="1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2040" fill="hold"/>
                                            <p:tgtEl>
                                              <p:spTgt spid="37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  <p:par>
                                    <p:cTn id="7" presetID="2" presetClass="entr" presetSubtype="4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9" dur="20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0" dur="20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1" presetID="2" presetClass="entr" presetSubtype="1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3" dur="20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4" dur="20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5" presetID="2" presetClass="entr" presetSubtype="4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7" dur="20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8" dur="20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9" presetID="2" presetClass="entr" presetSubtype="1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1" dur="20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2" dur="20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3" presetID="2" presetClass="entr" presetSubtype="4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5" dur="20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6" dur="20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7" presetID="2" presetClass="entr" presetSubtype="1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9" dur="20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0" dur="20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1" presetID="2" presetClass="entr" presetSubtype="4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3" dur="20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4" dur="20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5" presetID="23" presetClass="entr" presetSubtype="32" fill="hold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7" dur="5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4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8" dur="5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4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9" presetID="22" presetClass="entr" presetSubtype="8" fill="hold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4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41" dur="1000"/>
                                            <p:tgtEl>
                                              <p:spTgt spid="1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2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43" dur="indefinite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44" dur="indefinite"/>
                                            <p:tgtEl>
                                              <p:spTgt spid="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5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46" dur="indefinite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47" dur="indefinite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8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49" dur="indefinite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50" dur="indefinite"/>
                                            <p:tgtEl>
                                              <p:spTgt spid="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1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52" dur="indefinite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53" dur="indefinite"/>
                                            <p:tgtEl>
                                              <p:spTgt spid="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4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55" dur="indefinite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56" dur="indefinite"/>
                                            <p:tgtEl>
                                              <p:spTgt spid="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7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58" dur="indefinite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59" dur="indefinite"/>
                                            <p:tgtEl>
                                              <p:spTgt spid="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0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61" dur="indefinite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62" dur="indefinite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63" fill="hold">
                                <p:stCondLst>
                                  <p:cond delay="2040"/>
                                </p:stCondLst>
                                <p:childTnLst>
                                  <p:par>
                                    <p:cTn id="64" presetID="5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66" dur="5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7" dur="5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68" dur="500"/>
                                            <p:tgtEl>
                                              <p:spTgt spid="3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9" presetID="42" presetClass="path" presetSubtype="0" accel="50000" decel="5000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2.70833E-6 -1.85185E-6 L -2.70833E-6 0.3206 " pathEditMode="relative" rAng="0" ptsTypes="AA">
                                          <p:cBhvr>
                                            <p:cTn id="70" dur="500" spd="-1000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16019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71" fill="hold">
                                <p:stCondLst>
                                  <p:cond delay="2540"/>
                                </p:stCondLst>
                                <p:childTnLst>
                                  <p:par>
                                    <p:cTn id="72" presetID="6" presetClass="emph" presetSubtype="0" repeatCount="indefinite" autoRev="1" fill="hold" grpId="2" nodeType="afterEffect">
                                      <p:stCondLst>
                                        <p:cond delay="0"/>
                                      </p:stCondLst>
                                      <p:endCondLst>
                                        <p:cond evt="onNext" delay="0">
                                          <p:tgtEl>
                                            <p:sldTgt/>
                                          </p:tgtEl>
                                        </p:cond>
                                      </p:endCondLst>
                                      <p:childTnLst>
                                        <p:animScale>
                                          <p:cBhvr>
                                            <p:cTn id="73" dur="500" fill="hold"/>
                                            <p:tgtEl>
                                              <p:spTgt spid="33"/>
                                            </p:tgtEl>
                                          </p:cBhvr>
                                          <p:by x="90000" y="90000"/>
                                        </p:animScale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>
                    <p:cTn id="74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37"/>
                    </p:tgtEl>
                  </p:cMediaNode>
                </p:audio>
              </p:childTnLst>
            </p:cTn>
          </p:par>
        </p:tnLst>
        <p:bldLst>
          <p:bldP spid="2" grpId="0"/>
          <p:bldP spid="2" grpId="1"/>
          <p:bldP spid="8" grpId="0"/>
          <p:bldP spid="8" grpId="1"/>
          <p:bldP spid="7" grpId="0"/>
          <p:bldP spid="7" grpId="1"/>
          <p:bldP spid="6" grpId="0"/>
          <p:bldP spid="6" grpId="1"/>
          <p:bldP spid="5" grpId="0"/>
          <p:bldP spid="5" grpId="1"/>
          <p:bldP spid="4" grpId="0"/>
          <p:bldP spid="4" grpId="1"/>
          <p:bldP spid="3" grpId="0"/>
          <p:bldP spid="3" grpId="1"/>
          <p:bldP spid="33" grpId="0" animBg="1"/>
          <p:bldP spid="33" grpId="1" animBg="1"/>
          <p:bldP spid="33" grpId="2" animBg="1"/>
        </p:bldLst>
      </p:timing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C00000"/>
            </a:gs>
            <a:gs pos="100000">
              <a:schemeClr val="tx1">
                <a:lumMod val="85000"/>
                <a:lumOff val="15000"/>
              </a:schemeClr>
            </a:gs>
          </a:gsLst>
          <a:lin ang="81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7">
            <a:extLst>
              <a:ext uri="{FF2B5EF4-FFF2-40B4-BE49-F238E27FC236}">
                <a16:creationId xmlns:a16="http://schemas.microsoft.com/office/drawing/2014/main" id="{AF47984B-59F1-7176-A115-158B29114E0E}"/>
              </a:ext>
            </a:extLst>
          </p:cNvPr>
          <p:cNvSpPr txBox="1"/>
          <p:nvPr/>
        </p:nvSpPr>
        <p:spPr>
          <a:xfrm>
            <a:off x="8746332" y="-11965950"/>
            <a:ext cx="1005403" cy="16342935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9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8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7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5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4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3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2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1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</p:txBody>
      </p:sp>
      <p:sp>
        <p:nvSpPr>
          <p:cNvPr id="8" name="N6">
            <a:extLst>
              <a:ext uri="{FF2B5EF4-FFF2-40B4-BE49-F238E27FC236}">
                <a16:creationId xmlns:a16="http://schemas.microsoft.com/office/drawing/2014/main" id="{FE3BD9AB-7F50-A4B5-5F53-70354EF481F4}"/>
              </a:ext>
            </a:extLst>
          </p:cNvPr>
          <p:cNvSpPr txBox="1"/>
          <p:nvPr/>
        </p:nvSpPr>
        <p:spPr>
          <a:xfrm>
            <a:off x="7805114" y="2671817"/>
            <a:ext cx="1005403" cy="16342935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9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8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7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5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4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3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2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1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</p:txBody>
      </p:sp>
      <p:sp>
        <p:nvSpPr>
          <p:cNvPr id="7" name="N5">
            <a:extLst>
              <a:ext uri="{FF2B5EF4-FFF2-40B4-BE49-F238E27FC236}">
                <a16:creationId xmlns:a16="http://schemas.microsoft.com/office/drawing/2014/main" id="{D60E20A6-40DE-61FF-BC52-780641776D60}"/>
              </a:ext>
            </a:extLst>
          </p:cNvPr>
          <p:cNvSpPr txBox="1"/>
          <p:nvPr/>
        </p:nvSpPr>
        <p:spPr>
          <a:xfrm>
            <a:off x="6863896" y="-11965950"/>
            <a:ext cx="1005403" cy="16342935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9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8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7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5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4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3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2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1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</p:txBody>
      </p:sp>
      <p:sp>
        <p:nvSpPr>
          <p:cNvPr id="6" name="N4">
            <a:extLst>
              <a:ext uri="{FF2B5EF4-FFF2-40B4-BE49-F238E27FC236}">
                <a16:creationId xmlns:a16="http://schemas.microsoft.com/office/drawing/2014/main" id="{B55EA620-A448-2ACD-AF8D-A6933BC4F87F}"/>
              </a:ext>
            </a:extLst>
          </p:cNvPr>
          <p:cNvSpPr txBox="1"/>
          <p:nvPr/>
        </p:nvSpPr>
        <p:spPr>
          <a:xfrm>
            <a:off x="5546009" y="2671817"/>
            <a:ext cx="1005403" cy="16342935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9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8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7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5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4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3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2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1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</p:txBody>
      </p:sp>
      <p:sp>
        <p:nvSpPr>
          <p:cNvPr id="5" name="N3">
            <a:extLst>
              <a:ext uri="{FF2B5EF4-FFF2-40B4-BE49-F238E27FC236}">
                <a16:creationId xmlns:a16="http://schemas.microsoft.com/office/drawing/2014/main" id="{EAC23BB9-25AA-23D1-BBA8-4E96A8121B22}"/>
              </a:ext>
            </a:extLst>
          </p:cNvPr>
          <p:cNvSpPr txBox="1"/>
          <p:nvPr/>
        </p:nvSpPr>
        <p:spPr>
          <a:xfrm>
            <a:off x="4604791" y="-11965950"/>
            <a:ext cx="1005403" cy="16342935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9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8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7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5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4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3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2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1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</p:txBody>
      </p:sp>
      <p:sp>
        <p:nvSpPr>
          <p:cNvPr id="4" name="N2">
            <a:extLst>
              <a:ext uri="{FF2B5EF4-FFF2-40B4-BE49-F238E27FC236}">
                <a16:creationId xmlns:a16="http://schemas.microsoft.com/office/drawing/2014/main" id="{95EF8A55-2A5D-C739-62DE-9F54AB9D7812}"/>
              </a:ext>
            </a:extLst>
          </p:cNvPr>
          <p:cNvSpPr txBox="1"/>
          <p:nvPr/>
        </p:nvSpPr>
        <p:spPr>
          <a:xfrm>
            <a:off x="3663573" y="2671817"/>
            <a:ext cx="1005403" cy="16342935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9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8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7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5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4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3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2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1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</p:txBody>
      </p:sp>
      <p:sp>
        <p:nvSpPr>
          <p:cNvPr id="3" name="N1">
            <a:extLst>
              <a:ext uri="{FF2B5EF4-FFF2-40B4-BE49-F238E27FC236}">
                <a16:creationId xmlns:a16="http://schemas.microsoft.com/office/drawing/2014/main" id="{321860B9-DC15-351B-F334-054EAF2E4D85}"/>
              </a:ext>
            </a:extLst>
          </p:cNvPr>
          <p:cNvSpPr txBox="1"/>
          <p:nvPr/>
        </p:nvSpPr>
        <p:spPr>
          <a:xfrm>
            <a:off x="2446833" y="-11965950"/>
            <a:ext cx="1005403" cy="16342935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9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8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7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5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4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3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2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1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</p:txBody>
      </p:sp>
      <p:grpSp>
        <p:nvGrpSpPr>
          <p:cNvPr id="34" name="!!mascara">
            <a:extLst>
              <a:ext uri="{FF2B5EF4-FFF2-40B4-BE49-F238E27FC236}">
                <a16:creationId xmlns:a16="http://schemas.microsoft.com/office/drawing/2014/main" id="{C287DD8F-17E0-D7CA-89A4-3F01919A018C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 useBgFill="1">
          <p:nvSpPr>
            <p:cNvPr id="9" name="Forma Livre: Forma 8">
              <a:extLst>
                <a:ext uri="{FF2B5EF4-FFF2-40B4-BE49-F238E27FC236}">
                  <a16:creationId xmlns:a16="http://schemas.microsoft.com/office/drawing/2014/main" id="{43DD7F38-D131-0688-54CD-A4DDB6A95DE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0"/>
              <a:ext cx="12192000" cy="6858000"/>
            </a:xfrm>
            <a:custGeom>
              <a:avLst/>
              <a:gdLst>
                <a:gd name="connsiteX0" fmla="*/ 2566220 w 12192000"/>
                <a:gd name="connsiteY0" fmla="*/ 2632290 h 6858000"/>
                <a:gd name="connsiteX1" fmla="*/ 2322443 w 12192000"/>
                <a:gd name="connsiteY1" fmla="*/ 2876067 h 6858000"/>
                <a:gd name="connsiteX2" fmla="*/ 2322443 w 12192000"/>
                <a:gd name="connsiteY2" fmla="*/ 3851145 h 6858000"/>
                <a:gd name="connsiteX3" fmla="*/ 2566220 w 12192000"/>
                <a:gd name="connsiteY3" fmla="*/ 4094922 h 6858000"/>
                <a:gd name="connsiteX4" fmla="*/ 9625780 w 12192000"/>
                <a:gd name="connsiteY4" fmla="*/ 4094922 h 6858000"/>
                <a:gd name="connsiteX5" fmla="*/ 9869557 w 12192000"/>
                <a:gd name="connsiteY5" fmla="*/ 3851145 h 6858000"/>
                <a:gd name="connsiteX6" fmla="*/ 9869557 w 12192000"/>
                <a:gd name="connsiteY6" fmla="*/ 2876067 h 6858000"/>
                <a:gd name="connsiteX7" fmla="*/ 9625780 w 12192000"/>
                <a:gd name="connsiteY7" fmla="*/ 2632290 h 6858000"/>
                <a:gd name="connsiteX8" fmla="*/ 0 w 12192000"/>
                <a:gd name="connsiteY8" fmla="*/ 0 h 6858000"/>
                <a:gd name="connsiteX9" fmla="*/ 12192000 w 12192000"/>
                <a:gd name="connsiteY9" fmla="*/ 0 h 6858000"/>
                <a:gd name="connsiteX10" fmla="*/ 12192000 w 12192000"/>
                <a:gd name="connsiteY10" fmla="*/ 6858000 h 6858000"/>
                <a:gd name="connsiteX11" fmla="*/ 0 w 12192000"/>
                <a:gd name="connsiteY11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192000" h="6858000">
                  <a:moveTo>
                    <a:pt x="2566220" y="2632290"/>
                  </a:moveTo>
                  <a:cubicBezTo>
                    <a:pt x="2431586" y="2632290"/>
                    <a:pt x="2322443" y="2741433"/>
                    <a:pt x="2322443" y="2876067"/>
                  </a:cubicBezTo>
                  <a:lnTo>
                    <a:pt x="2322443" y="3851145"/>
                  </a:lnTo>
                  <a:cubicBezTo>
                    <a:pt x="2322443" y="3985779"/>
                    <a:pt x="2431586" y="4094922"/>
                    <a:pt x="2566220" y="4094922"/>
                  </a:cubicBezTo>
                  <a:lnTo>
                    <a:pt x="9625780" y="4094922"/>
                  </a:lnTo>
                  <a:cubicBezTo>
                    <a:pt x="9760414" y="4094922"/>
                    <a:pt x="9869557" y="3985779"/>
                    <a:pt x="9869557" y="3851145"/>
                  </a:cubicBezTo>
                  <a:lnTo>
                    <a:pt x="9869557" y="2876067"/>
                  </a:lnTo>
                  <a:cubicBezTo>
                    <a:pt x="9869557" y="2741433"/>
                    <a:pt x="9760414" y="2632290"/>
                    <a:pt x="9625780" y="2632290"/>
                  </a:cubicBezTo>
                  <a:close/>
                  <a:moveTo>
                    <a:pt x="0" y="0"/>
                  </a:moveTo>
                  <a:lnTo>
                    <a:pt x="12192000" y="0"/>
                  </a:lnTo>
                  <a:lnTo>
                    <a:pt x="12192000" y="6858000"/>
                  </a:lnTo>
                  <a:lnTo>
                    <a:pt x="0" y="6858000"/>
                  </a:lnTo>
                  <a:close/>
                </a:path>
              </a:pathLst>
            </a:custGeom>
            <a:ln>
              <a:noFill/>
            </a:ln>
            <a:effectLst>
              <a:outerShdw blurRad="3810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0" name="CaixaDeTexto 9">
              <a:extLst>
                <a:ext uri="{FF2B5EF4-FFF2-40B4-BE49-F238E27FC236}">
                  <a16:creationId xmlns:a16="http://schemas.microsoft.com/office/drawing/2014/main" id="{4014AAB1-279C-87A1-6A54-69E5927AF183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40326" y="330615"/>
              <a:ext cx="11111348" cy="985530"/>
            </a:xfrm>
            <a:prstGeom prst="roundRect">
              <a:avLst>
                <a:gd name="adj" fmla="val 26924"/>
              </a:avLst>
            </a:prstGeom>
            <a:solidFill>
              <a:srgbClr val="FFC000"/>
            </a:solidFill>
            <a:ln w="19050">
              <a:noFill/>
            </a:ln>
            <a:effectLst>
              <a:outerShdw blurRad="635000" dist="2540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 anchorCtr="1"/>
            <a:lstStyle>
              <a:defPPr>
                <a:defRPr lang="pt-BR"/>
              </a:defPPr>
              <a:lvl1pPr algn="ctr">
                <a:defRPr b="1">
                  <a:ln w="3175">
                    <a:noFill/>
                  </a:ln>
                  <a:solidFill>
                    <a:srgbClr val="FF0000"/>
                  </a:solidFill>
                  <a:latin typeface="Arial Narrow" panose="020B0606020202030204" pitchFamily="34" charset="0"/>
                  <a:ea typeface="Open Sans Extrabold" panose="020B0906030804020204" pitchFamily="34" charset="0"/>
                  <a:cs typeface="Arial" panose="020B0604020202020204" pitchFamily="34" charset="0"/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4400" b="1" i="0" u="none" strike="noStrike" kern="1200" cap="none" spc="600" normalizeH="0" baseline="0" noProof="0">
                  <a:ln w="3175"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Open Sans Extrabold" panose="020B0906030804020204" pitchFamily="34" charset="0"/>
                  <a:cs typeface="Arial" panose="020B0604020202020204" pitchFamily="34" charset="0"/>
                </a:rPr>
                <a:t>VOCÊ ERROU!</a:t>
              </a:r>
            </a:p>
          </p:txBody>
        </p:sp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6893B8BF-F8F5-DB56-E87C-8ED5CBA7FCB6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226072" y="2180704"/>
              <a:ext cx="206883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24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Arial" panose="020B0604020202020204" pitchFamily="34" charset="0"/>
                </a:rPr>
                <a:t>Você ganhou:</a:t>
              </a:r>
            </a:p>
          </p:txBody>
        </p:sp>
        <p:sp>
          <p:nvSpPr>
            <p:cNvPr id="12" name="CaixaDeTexto 11">
              <a:extLst>
                <a:ext uri="{FF2B5EF4-FFF2-40B4-BE49-F238E27FC236}">
                  <a16:creationId xmlns:a16="http://schemas.microsoft.com/office/drawing/2014/main" id="{E77C9F72-334E-862C-ACF5-323EF2E8C72C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667254" y="2555761"/>
              <a:ext cx="64472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28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R$</a:t>
              </a:r>
            </a:p>
          </p:txBody>
        </p:sp>
        <p:sp>
          <p:nvSpPr>
            <p:cNvPr id="13" name="Elipse 12">
              <a:extLst>
                <a:ext uri="{FF2B5EF4-FFF2-40B4-BE49-F238E27FC236}">
                  <a16:creationId xmlns:a16="http://schemas.microsoft.com/office/drawing/2014/main" id="{D879FEC9-3C93-4084-1DC0-039C3A2FA1A8}"/>
                </a:ext>
              </a:extLst>
            </p:cNvPr>
            <p:cNvSpPr>
              <a:spLocks noGrp="1" noRot="1" noChangeAspect="1" noMove="1" noResize="1" noEditPoints="1" noAdjustHandles="1" noChangeArrowheads="1" noChangeShapeType="1"/>
            </p:cNvSpPr>
            <p:nvPr/>
          </p:nvSpPr>
          <p:spPr>
            <a:xfrm>
              <a:off x="3480684" y="3646074"/>
              <a:ext cx="180000" cy="180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4" name="Elipse 13">
              <a:extLst>
                <a:ext uri="{FF2B5EF4-FFF2-40B4-BE49-F238E27FC236}">
                  <a16:creationId xmlns:a16="http://schemas.microsoft.com/office/drawing/2014/main" id="{4014B435-FE21-6F3F-D0A3-96A450E125B7}"/>
                </a:ext>
              </a:extLst>
            </p:cNvPr>
            <p:cNvSpPr>
              <a:spLocks noGrp="1" noRot="1" noChangeAspect="1" noMove="1" noResize="1" noEditPoints="1" noAdjustHandles="1" noChangeArrowheads="1" noChangeShapeType="1"/>
            </p:cNvSpPr>
            <p:nvPr/>
          </p:nvSpPr>
          <p:spPr>
            <a:xfrm>
              <a:off x="6610570" y="3646074"/>
              <a:ext cx="180000" cy="180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grpSp>
        <p:nvGrpSpPr>
          <p:cNvPr id="15" name="barra de progresso">
            <a:extLst>
              <a:ext uri="{FF2B5EF4-FFF2-40B4-BE49-F238E27FC236}">
                <a16:creationId xmlns:a16="http://schemas.microsoft.com/office/drawing/2014/main" id="{D7DF4F7E-B4C8-F5D8-B5B0-9D68AE4528F9}"/>
              </a:ext>
            </a:extLst>
          </p:cNvPr>
          <p:cNvGrpSpPr/>
          <p:nvPr/>
        </p:nvGrpSpPr>
        <p:grpSpPr>
          <a:xfrm>
            <a:off x="540326" y="6168042"/>
            <a:ext cx="11111348" cy="216000"/>
            <a:chOff x="540326" y="6168042"/>
            <a:chExt cx="11111348" cy="216000"/>
          </a:xfrm>
        </p:grpSpPr>
        <p:sp useBgFill="1">
          <p:nvSpPr>
            <p:cNvPr id="16" name="Retângulo: Cantos Arredondados 15">
              <a:extLst>
                <a:ext uri="{FF2B5EF4-FFF2-40B4-BE49-F238E27FC236}">
                  <a16:creationId xmlns:a16="http://schemas.microsoft.com/office/drawing/2014/main" id="{645F6494-8FFC-74C9-3BEE-6344C16689C9}"/>
                </a:ext>
              </a:extLst>
            </p:cNvPr>
            <p:cNvSpPr/>
            <p:nvPr/>
          </p:nvSpPr>
          <p:spPr>
            <a:xfrm>
              <a:off x="540326" y="6168042"/>
              <a:ext cx="540000" cy="216000"/>
            </a:xfrm>
            <a:prstGeom prst="roundRect">
              <a:avLst>
                <a:gd name="adj" fmla="val 50000"/>
              </a:avLst>
            </a:prstGeom>
            <a:ln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17" name="Retângulo: Cantos Arredondados 16">
              <a:extLst>
                <a:ext uri="{FF2B5EF4-FFF2-40B4-BE49-F238E27FC236}">
                  <a16:creationId xmlns:a16="http://schemas.microsoft.com/office/drawing/2014/main" id="{D0360543-989E-44E5-018D-E2B5E5E7950A}"/>
                </a:ext>
              </a:extLst>
            </p:cNvPr>
            <p:cNvSpPr/>
            <p:nvPr/>
          </p:nvSpPr>
          <p:spPr>
            <a:xfrm>
              <a:off x="1245083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18" name="Retângulo: Cantos Arredondados 17">
              <a:extLst>
                <a:ext uri="{FF2B5EF4-FFF2-40B4-BE49-F238E27FC236}">
                  <a16:creationId xmlns:a16="http://schemas.microsoft.com/office/drawing/2014/main" id="{832CD0D4-B00B-66F6-AC8B-2047BB5D1C88}"/>
                </a:ext>
              </a:extLst>
            </p:cNvPr>
            <p:cNvSpPr/>
            <p:nvPr/>
          </p:nvSpPr>
          <p:spPr>
            <a:xfrm>
              <a:off x="1949840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19" name="Retângulo: Cantos Arredondados 18">
              <a:extLst>
                <a:ext uri="{FF2B5EF4-FFF2-40B4-BE49-F238E27FC236}">
                  <a16:creationId xmlns:a16="http://schemas.microsoft.com/office/drawing/2014/main" id="{09C5ED91-4829-2188-7144-57BB65B5895C}"/>
                </a:ext>
              </a:extLst>
            </p:cNvPr>
            <p:cNvSpPr/>
            <p:nvPr/>
          </p:nvSpPr>
          <p:spPr>
            <a:xfrm>
              <a:off x="2654597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20" name="Retângulo: Cantos Arredondados 19">
              <a:extLst>
                <a:ext uri="{FF2B5EF4-FFF2-40B4-BE49-F238E27FC236}">
                  <a16:creationId xmlns:a16="http://schemas.microsoft.com/office/drawing/2014/main" id="{B5F9D68A-2A87-C90C-1D98-7737129DB43B}"/>
                </a:ext>
              </a:extLst>
            </p:cNvPr>
            <p:cNvSpPr/>
            <p:nvPr/>
          </p:nvSpPr>
          <p:spPr>
            <a:xfrm>
              <a:off x="3359354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21" name="Retângulo: Cantos Arredondados 20">
              <a:extLst>
                <a:ext uri="{FF2B5EF4-FFF2-40B4-BE49-F238E27FC236}">
                  <a16:creationId xmlns:a16="http://schemas.microsoft.com/office/drawing/2014/main" id="{A3EAB60E-42B2-0210-E6AD-787A54CF5E6B}"/>
                </a:ext>
              </a:extLst>
            </p:cNvPr>
            <p:cNvSpPr/>
            <p:nvPr/>
          </p:nvSpPr>
          <p:spPr>
            <a:xfrm>
              <a:off x="4064111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22" name="Retângulo: Cantos Arredondados 21">
              <a:extLst>
                <a:ext uri="{FF2B5EF4-FFF2-40B4-BE49-F238E27FC236}">
                  <a16:creationId xmlns:a16="http://schemas.microsoft.com/office/drawing/2014/main" id="{7805FE38-3DA6-AA69-5A21-5FDF35D7E06F}"/>
                </a:ext>
              </a:extLst>
            </p:cNvPr>
            <p:cNvSpPr/>
            <p:nvPr/>
          </p:nvSpPr>
          <p:spPr>
            <a:xfrm>
              <a:off x="4768868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23" name="Retângulo: Cantos Arredondados 22">
              <a:extLst>
                <a:ext uri="{FF2B5EF4-FFF2-40B4-BE49-F238E27FC236}">
                  <a16:creationId xmlns:a16="http://schemas.microsoft.com/office/drawing/2014/main" id="{2F3233F8-5476-5095-85DB-1E53D02FFF73}"/>
                </a:ext>
              </a:extLst>
            </p:cNvPr>
            <p:cNvSpPr/>
            <p:nvPr/>
          </p:nvSpPr>
          <p:spPr>
            <a:xfrm>
              <a:off x="5473625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24" name="Retângulo: Cantos Arredondados 23">
              <a:extLst>
                <a:ext uri="{FF2B5EF4-FFF2-40B4-BE49-F238E27FC236}">
                  <a16:creationId xmlns:a16="http://schemas.microsoft.com/office/drawing/2014/main" id="{BE1456AE-ED2B-72A9-D02A-1CD0F978D85D}"/>
                </a:ext>
              </a:extLst>
            </p:cNvPr>
            <p:cNvSpPr/>
            <p:nvPr/>
          </p:nvSpPr>
          <p:spPr>
            <a:xfrm>
              <a:off x="6178382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25" name="Retângulo: Cantos Arredondados 24">
              <a:extLst>
                <a:ext uri="{FF2B5EF4-FFF2-40B4-BE49-F238E27FC236}">
                  <a16:creationId xmlns:a16="http://schemas.microsoft.com/office/drawing/2014/main" id="{4755B973-D05B-1281-55E7-74B61C8A4505}"/>
                </a:ext>
              </a:extLst>
            </p:cNvPr>
            <p:cNvSpPr/>
            <p:nvPr/>
          </p:nvSpPr>
          <p:spPr>
            <a:xfrm>
              <a:off x="6883139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26" name="Retângulo: Cantos Arredondados 25">
              <a:extLst>
                <a:ext uri="{FF2B5EF4-FFF2-40B4-BE49-F238E27FC236}">
                  <a16:creationId xmlns:a16="http://schemas.microsoft.com/office/drawing/2014/main" id="{23BB2712-A117-128D-132B-22540621C404}"/>
                </a:ext>
              </a:extLst>
            </p:cNvPr>
            <p:cNvSpPr/>
            <p:nvPr/>
          </p:nvSpPr>
          <p:spPr>
            <a:xfrm>
              <a:off x="7587896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27" name="Retângulo: Cantos Arredondados 26">
              <a:extLst>
                <a:ext uri="{FF2B5EF4-FFF2-40B4-BE49-F238E27FC236}">
                  <a16:creationId xmlns:a16="http://schemas.microsoft.com/office/drawing/2014/main" id="{1F3E133E-5E8D-EA78-A60D-62DE8FA3C825}"/>
                </a:ext>
              </a:extLst>
            </p:cNvPr>
            <p:cNvSpPr/>
            <p:nvPr/>
          </p:nvSpPr>
          <p:spPr>
            <a:xfrm>
              <a:off x="8292653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28" name="Retângulo: Cantos Arredondados 27">
              <a:extLst>
                <a:ext uri="{FF2B5EF4-FFF2-40B4-BE49-F238E27FC236}">
                  <a16:creationId xmlns:a16="http://schemas.microsoft.com/office/drawing/2014/main" id="{52F08055-4C07-9D7D-B51F-6C5520201AFF}"/>
                </a:ext>
              </a:extLst>
            </p:cNvPr>
            <p:cNvSpPr/>
            <p:nvPr/>
          </p:nvSpPr>
          <p:spPr>
            <a:xfrm>
              <a:off x="8997410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29" name="Retângulo: Cantos Arredondados 28">
              <a:extLst>
                <a:ext uri="{FF2B5EF4-FFF2-40B4-BE49-F238E27FC236}">
                  <a16:creationId xmlns:a16="http://schemas.microsoft.com/office/drawing/2014/main" id="{915F56B7-CB97-B128-3798-360BFADDFBFE}"/>
                </a:ext>
              </a:extLst>
            </p:cNvPr>
            <p:cNvSpPr/>
            <p:nvPr/>
          </p:nvSpPr>
          <p:spPr>
            <a:xfrm>
              <a:off x="9702167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30" name="Retângulo: Cantos Arredondados 29">
              <a:extLst>
                <a:ext uri="{FF2B5EF4-FFF2-40B4-BE49-F238E27FC236}">
                  <a16:creationId xmlns:a16="http://schemas.microsoft.com/office/drawing/2014/main" id="{6422418E-AA0B-8E26-FC84-D410772659AF}"/>
                </a:ext>
              </a:extLst>
            </p:cNvPr>
            <p:cNvSpPr/>
            <p:nvPr/>
          </p:nvSpPr>
          <p:spPr>
            <a:xfrm>
              <a:off x="10406924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31" name="Retângulo: Cantos Arredondados 30">
              <a:extLst>
                <a:ext uri="{FF2B5EF4-FFF2-40B4-BE49-F238E27FC236}">
                  <a16:creationId xmlns:a16="http://schemas.microsoft.com/office/drawing/2014/main" id="{E640292C-BE19-1E3C-A127-339B803D0EC0}"/>
                </a:ext>
              </a:extLst>
            </p:cNvPr>
            <p:cNvSpPr/>
            <p:nvPr/>
          </p:nvSpPr>
          <p:spPr>
            <a:xfrm>
              <a:off x="11111674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pic>
        <p:nvPicPr>
          <p:cNvPr id="32" name="emoji">
            <a:extLst>
              <a:ext uri="{FF2B5EF4-FFF2-40B4-BE49-F238E27FC236}">
                <a16:creationId xmlns:a16="http://schemas.microsoft.com/office/drawing/2014/main" id="{D5E21F0E-C48A-B95C-AD66-20556A0DDDF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343083" y="1938181"/>
            <a:ext cx="1085856" cy="1085856"/>
          </a:xfrm>
          <a:prstGeom prst="rect">
            <a:avLst/>
          </a:prstGeom>
          <a:effectLst>
            <a:outerShdw blurRad="635000" dist="190500" dir="2700000" algn="tl" rotWithShape="0">
              <a:prstClr val="black">
                <a:alpha val="60000"/>
              </a:prstClr>
            </a:outerShdw>
          </a:effectLst>
        </p:spPr>
      </p:pic>
      <p:pic>
        <p:nvPicPr>
          <p:cNvPr id="37" name="que pena, vc errou">
            <a:hlinkClick r:id="" action="ppaction://media"/>
            <a:extLst>
              <a:ext uri="{FF2B5EF4-FFF2-40B4-BE49-F238E27FC236}">
                <a16:creationId xmlns:a16="http://schemas.microsoft.com/office/drawing/2014/main" id="{E7877330-4976-EF07-7A6B-DC501CA5A40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-772973" y="206871"/>
            <a:ext cx="509587" cy="509587"/>
          </a:xfrm>
          <a:prstGeom prst="rect">
            <a:avLst/>
          </a:prstGeom>
        </p:spPr>
      </p:pic>
      <p:sp>
        <p:nvSpPr>
          <p:cNvPr id="33" name="Botaão Próxima">
            <a:hlinkClick r:id="rId7" action="ppaction://hlinksldjump"/>
            <a:extLst>
              <a:ext uri="{FF2B5EF4-FFF2-40B4-BE49-F238E27FC236}">
                <a16:creationId xmlns:a16="http://schemas.microsoft.com/office/drawing/2014/main" id="{53474A7E-3077-C8C5-1005-C2DA17EEE819}"/>
              </a:ext>
            </a:extLst>
          </p:cNvPr>
          <p:cNvSpPr/>
          <p:nvPr/>
        </p:nvSpPr>
        <p:spPr>
          <a:xfrm>
            <a:off x="9077057" y="5271949"/>
            <a:ext cx="2330219" cy="540000"/>
          </a:xfrm>
          <a:prstGeom prst="roundRect">
            <a:avLst/>
          </a:prstGeom>
          <a:gradFill flip="none" rotWithShape="1">
            <a:gsLst>
              <a:gs pos="0">
                <a:schemeClr val="accent6"/>
              </a:gs>
              <a:gs pos="59000">
                <a:schemeClr val="accent6">
                  <a:lumMod val="75000"/>
                </a:schemeClr>
              </a:gs>
              <a:gs pos="100000">
                <a:schemeClr val="accent6">
                  <a:lumMod val="50000"/>
                </a:schemeClr>
              </a:gs>
            </a:gsLst>
            <a:lin ang="19200000" scaled="0"/>
            <a:tileRect/>
          </a:gradFill>
          <a:ln w="19050">
            <a:solidFill>
              <a:schemeClr val="bg1"/>
            </a:solidFill>
          </a:ln>
          <a:effectLst>
            <a:outerShdw blurRad="381000" dist="1270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rIns="108000" rtlCol="0" anchor="ctr"/>
          <a:lstStyle/>
          <a:p>
            <a:pPr algn="ctr"/>
            <a:r>
              <a:rPr lang="pt-BR" sz="1400" b="1" dirty="0">
                <a:ln w="3175">
                  <a:noFill/>
                </a:ln>
                <a:effectLst>
                  <a:outerShdw blurRad="1270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Arial" panose="020B0604020202020204" pitchFamily="34" charset="0"/>
                <a:ea typeface="Open Sans Extrabold" panose="020B0906030804020204" pitchFamily="34" charset="0"/>
                <a:cs typeface="Arial" panose="020B0604020202020204" pitchFamily="34" charset="0"/>
              </a:rPr>
              <a:t>Voltar</a:t>
            </a:r>
          </a:p>
        </p:txBody>
      </p:sp>
    </p:spTree>
    <p:extLst>
      <p:ext uri="{BB962C8B-B14F-4D97-AF65-F5344CB8AC3E}">
        <p14:creationId xmlns:p14="http://schemas.microsoft.com/office/powerpoint/2010/main" val="15526029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2040" fill="hold"/>
                                            <p:tgtEl>
                                              <p:spTgt spid="37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  <p:par>
                                    <p:cTn id="7" presetID="2" presetClass="entr" presetSubtype="4" fill="hold" grpId="0" nodeType="with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9" dur="20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10" dur="20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1" presetID="2" presetClass="entr" presetSubtype="1" fill="hold" grpId="0" nodeType="with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13" dur="20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14" dur="20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5" presetID="2" presetClass="entr" presetSubtype="4" fill="hold" grpId="0" nodeType="with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17" dur="20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18" dur="20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9" presetID="2" presetClass="entr" presetSubtype="1" fill="hold" grpId="0" nodeType="with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21" dur="20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22" dur="20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3" presetID="2" presetClass="entr" presetSubtype="4" fill="hold" grpId="0" nodeType="with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25" dur="20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26" dur="20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7" presetID="2" presetClass="entr" presetSubtype="1" fill="hold" grpId="0" nodeType="with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29" dur="20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30" dur="20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1" presetID="2" presetClass="entr" presetSubtype="4" fill="hold" grpId="0" nodeType="with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33" dur="20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34" dur="20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5" presetID="23" presetClass="entr" presetSubtype="32" fill="hold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7" dur="5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4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8" dur="5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4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9" presetID="22" presetClass="entr" presetSubtype="8" fill="hold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4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41" dur="1000"/>
                                            <p:tgtEl>
                                              <p:spTgt spid="1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2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43" dur="indefinite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44" dur="indefinite"/>
                                            <p:tgtEl>
                                              <p:spTgt spid="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5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46" dur="indefinite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47" dur="indefinite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8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49" dur="indefinite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50" dur="indefinite"/>
                                            <p:tgtEl>
                                              <p:spTgt spid="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1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52" dur="indefinite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53" dur="indefinite"/>
                                            <p:tgtEl>
                                              <p:spTgt spid="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4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55" dur="indefinite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56" dur="indefinite"/>
                                            <p:tgtEl>
                                              <p:spTgt spid="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7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58" dur="indefinite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59" dur="indefinite"/>
                                            <p:tgtEl>
                                              <p:spTgt spid="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0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61" dur="indefinite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62" dur="indefinite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63" fill="hold">
                                <p:stCondLst>
                                  <p:cond delay="2040"/>
                                </p:stCondLst>
                                <p:childTnLst>
                                  <p:par>
                                    <p:cTn id="64" presetID="5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66" dur="5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7" dur="5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68" dur="500"/>
                                            <p:tgtEl>
                                              <p:spTgt spid="3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9" presetID="42" presetClass="path" presetSubtype="0" accel="50000" decel="5000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4.16667E-6 -1.85185E-6 L -4.16667E-6 0.3206 " pathEditMode="relative" rAng="0" ptsTypes="AA">
                                          <p:cBhvr>
                                            <p:cTn id="70" dur="500" spd="-1000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16019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71" fill="hold">
                                <p:stCondLst>
                                  <p:cond delay="2540"/>
                                </p:stCondLst>
                                <p:childTnLst>
                                  <p:par>
                                    <p:cTn id="72" presetID="6" presetClass="emph" presetSubtype="0" repeatCount="indefinite" autoRev="1" fill="hold" grpId="2" nodeType="afterEffect">
                                      <p:stCondLst>
                                        <p:cond delay="0"/>
                                      </p:stCondLst>
                                      <p:endCondLst>
                                        <p:cond evt="onNext" delay="0">
                                          <p:tgtEl>
                                            <p:sldTgt/>
                                          </p:tgtEl>
                                        </p:cond>
                                      </p:endCondLst>
                                      <p:childTnLst>
                                        <p:animScale>
                                          <p:cBhvr>
                                            <p:cTn id="73" dur="500" fill="hold"/>
                                            <p:tgtEl>
                                              <p:spTgt spid="33"/>
                                            </p:tgtEl>
                                          </p:cBhvr>
                                          <p:by x="90000" y="90000"/>
                                        </p:animScale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>
                    <p:cTn id="74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37"/>
                    </p:tgtEl>
                  </p:cMediaNode>
                </p:audio>
              </p:childTnLst>
            </p:cTn>
          </p:par>
        </p:tnLst>
        <p:bldLst>
          <p:bldP spid="2" grpId="0"/>
          <p:bldP spid="2" grpId="1"/>
          <p:bldP spid="8" grpId="0"/>
          <p:bldP spid="8" grpId="1"/>
          <p:bldP spid="7" grpId="0"/>
          <p:bldP spid="7" grpId="1"/>
          <p:bldP spid="6" grpId="0"/>
          <p:bldP spid="6" grpId="1"/>
          <p:bldP spid="5" grpId="0"/>
          <p:bldP spid="5" grpId="1"/>
          <p:bldP spid="4" grpId="0"/>
          <p:bldP spid="4" grpId="1"/>
          <p:bldP spid="3" grpId="0"/>
          <p:bldP spid="3" grpId="1"/>
          <p:bldP spid="33" grpId="0" animBg="1"/>
          <p:bldP spid="33" grpId="1" animBg="1"/>
          <p:bldP spid="33" grpId="2" animBg="1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2040" fill="hold"/>
                                            <p:tgtEl>
                                              <p:spTgt spid="37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  <p:par>
                                    <p:cTn id="7" presetID="2" presetClass="entr" presetSubtype="4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9" dur="20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0" dur="20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1" presetID="2" presetClass="entr" presetSubtype="1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3" dur="20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4" dur="20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5" presetID="2" presetClass="entr" presetSubtype="4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7" dur="20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8" dur="20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9" presetID="2" presetClass="entr" presetSubtype="1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1" dur="20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2" dur="20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3" presetID="2" presetClass="entr" presetSubtype="4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5" dur="20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6" dur="20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7" presetID="2" presetClass="entr" presetSubtype="1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9" dur="20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0" dur="20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1" presetID="2" presetClass="entr" presetSubtype="4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3" dur="20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4" dur="20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5" presetID="23" presetClass="entr" presetSubtype="32" fill="hold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7" dur="5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4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8" dur="5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4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9" presetID="22" presetClass="entr" presetSubtype="8" fill="hold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4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41" dur="1000"/>
                                            <p:tgtEl>
                                              <p:spTgt spid="1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2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43" dur="indefinite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44" dur="indefinite"/>
                                            <p:tgtEl>
                                              <p:spTgt spid="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5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46" dur="indefinite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47" dur="indefinite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8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49" dur="indefinite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50" dur="indefinite"/>
                                            <p:tgtEl>
                                              <p:spTgt spid="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1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52" dur="indefinite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53" dur="indefinite"/>
                                            <p:tgtEl>
                                              <p:spTgt spid="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4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55" dur="indefinite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56" dur="indefinite"/>
                                            <p:tgtEl>
                                              <p:spTgt spid="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7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58" dur="indefinite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59" dur="indefinite"/>
                                            <p:tgtEl>
                                              <p:spTgt spid="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0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61" dur="indefinite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62" dur="indefinite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63" fill="hold">
                                <p:stCondLst>
                                  <p:cond delay="2040"/>
                                </p:stCondLst>
                                <p:childTnLst>
                                  <p:par>
                                    <p:cTn id="64" presetID="5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66" dur="5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7" dur="5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68" dur="500"/>
                                            <p:tgtEl>
                                              <p:spTgt spid="3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9" presetID="42" presetClass="path" presetSubtype="0" accel="50000" decel="5000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4.16667E-6 -1.85185E-6 L -4.16667E-6 0.3206 " pathEditMode="relative" rAng="0" ptsTypes="AA">
                                          <p:cBhvr>
                                            <p:cTn id="70" dur="500" spd="-1000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16019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71" fill="hold">
                                <p:stCondLst>
                                  <p:cond delay="2540"/>
                                </p:stCondLst>
                                <p:childTnLst>
                                  <p:par>
                                    <p:cTn id="72" presetID="6" presetClass="emph" presetSubtype="0" repeatCount="indefinite" autoRev="1" fill="hold" grpId="2" nodeType="afterEffect">
                                      <p:stCondLst>
                                        <p:cond delay="0"/>
                                      </p:stCondLst>
                                      <p:endCondLst>
                                        <p:cond evt="onNext" delay="0">
                                          <p:tgtEl>
                                            <p:sldTgt/>
                                          </p:tgtEl>
                                        </p:cond>
                                      </p:endCondLst>
                                      <p:childTnLst>
                                        <p:animScale>
                                          <p:cBhvr>
                                            <p:cTn id="73" dur="500" fill="hold"/>
                                            <p:tgtEl>
                                              <p:spTgt spid="33"/>
                                            </p:tgtEl>
                                          </p:cBhvr>
                                          <p:by x="90000" y="90000"/>
                                        </p:animScale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>
                    <p:cTn id="74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37"/>
                    </p:tgtEl>
                  </p:cMediaNode>
                </p:audio>
              </p:childTnLst>
            </p:cTn>
          </p:par>
        </p:tnLst>
        <p:bldLst>
          <p:bldP spid="2" grpId="0"/>
          <p:bldP spid="2" grpId="1"/>
          <p:bldP spid="8" grpId="0"/>
          <p:bldP spid="8" grpId="1"/>
          <p:bldP spid="7" grpId="0"/>
          <p:bldP spid="7" grpId="1"/>
          <p:bldP spid="6" grpId="0"/>
          <p:bldP spid="6" grpId="1"/>
          <p:bldP spid="5" grpId="0"/>
          <p:bldP spid="5" grpId="1"/>
          <p:bldP spid="4" grpId="0"/>
          <p:bldP spid="4" grpId="1"/>
          <p:bldP spid="3" grpId="0"/>
          <p:bldP spid="3" grpId="1"/>
          <p:bldP spid="33" grpId="0" animBg="1"/>
          <p:bldP spid="33" grpId="1" animBg="1"/>
          <p:bldP spid="33" grpId="2" animBg="1"/>
        </p:bldLst>
      </p:timing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C00000"/>
            </a:gs>
            <a:gs pos="100000">
              <a:schemeClr val="tx1">
                <a:lumMod val="85000"/>
                <a:lumOff val="15000"/>
              </a:schemeClr>
            </a:gs>
          </a:gsLst>
          <a:lin ang="81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7">
            <a:extLst>
              <a:ext uri="{FF2B5EF4-FFF2-40B4-BE49-F238E27FC236}">
                <a16:creationId xmlns:a16="http://schemas.microsoft.com/office/drawing/2014/main" id="{AF47984B-59F1-7176-A115-158B29114E0E}"/>
              </a:ext>
            </a:extLst>
          </p:cNvPr>
          <p:cNvSpPr txBox="1"/>
          <p:nvPr/>
        </p:nvSpPr>
        <p:spPr>
          <a:xfrm>
            <a:off x="8746332" y="-11965950"/>
            <a:ext cx="1005403" cy="16342935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9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8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7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5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4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3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2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1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</p:txBody>
      </p:sp>
      <p:sp>
        <p:nvSpPr>
          <p:cNvPr id="8" name="N6">
            <a:extLst>
              <a:ext uri="{FF2B5EF4-FFF2-40B4-BE49-F238E27FC236}">
                <a16:creationId xmlns:a16="http://schemas.microsoft.com/office/drawing/2014/main" id="{FE3BD9AB-7F50-A4B5-5F53-70354EF481F4}"/>
              </a:ext>
            </a:extLst>
          </p:cNvPr>
          <p:cNvSpPr txBox="1"/>
          <p:nvPr/>
        </p:nvSpPr>
        <p:spPr>
          <a:xfrm>
            <a:off x="7805114" y="2671817"/>
            <a:ext cx="1005403" cy="16342935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9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8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7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5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4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3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2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1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</p:txBody>
      </p:sp>
      <p:sp>
        <p:nvSpPr>
          <p:cNvPr id="7" name="N5">
            <a:extLst>
              <a:ext uri="{FF2B5EF4-FFF2-40B4-BE49-F238E27FC236}">
                <a16:creationId xmlns:a16="http://schemas.microsoft.com/office/drawing/2014/main" id="{D60E20A6-40DE-61FF-BC52-780641776D60}"/>
              </a:ext>
            </a:extLst>
          </p:cNvPr>
          <p:cNvSpPr txBox="1"/>
          <p:nvPr/>
        </p:nvSpPr>
        <p:spPr>
          <a:xfrm>
            <a:off x="6863896" y="-11965950"/>
            <a:ext cx="1005403" cy="16342935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9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8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7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5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4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3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2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1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</p:txBody>
      </p:sp>
      <p:sp>
        <p:nvSpPr>
          <p:cNvPr id="6" name="N4">
            <a:extLst>
              <a:ext uri="{FF2B5EF4-FFF2-40B4-BE49-F238E27FC236}">
                <a16:creationId xmlns:a16="http://schemas.microsoft.com/office/drawing/2014/main" id="{B55EA620-A448-2ACD-AF8D-A6933BC4F87F}"/>
              </a:ext>
            </a:extLst>
          </p:cNvPr>
          <p:cNvSpPr txBox="1"/>
          <p:nvPr/>
        </p:nvSpPr>
        <p:spPr>
          <a:xfrm>
            <a:off x="5546009" y="2671817"/>
            <a:ext cx="1005403" cy="16342935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9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8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7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5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4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3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2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1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</p:txBody>
      </p:sp>
      <p:sp>
        <p:nvSpPr>
          <p:cNvPr id="5" name="N3">
            <a:extLst>
              <a:ext uri="{FF2B5EF4-FFF2-40B4-BE49-F238E27FC236}">
                <a16:creationId xmlns:a16="http://schemas.microsoft.com/office/drawing/2014/main" id="{EAC23BB9-25AA-23D1-BBA8-4E96A8121B22}"/>
              </a:ext>
            </a:extLst>
          </p:cNvPr>
          <p:cNvSpPr txBox="1"/>
          <p:nvPr/>
        </p:nvSpPr>
        <p:spPr>
          <a:xfrm>
            <a:off x="4604791" y="-11965950"/>
            <a:ext cx="1005403" cy="16342935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9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8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7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5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4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3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2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1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</p:txBody>
      </p:sp>
      <p:sp>
        <p:nvSpPr>
          <p:cNvPr id="4" name="N2">
            <a:extLst>
              <a:ext uri="{FF2B5EF4-FFF2-40B4-BE49-F238E27FC236}">
                <a16:creationId xmlns:a16="http://schemas.microsoft.com/office/drawing/2014/main" id="{95EF8A55-2A5D-C739-62DE-9F54AB9D7812}"/>
              </a:ext>
            </a:extLst>
          </p:cNvPr>
          <p:cNvSpPr txBox="1"/>
          <p:nvPr/>
        </p:nvSpPr>
        <p:spPr>
          <a:xfrm>
            <a:off x="3663573" y="2671817"/>
            <a:ext cx="1005403" cy="16342935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9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8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7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5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4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3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2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1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</p:txBody>
      </p:sp>
      <p:sp>
        <p:nvSpPr>
          <p:cNvPr id="3" name="N1">
            <a:extLst>
              <a:ext uri="{FF2B5EF4-FFF2-40B4-BE49-F238E27FC236}">
                <a16:creationId xmlns:a16="http://schemas.microsoft.com/office/drawing/2014/main" id="{321860B9-DC15-351B-F334-054EAF2E4D85}"/>
              </a:ext>
            </a:extLst>
          </p:cNvPr>
          <p:cNvSpPr txBox="1"/>
          <p:nvPr/>
        </p:nvSpPr>
        <p:spPr>
          <a:xfrm>
            <a:off x="2446833" y="-11965950"/>
            <a:ext cx="1005403" cy="16342935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9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8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7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5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4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3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2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1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</p:txBody>
      </p:sp>
      <p:grpSp>
        <p:nvGrpSpPr>
          <p:cNvPr id="34" name="!!mascara">
            <a:extLst>
              <a:ext uri="{FF2B5EF4-FFF2-40B4-BE49-F238E27FC236}">
                <a16:creationId xmlns:a16="http://schemas.microsoft.com/office/drawing/2014/main" id="{C287DD8F-17E0-D7CA-89A4-3F01919A018C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 useBgFill="1">
          <p:nvSpPr>
            <p:cNvPr id="9" name="Forma Livre: Forma 8">
              <a:extLst>
                <a:ext uri="{FF2B5EF4-FFF2-40B4-BE49-F238E27FC236}">
                  <a16:creationId xmlns:a16="http://schemas.microsoft.com/office/drawing/2014/main" id="{43DD7F38-D131-0688-54CD-A4DDB6A95DE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0"/>
              <a:ext cx="12192000" cy="6858000"/>
            </a:xfrm>
            <a:custGeom>
              <a:avLst/>
              <a:gdLst>
                <a:gd name="connsiteX0" fmla="*/ 2566220 w 12192000"/>
                <a:gd name="connsiteY0" fmla="*/ 2632290 h 6858000"/>
                <a:gd name="connsiteX1" fmla="*/ 2322443 w 12192000"/>
                <a:gd name="connsiteY1" fmla="*/ 2876067 h 6858000"/>
                <a:gd name="connsiteX2" fmla="*/ 2322443 w 12192000"/>
                <a:gd name="connsiteY2" fmla="*/ 3851145 h 6858000"/>
                <a:gd name="connsiteX3" fmla="*/ 2566220 w 12192000"/>
                <a:gd name="connsiteY3" fmla="*/ 4094922 h 6858000"/>
                <a:gd name="connsiteX4" fmla="*/ 9625780 w 12192000"/>
                <a:gd name="connsiteY4" fmla="*/ 4094922 h 6858000"/>
                <a:gd name="connsiteX5" fmla="*/ 9869557 w 12192000"/>
                <a:gd name="connsiteY5" fmla="*/ 3851145 h 6858000"/>
                <a:gd name="connsiteX6" fmla="*/ 9869557 w 12192000"/>
                <a:gd name="connsiteY6" fmla="*/ 2876067 h 6858000"/>
                <a:gd name="connsiteX7" fmla="*/ 9625780 w 12192000"/>
                <a:gd name="connsiteY7" fmla="*/ 2632290 h 6858000"/>
                <a:gd name="connsiteX8" fmla="*/ 0 w 12192000"/>
                <a:gd name="connsiteY8" fmla="*/ 0 h 6858000"/>
                <a:gd name="connsiteX9" fmla="*/ 12192000 w 12192000"/>
                <a:gd name="connsiteY9" fmla="*/ 0 h 6858000"/>
                <a:gd name="connsiteX10" fmla="*/ 12192000 w 12192000"/>
                <a:gd name="connsiteY10" fmla="*/ 6858000 h 6858000"/>
                <a:gd name="connsiteX11" fmla="*/ 0 w 12192000"/>
                <a:gd name="connsiteY11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192000" h="6858000">
                  <a:moveTo>
                    <a:pt x="2566220" y="2632290"/>
                  </a:moveTo>
                  <a:cubicBezTo>
                    <a:pt x="2431586" y="2632290"/>
                    <a:pt x="2322443" y="2741433"/>
                    <a:pt x="2322443" y="2876067"/>
                  </a:cubicBezTo>
                  <a:lnTo>
                    <a:pt x="2322443" y="3851145"/>
                  </a:lnTo>
                  <a:cubicBezTo>
                    <a:pt x="2322443" y="3985779"/>
                    <a:pt x="2431586" y="4094922"/>
                    <a:pt x="2566220" y="4094922"/>
                  </a:cubicBezTo>
                  <a:lnTo>
                    <a:pt x="9625780" y="4094922"/>
                  </a:lnTo>
                  <a:cubicBezTo>
                    <a:pt x="9760414" y="4094922"/>
                    <a:pt x="9869557" y="3985779"/>
                    <a:pt x="9869557" y="3851145"/>
                  </a:cubicBezTo>
                  <a:lnTo>
                    <a:pt x="9869557" y="2876067"/>
                  </a:lnTo>
                  <a:cubicBezTo>
                    <a:pt x="9869557" y="2741433"/>
                    <a:pt x="9760414" y="2632290"/>
                    <a:pt x="9625780" y="2632290"/>
                  </a:cubicBezTo>
                  <a:close/>
                  <a:moveTo>
                    <a:pt x="0" y="0"/>
                  </a:moveTo>
                  <a:lnTo>
                    <a:pt x="12192000" y="0"/>
                  </a:lnTo>
                  <a:lnTo>
                    <a:pt x="12192000" y="6858000"/>
                  </a:lnTo>
                  <a:lnTo>
                    <a:pt x="0" y="6858000"/>
                  </a:lnTo>
                  <a:close/>
                </a:path>
              </a:pathLst>
            </a:custGeom>
            <a:ln>
              <a:noFill/>
            </a:ln>
            <a:effectLst>
              <a:outerShdw blurRad="3810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0" name="CaixaDeTexto 9">
              <a:extLst>
                <a:ext uri="{FF2B5EF4-FFF2-40B4-BE49-F238E27FC236}">
                  <a16:creationId xmlns:a16="http://schemas.microsoft.com/office/drawing/2014/main" id="{4014AAB1-279C-87A1-6A54-69E5927AF183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40326" y="330615"/>
              <a:ext cx="11111348" cy="985530"/>
            </a:xfrm>
            <a:prstGeom prst="roundRect">
              <a:avLst>
                <a:gd name="adj" fmla="val 26924"/>
              </a:avLst>
            </a:prstGeom>
            <a:solidFill>
              <a:srgbClr val="FFC000"/>
            </a:solidFill>
            <a:ln w="19050">
              <a:noFill/>
            </a:ln>
            <a:effectLst>
              <a:outerShdw blurRad="635000" dist="2540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 anchorCtr="1"/>
            <a:lstStyle>
              <a:defPPr>
                <a:defRPr lang="pt-BR"/>
              </a:defPPr>
              <a:lvl1pPr algn="ctr">
                <a:defRPr b="1">
                  <a:ln w="3175">
                    <a:noFill/>
                  </a:ln>
                  <a:solidFill>
                    <a:srgbClr val="FF0000"/>
                  </a:solidFill>
                  <a:latin typeface="Arial Narrow" panose="020B0606020202030204" pitchFamily="34" charset="0"/>
                  <a:ea typeface="Open Sans Extrabold" panose="020B0906030804020204" pitchFamily="34" charset="0"/>
                  <a:cs typeface="Arial" panose="020B0604020202020204" pitchFamily="34" charset="0"/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4400" b="1" i="0" u="none" strike="noStrike" kern="1200" cap="none" spc="600" normalizeH="0" baseline="0" noProof="0">
                  <a:ln w="3175"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Open Sans Extrabold" panose="020B0906030804020204" pitchFamily="34" charset="0"/>
                  <a:cs typeface="Arial" panose="020B0604020202020204" pitchFamily="34" charset="0"/>
                </a:rPr>
                <a:t>VOCÊ ERROU!</a:t>
              </a:r>
            </a:p>
          </p:txBody>
        </p:sp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6893B8BF-F8F5-DB56-E87C-8ED5CBA7FCB6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226072" y="2180704"/>
              <a:ext cx="206883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24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Arial" panose="020B0604020202020204" pitchFamily="34" charset="0"/>
                </a:rPr>
                <a:t>Você ganhou:</a:t>
              </a:r>
            </a:p>
          </p:txBody>
        </p:sp>
        <p:sp>
          <p:nvSpPr>
            <p:cNvPr id="12" name="CaixaDeTexto 11">
              <a:extLst>
                <a:ext uri="{FF2B5EF4-FFF2-40B4-BE49-F238E27FC236}">
                  <a16:creationId xmlns:a16="http://schemas.microsoft.com/office/drawing/2014/main" id="{E77C9F72-334E-862C-ACF5-323EF2E8C72C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667254" y="2555761"/>
              <a:ext cx="64472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28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R$</a:t>
              </a:r>
            </a:p>
          </p:txBody>
        </p:sp>
        <p:sp>
          <p:nvSpPr>
            <p:cNvPr id="13" name="Elipse 12">
              <a:extLst>
                <a:ext uri="{FF2B5EF4-FFF2-40B4-BE49-F238E27FC236}">
                  <a16:creationId xmlns:a16="http://schemas.microsoft.com/office/drawing/2014/main" id="{D879FEC9-3C93-4084-1DC0-039C3A2FA1A8}"/>
                </a:ext>
              </a:extLst>
            </p:cNvPr>
            <p:cNvSpPr>
              <a:spLocks noGrp="1" noRot="1" noChangeAspect="1" noMove="1" noResize="1" noEditPoints="1" noAdjustHandles="1" noChangeArrowheads="1" noChangeShapeType="1"/>
            </p:cNvSpPr>
            <p:nvPr/>
          </p:nvSpPr>
          <p:spPr>
            <a:xfrm>
              <a:off x="3480684" y="3646074"/>
              <a:ext cx="180000" cy="180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4" name="Elipse 13">
              <a:extLst>
                <a:ext uri="{FF2B5EF4-FFF2-40B4-BE49-F238E27FC236}">
                  <a16:creationId xmlns:a16="http://schemas.microsoft.com/office/drawing/2014/main" id="{4014B435-FE21-6F3F-D0A3-96A450E125B7}"/>
                </a:ext>
              </a:extLst>
            </p:cNvPr>
            <p:cNvSpPr>
              <a:spLocks noGrp="1" noRot="1" noChangeAspect="1" noMove="1" noResize="1" noEditPoints="1" noAdjustHandles="1" noChangeArrowheads="1" noChangeShapeType="1"/>
            </p:cNvSpPr>
            <p:nvPr/>
          </p:nvSpPr>
          <p:spPr>
            <a:xfrm>
              <a:off x="6610570" y="3646074"/>
              <a:ext cx="180000" cy="180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grpSp>
        <p:nvGrpSpPr>
          <p:cNvPr id="15" name="barra de progresso">
            <a:extLst>
              <a:ext uri="{FF2B5EF4-FFF2-40B4-BE49-F238E27FC236}">
                <a16:creationId xmlns:a16="http://schemas.microsoft.com/office/drawing/2014/main" id="{D7DF4F7E-B4C8-F5D8-B5B0-9D68AE4528F9}"/>
              </a:ext>
            </a:extLst>
          </p:cNvPr>
          <p:cNvGrpSpPr/>
          <p:nvPr/>
        </p:nvGrpSpPr>
        <p:grpSpPr>
          <a:xfrm>
            <a:off x="540326" y="6168042"/>
            <a:ext cx="11111348" cy="216000"/>
            <a:chOff x="540326" y="6168042"/>
            <a:chExt cx="11111348" cy="216000"/>
          </a:xfrm>
        </p:grpSpPr>
        <p:sp useBgFill="1">
          <p:nvSpPr>
            <p:cNvPr id="16" name="Retângulo: Cantos Arredondados 15">
              <a:extLst>
                <a:ext uri="{FF2B5EF4-FFF2-40B4-BE49-F238E27FC236}">
                  <a16:creationId xmlns:a16="http://schemas.microsoft.com/office/drawing/2014/main" id="{645F6494-8FFC-74C9-3BEE-6344C16689C9}"/>
                </a:ext>
              </a:extLst>
            </p:cNvPr>
            <p:cNvSpPr/>
            <p:nvPr/>
          </p:nvSpPr>
          <p:spPr>
            <a:xfrm>
              <a:off x="540326" y="6168042"/>
              <a:ext cx="540000" cy="216000"/>
            </a:xfrm>
            <a:prstGeom prst="roundRect">
              <a:avLst>
                <a:gd name="adj" fmla="val 50000"/>
              </a:avLst>
            </a:prstGeom>
            <a:ln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17" name="Retângulo: Cantos Arredondados 16">
              <a:extLst>
                <a:ext uri="{FF2B5EF4-FFF2-40B4-BE49-F238E27FC236}">
                  <a16:creationId xmlns:a16="http://schemas.microsoft.com/office/drawing/2014/main" id="{D0360543-989E-44E5-018D-E2B5E5E7950A}"/>
                </a:ext>
              </a:extLst>
            </p:cNvPr>
            <p:cNvSpPr/>
            <p:nvPr/>
          </p:nvSpPr>
          <p:spPr>
            <a:xfrm>
              <a:off x="1245083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18" name="Retângulo: Cantos Arredondados 17">
              <a:extLst>
                <a:ext uri="{FF2B5EF4-FFF2-40B4-BE49-F238E27FC236}">
                  <a16:creationId xmlns:a16="http://schemas.microsoft.com/office/drawing/2014/main" id="{832CD0D4-B00B-66F6-AC8B-2047BB5D1C88}"/>
                </a:ext>
              </a:extLst>
            </p:cNvPr>
            <p:cNvSpPr/>
            <p:nvPr/>
          </p:nvSpPr>
          <p:spPr>
            <a:xfrm>
              <a:off x="1949840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19" name="Retângulo: Cantos Arredondados 18">
              <a:extLst>
                <a:ext uri="{FF2B5EF4-FFF2-40B4-BE49-F238E27FC236}">
                  <a16:creationId xmlns:a16="http://schemas.microsoft.com/office/drawing/2014/main" id="{09C5ED91-4829-2188-7144-57BB65B5895C}"/>
                </a:ext>
              </a:extLst>
            </p:cNvPr>
            <p:cNvSpPr/>
            <p:nvPr/>
          </p:nvSpPr>
          <p:spPr>
            <a:xfrm>
              <a:off x="2654597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20" name="Retângulo: Cantos Arredondados 19">
              <a:extLst>
                <a:ext uri="{FF2B5EF4-FFF2-40B4-BE49-F238E27FC236}">
                  <a16:creationId xmlns:a16="http://schemas.microsoft.com/office/drawing/2014/main" id="{B5F9D68A-2A87-C90C-1D98-7737129DB43B}"/>
                </a:ext>
              </a:extLst>
            </p:cNvPr>
            <p:cNvSpPr/>
            <p:nvPr/>
          </p:nvSpPr>
          <p:spPr>
            <a:xfrm>
              <a:off x="3359354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21" name="Retângulo: Cantos Arredondados 20">
              <a:extLst>
                <a:ext uri="{FF2B5EF4-FFF2-40B4-BE49-F238E27FC236}">
                  <a16:creationId xmlns:a16="http://schemas.microsoft.com/office/drawing/2014/main" id="{A3EAB60E-42B2-0210-E6AD-787A54CF5E6B}"/>
                </a:ext>
              </a:extLst>
            </p:cNvPr>
            <p:cNvSpPr/>
            <p:nvPr/>
          </p:nvSpPr>
          <p:spPr>
            <a:xfrm>
              <a:off x="4064111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22" name="Retângulo: Cantos Arredondados 21">
              <a:extLst>
                <a:ext uri="{FF2B5EF4-FFF2-40B4-BE49-F238E27FC236}">
                  <a16:creationId xmlns:a16="http://schemas.microsoft.com/office/drawing/2014/main" id="{7805FE38-3DA6-AA69-5A21-5FDF35D7E06F}"/>
                </a:ext>
              </a:extLst>
            </p:cNvPr>
            <p:cNvSpPr/>
            <p:nvPr/>
          </p:nvSpPr>
          <p:spPr>
            <a:xfrm>
              <a:off x="4768868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23" name="Retângulo: Cantos Arredondados 22">
              <a:extLst>
                <a:ext uri="{FF2B5EF4-FFF2-40B4-BE49-F238E27FC236}">
                  <a16:creationId xmlns:a16="http://schemas.microsoft.com/office/drawing/2014/main" id="{2F3233F8-5476-5095-85DB-1E53D02FFF73}"/>
                </a:ext>
              </a:extLst>
            </p:cNvPr>
            <p:cNvSpPr/>
            <p:nvPr/>
          </p:nvSpPr>
          <p:spPr>
            <a:xfrm>
              <a:off x="5473625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24" name="Retângulo: Cantos Arredondados 23">
              <a:extLst>
                <a:ext uri="{FF2B5EF4-FFF2-40B4-BE49-F238E27FC236}">
                  <a16:creationId xmlns:a16="http://schemas.microsoft.com/office/drawing/2014/main" id="{BE1456AE-ED2B-72A9-D02A-1CD0F978D85D}"/>
                </a:ext>
              </a:extLst>
            </p:cNvPr>
            <p:cNvSpPr/>
            <p:nvPr/>
          </p:nvSpPr>
          <p:spPr>
            <a:xfrm>
              <a:off x="6178382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25" name="Retângulo: Cantos Arredondados 24">
              <a:extLst>
                <a:ext uri="{FF2B5EF4-FFF2-40B4-BE49-F238E27FC236}">
                  <a16:creationId xmlns:a16="http://schemas.microsoft.com/office/drawing/2014/main" id="{4755B973-D05B-1281-55E7-74B61C8A4505}"/>
                </a:ext>
              </a:extLst>
            </p:cNvPr>
            <p:cNvSpPr/>
            <p:nvPr/>
          </p:nvSpPr>
          <p:spPr>
            <a:xfrm>
              <a:off x="6883139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26" name="Retângulo: Cantos Arredondados 25">
              <a:extLst>
                <a:ext uri="{FF2B5EF4-FFF2-40B4-BE49-F238E27FC236}">
                  <a16:creationId xmlns:a16="http://schemas.microsoft.com/office/drawing/2014/main" id="{23BB2712-A117-128D-132B-22540621C404}"/>
                </a:ext>
              </a:extLst>
            </p:cNvPr>
            <p:cNvSpPr/>
            <p:nvPr/>
          </p:nvSpPr>
          <p:spPr>
            <a:xfrm>
              <a:off x="7587896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27" name="Retângulo: Cantos Arredondados 26">
              <a:extLst>
                <a:ext uri="{FF2B5EF4-FFF2-40B4-BE49-F238E27FC236}">
                  <a16:creationId xmlns:a16="http://schemas.microsoft.com/office/drawing/2014/main" id="{1F3E133E-5E8D-EA78-A60D-62DE8FA3C825}"/>
                </a:ext>
              </a:extLst>
            </p:cNvPr>
            <p:cNvSpPr/>
            <p:nvPr/>
          </p:nvSpPr>
          <p:spPr>
            <a:xfrm>
              <a:off x="8292653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28" name="Retângulo: Cantos Arredondados 27">
              <a:extLst>
                <a:ext uri="{FF2B5EF4-FFF2-40B4-BE49-F238E27FC236}">
                  <a16:creationId xmlns:a16="http://schemas.microsoft.com/office/drawing/2014/main" id="{52F08055-4C07-9D7D-B51F-6C5520201AFF}"/>
                </a:ext>
              </a:extLst>
            </p:cNvPr>
            <p:cNvSpPr/>
            <p:nvPr/>
          </p:nvSpPr>
          <p:spPr>
            <a:xfrm>
              <a:off x="8997410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29" name="Retângulo: Cantos Arredondados 28">
              <a:extLst>
                <a:ext uri="{FF2B5EF4-FFF2-40B4-BE49-F238E27FC236}">
                  <a16:creationId xmlns:a16="http://schemas.microsoft.com/office/drawing/2014/main" id="{915F56B7-CB97-B128-3798-360BFADDFBFE}"/>
                </a:ext>
              </a:extLst>
            </p:cNvPr>
            <p:cNvSpPr/>
            <p:nvPr/>
          </p:nvSpPr>
          <p:spPr>
            <a:xfrm>
              <a:off x="9702167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30" name="Retângulo: Cantos Arredondados 29">
              <a:extLst>
                <a:ext uri="{FF2B5EF4-FFF2-40B4-BE49-F238E27FC236}">
                  <a16:creationId xmlns:a16="http://schemas.microsoft.com/office/drawing/2014/main" id="{6422418E-AA0B-8E26-FC84-D410772659AF}"/>
                </a:ext>
              </a:extLst>
            </p:cNvPr>
            <p:cNvSpPr/>
            <p:nvPr/>
          </p:nvSpPr>
          <p:spPr>
            <a:xfrm>
              <a:off x="10406924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31" name="Retângulo: Cantos Arredondados 30">
              <a:extLst>
                <a:ext uri="{FF2B5EF4-FFF2-40B4-BE49-F238E27FC236}">
                  <a16:creationId xmlns:a16="http://schemas.microsoft.com/office/drawing/2014/main" id="{E640292C-BE19-1E3C-A127-339B803D0EC0}"/>
                </a:ext>
              </a:extLst>
            </p:cNvPr>
            <p:cNvSpPr/>
            <p:nvPr/>
          </p:nvSpPr>
          <p:spPr>
            <a:xfrm>
              <a:off x="11111674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pic>
        <p:nvPicPr>
          <p:cNvPr id="32" name="emoji">
            <a:extLst>
              <a:ext uri="{FF2B5EF4-FFF2-40B4-BE49-F238E27FC236}">
                <a16:creationId xmlns:a16="http://schemas.microsoft.com/office/drawing/2014/main" id="{D5E21F0E-C48A-B95C-AD66-20556A0DDDF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343083" y="1938181"/>
            <a:ext cx="1085856" cy="1085856"/>
          </a:xfrm>
          <a:prstGeom prst="rect">
            <a:avLst/>
          </a:prstGeom>
          <a:effectLst>
            <a:outerShdw blurRad="635000" dist="190500" dir="2700000" algn="tl" rotWithShape="0">
              <a:prstClr val="black">
                <a:alpha val="60000"/>
              </a:prstClr>
            </a:outerShdw>
          </a:effectLst>
        </p:spPr>
      </p:pic>
      <p:pic>
        <p:nvPicPr>
          <p:cNvPr id="37" name="que pena, vc errou">
            <a:hlinkClick r:id="" action="ppaction://media"/>
            <a:extLst>
              <a:ext uri="{FF2B5EF4-FFF2-40B4-BE49-F238E27FC236}">
                <a16:creationId xmlns:a16="http://schemas.microsoft.com/office/drawing/2014/main" id="{E7877330-4976-EF07-7A6B-DC501CA5A40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-772973" y="206871"/>
            <a:ext cx="509587" cy="509587"/>
          </a:xfrm>
          <a:prstGeom prst="rect">
            <a:avLst/>
          </a:prstGeom>
        </p:spPr>
      </p:pic>
      <p:sp>
        <p:nvSpPr>
          <p:cNvPr id="33" name="Botaão Próxima">
            <a:hlinkClick r:id="rId7" action="ppaction://hlinksldjump"/>
            <a:extLst>
              <a:ext uri="{FF2B5EF4-FFF2-40B4-BE49-F238E27FC236}">
                <a16:creationId xmlns:a16="http://schemas.microsoft.com/office/drawing/2014/main" id="{53474A7E-3077-C8C5-1005-C2DA17EEE819}"/>
              </a:ext>
            </a:extLst>
          </p:cNvPr>
          <p:cNvSpPr/>
          <p:nvPr/>
        </p:nvSpPr>
        <p:spPr>
          <a:xfrm>
            <a:off x="9077057" y="5271949"/>
            <a:ext cx="2330219" cy="540000"/>
          </a:xfrm>
          <a:prstGeom prst="roundRect">
            <a:avLst/>
          </a:prstGeom>
          <a:gradFill flip="none" rotWithShape="1">
            <a:gsLst>
              <a:gs pos="0">
                <a:schemeClr val="accent6"/>
              </a:gs>
              <a:gs pos="59000">
                <a:schemeClr val="accent6">
                  <a:lumMod val="75000"/>
                </a:schemeClr>
              </a:gs>
              <a:gs pos="100000">
                <a:schemeClr val="accent6">
                  <a:lumMod val="50000"/>
                </a:schemeClr>
              </a:gs>
            </a:gsLst>
            <a:lin ang="19200000" scaled="0"/>
            <a:tileRect/>
          </a:gradFill>
          <a:ln w="19050">
            <a:solidFill>
              <a:schemeClr val="bg1"/>
            </a:solidFill>
          </a:ln>
          <a:effectLst>
            <a:outerShdw blurRad="381000" dist="1270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rIns="108000" rtlCol="0" anchor="ctr"/>
          <a:lstStyle/>
          <a:p>
            <a:pPr algn="ctr"/>
            <a:r>
              <a:rPr lang="pt-BR" sz="1400" b="1" dirty="0">
                <a:ln w="3175">
                  <a:noFill/>
                </a:ln>
                <a:effectLst>
                  <a:outerShdw blurRad="1270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Arial" panose="020B0604020202020204" pitchFamily="34" charset="0"/>
                <a:ea typeface="Open Sans Extrabold" panose="020B0906030804020204" pitchFamily="34" charset="0"/>
                <a:cs typeface="Arial" panose="020B0604020202020204" pitchFamily="34" charset="0"/>
              </a:rPr>
              <a:t>Voltar</a:t>
            </a:r>
          </a:p>
        </p:txBody>
      </p:sp>
    </p:spTree>
    <p:extLst>
      <p:ext uri="{BB962C8B-B14F-4D97-AF65-F5344CB8AC3E}">
        <p14:creationId xmlns:p14="http://schemas.microsoft.com/office/powerpoint/2010/main" val="25394249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2040" fill="hold"/>
                                            <p:tgtEl>
                                              <p:spTgt spid="37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  <p:par>
                                    <p:cTn id="7" presetID="2" presetClass="entr" presetSubtype="4" fill="hold" grpId="0" nodeType="with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9" dur="20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10" dur="20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1" presetID="2" presetClass="entr" presetSubtype="1" fill="hold" grpId="0" nodeType="with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13" dur="20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14" dur="20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5" presetID="2" presetClass="entr" presetSubtype="4" fill="hold" grpId="0" nodeType="with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17" dur="20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18" dur="20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9" presetID="2" presetClass="entr" presetSubtype="1" fill="hold" grpId="0" nodeType="with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21" dur="20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22" dur="20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3" presetID="2" presetClass="entr" presetSubtype="4" fill="hold" grpId="0" nodeType="with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25" dur="20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26" dur="20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7" presetID="2" presetClass="entr" presetSubtype="1" fill="hold" grpId="0" nodeType="with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29" dur="20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30" dur="20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1" presetID="2" presetClass="entr" presetSubtype="4" fill="hold" grpId="0" nodeType="with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33" dur="20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34" dur="20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5" presetID="23" presetClass="entr" presetSubtype="32" fill="hold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7" dur="5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4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8" dur="5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4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9" presetID="22" presetClass="entr" presetSubtype="8" fill="hold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4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41" dur="1000"/>
                                            <p:tgtEl>
                                              <p:spTgt spid="1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2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43" dur="indefinite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44" dur="indefinite"/>
                                            <p:tgtEl>
                                              <p:spTgt spid="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5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46" dur="indefinite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47" dur="indefinite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8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49" dur="indefinite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50" dur="indefinite"/>
                                            <p:tgtEl>
                                              <p:spTgt spid="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1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52" dur="indefinite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53" dur="indefinite"/>
                                            <p:tgtEl>
                                              <p:spTgt spid="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4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55" dur="indefinite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56" dur="indefinite"/>
                                            <p:tgtEl>
                                              <p:spTgt spid="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7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58" dur="indefinite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59" dur="indefinite"/>
                                            <p:tgtEl>
                                              <p:spTgt spid="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0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61" dur="indefinite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62" dur="indefinite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63" fill="hold">
                                <p:stCondLst>
                                  <p:cond delay="2040"/>
                                </p:stCondLst>
                                <p:childTnLst>
                                  <p:par>
                                    <p:cTn id="64" presetID="5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66" dur="5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7" dur="5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68" dur="500"/>
                                            <p:tgtEl>
                                              <p:spTgt spid="3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9" presetID="42" presetClass="path" presetSubtype="0" accel="50000" decel="5000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4.16667E-6 -1.85185E-6 L -4.16667E-6 0.3206 " pathEditMode="relative" rAng="0" ptsTypes="AA">
                                          <p:cBhvr>
                                            <p:cTn id="70" dur="500" spd="-1000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16019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71" fill="hold">
                                <p:stCondLst>
                                  <p:cond delay="2540"/>
                                </p:stCondLst>
                                <p:childTnLst>
                                  <p:par>
                                    <p:cTn id="72" presetID="6" presetClass="emph" presetSubtype="0" repeatCount="indefinite" autoRev="1" fill="hold" grpId="2" nodeType="afterEffect">
                                      <p:stCondLst>
                                        <p:cond delay="0"/>
                                      </p:stCondLst>
                                      <p:endCondLst>
                                        <p:cond evt="onNext" delay="0">
                                          <p:tgtEl>
                                            <p:sldTgt/>
                                          </p:tgtEl>
                                        </p:cond>
                                      </p:endCondLst>
                                      <p:childTnLst>
                                        <p:animScale>
                                          <p:cBhvr>
                                            <p:cTn id="73" dur="500" fill="hold"/>
                                            <p:tgtEl>
                                              <p:spTgt spid="33"/>
                                            </p:tgtEl>
                                          </p:cBhvr>
                                          <p:by x="90000" y="90000"/>
                                        </p:animScale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>
                    <p:cTn id="74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37"/>
                    </p:tgtEl>
                  </p:cMediaNode>
                </p:audio>
              </p:childTnLst>
            </p:cTn>
          </p:par>
        </p:tnLst>
        <p:bldLst>
          <p:bldP spid="2" grpId="0"/>
          <p:bldP spid="2" grpId="1"/>
          <p:bldP spid="8" grpId="0"/>
          <p:bldP spid="8" grpId="1"/>
          <p:bldP spid="7" grpId="0"/>
          <p:bldP spid="7" grpId="1"/>
          <p:bldP spid="6" grpId="0"/>
          <p:bldP spid="6" grpId="1"/>
          <p:bldP spid="5" grpId="0"/>
          <p:bldP spid="5" grpId="1"/>
          <p:bldP spid="4" grpId="0"/>
          <p:bldP spid="4" grpId="1"/>
          <p:bldP spid="3" grpId="0"/>
          <p:bldP spid="3" grpId="1"/>
          <p:bldP spid="33" grpId="0" animBg="1"/>
          <p:bldP spid="33" grpId="1" animBg="1"/>
          <p:bldP spid="33" grpId="2" animBg="1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2040" fill="hold"/>
                                            <p:tgtEl>
                                              <p:spTgt spid="37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  <p:par>
                                    <p:cTn id="7" presetID="2" presetClass="entr" presetSubtype="4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9" dur="20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0" dur="20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1" presetID="2" presetClass="entr" presetSubtype="1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3" dur="20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4" dur="20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5" presetID="2" presetClass="entr" presetSubtype="4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7" dur="20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8" dur="20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9" presetID="2" presetClass="entr" presetSubtype="1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1" dur="20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2" dur="20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3" presetID="2" presetClass="entr" presetSubtype="4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5" dur="20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6" dur="20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7" presetID="2" presetClass="entr" presetSubtype="1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9" dur="20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0" dur="20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1" presetID="2" presetClass="entr" presetSubtype="4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3" dur="20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4" dur="20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5" presetID="23" presetClass="entr" presetSubtype="32" fill="hold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7" dur="5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4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8" dur="5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4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9" presetID="22" presetClass="entr" presetSubtype="8" fill="hold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4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41" dur="1000"/>
                                            <p:tgtEl>
                                              <p:spTgt spid="1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2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43" dur="indefinite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44" dur="indefinite"/>
                                            <p:tgtEl>
                                              <p:spTgt spid="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5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46" dur="indefinite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47" dur="indefinite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8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49" dur="indefinite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50" dur="indefinite"/>
                                            <p:tgtEl>
                                              <p:spTgt spid="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1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52" dur="indefinite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53" dur="indefinite"/>
                                            <p:tgtEl>
                                              <p:spTgt spid="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4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55" dur="indefinite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56" dur="indefinite"/>
                                            <p:tgtEl>
                                              <p:spTgt spid="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7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58" dur="indefinite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59" dur="indefinite"/>
                                            <p:tgtEl>
                                              <p:spTgt spid="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0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61" dur="indefinite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62" dur="indefinite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63" fill="hold">
                                <p:stCondLst>
                                  <p:cond delay="2040"/>
                                </p:stCondLst>
                                <p:childTnLst>
                                  <p:par>
                                    <p:cTn id="64" presetID="5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66" dur="5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7" dur="5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68" dur="500"/>
                                            <p:tgtEl>
                                              <p:spTgt spid="3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9" presetID="42" presetClass="path" presetSubtype="0" accel="50000" decel="5000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4.16667E-6 -1.85185E-6 L -4.16667E-6 0.3206 " pathEditMode="relative" rAng="0" ptsTypes="AA">
                                          <p:cBhvr>
                                            <p:cTn id="70" dur="500" spd="-1000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16019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71" fill="hold">
                                <p:stCondLst>
                                  <p:cond delay="2540"/>
                                </p:stCondLst>
                                <p:childTnLst>
                                  <p:par>
                                    <p:cTn id="72" presetID="6" presetClass="emph" presetSubtype="0" repeatCount="indefinite" autoRev="1" fill="hold" grpId="2" nodeType="afterEffect">
                                      <p:stCondLst>
                                        <p:cond delay="0"/>
                                      </p:stCondLst>
                                      <p:endCondLst>
                                        <p:cond evt="onNext" delay="0">
                                          <p:tgtEl>
                                            <p:sldTgt/>
                                          </p:tgtEl>
                                        </p:cond>
                                      </p:endCondLst>
                                      <p:childTnLst>
                                        <p:animScale>
                                          <p:cBhvr>
                                            <p:cTn id="73" dur="500" fill="hold"/>
                                            <p:tgtEl>
                                              <p:spTgt spid="33"/>
                                            </p:tgtEl>
                                          </p:cBhvr>
                                          <p:by x="90000" y="90000"/>
                                        </p:animScale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>
                    <p:cTn id="74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37"/>
                    </p:tgtEl>
                  </p:cMediaNode>
                </p:audio>
              </p:childTnLst>
            </p:cTn>
          </p:par>
        </p:tnLst>
        <p:bldLst>
          <p:bldP spid="2" grpId="0"/>
          <p:bldP spid="2" grpId="1"/>
          <p:bldP spid="8" grpId="0"/>
          <p:bldP spid="8" grpId="1"/>
          <p:bldP spid="7" grpId="0"/>
          <p:bldP spid="7" grpId="1"/>
          <p:bldP spid="6" grpId="0"/>
          <p:bldP spid="6" grpId="1"/>
          <p:bldP spid="5" grpId="0"/>
          <p:bldP spid="5" grpId="1"/>
          <p:bldP spid="4" grpId="0"/>
          <p:bldP spid="4" grpId="1"/>
          <p:bldP spid="3" grpId="0"/>
          <p:bldP spid="3" grpId="1"/>
          <p:bldP spid="33" grpId="0" animBg="1"/>
          <p:bldP spid="33" grpId="1" animBg="1"/>
          <p:bldP spid="33" grpId="2" animBg="1"/>
        </p:bldLst>
      </p:timing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C00000"/>
            </a:gs>
            <a:gs pos="100000">
              <a:schemeClr val="tx1">
                <a:lumMod val="85000"/>
                <a:lumOff val="15000"/>
              </a:schemeClr>
            </a:gs>
          </a:gsLst>
          <a:lin ang="81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7">
            <a:extLst>
              <a:ext uri="{FF2B5EF4-FFF2-40B4-BE49-F238E27FC236}">
                <a16:creationId xmlns:a16="http://schemas.microsoft.com/office/drawing/2014/main" id="{AF47984B-59F1-7176-A115-158B29114E0E}"/>
              </a:ext>
            </a:extLst>
          </p:cNvPr>
          <p:cNvSpPr txBox="1"/>
          <p:nvPr/>
        </p:nvSpPr>
        <p:spPr>
          <a:xfrm>
            <a:off x="8746332" y="-11965950"/>
            <a:ext cx="1005403" cy="16342935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9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8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7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5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4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3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2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1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</p:txBody>
      </p:sp>
      <p:sp>
        <p:nvSpPr>
          <p:cNvPr id="8" name="N6">
            <a:extLst>
              <a:ext uri="{FF2B5EF4-FFF2-40B4-BE49-F238E27FC236}">
                <a16:creationId xmlns:a16="http://schemas.microsoft.com/office/drawing/2014/main" id="{FE3BD9AB-7F50-A4B5-5F53-70354EF481F4}"/>
              </a:ext>
            </a:extLst>
          </p:cNvPr>
          <p:cNvSpPr txBox="1"/>
          <p:nvPr/>
        </p:nvSpPr>
        <p:spPr>
          <a:xfrm>
            <a:off x="7805114" y="2671817"/>
            <a:ext cx="1005403" cy="16342935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9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8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7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5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4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3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2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1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</p:txBody>
      </p:sp>
      <p:sp>
        <p:nvSpPr>
          <p:cNvPr id="7" name="N5">
            <a:extLst>
              <a:ext uri="{FF2B5EF4-FFF2-40B4-BE49-F238E27FC236}">
                <a16:creationId xmlns:a16="http://schemas.microsoft.com/office/drawing/2014/main" id="{D60E20A6-40DE-61FF-BC52-780641776D60}"/>
              </a:ext>
            </a:extLst>
          </p:cNvPr>
          <p:cNvSpPr txBox="1"/>
          <p:nvPr/>
        </p:nvSpPr>
        <p:spPr>
          <a:xfrm>
            <a:off x="6863896" y="-11965950"/>
            <a:ext cx="1005403" cy="16342935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9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8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7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5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4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3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2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1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</p:txBody>
      </p:sp>
      <p:sp>
        <p:nvSpPr>
          <p:cNvPr id="6" name="N4">
            <a:extLst>
              <a:ext uri="{FF2B5EF4-FFF2-40B4-BE49-F238E27FC236}">
                <a16:creationId xmlns:a16="http://schemas.microsoft.com/office/drawing/2014/main" id="{B55EA620-A448-2ACD-AF8D-A6933BC4F87F}"/>
              </a:ext>
            </a:extLst>
          </p:cNvPr>
          <p:cNvSpPr txBox="1"/>
          <p:nvPr/>
        </p:nvSpPr>
        <p:spPr>
          <a:xfrm>
            <a:off x="5546009" y="2671817"/>
            <a:ext cx="1005403" cy="16342935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9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8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7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5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4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3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2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1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</p:txBody>
      </p:sp>
      <p:sp>
        <p:nvSpPr>
          <p:cNvPr id="5" name="N3">
            <a:extLst>
              <a:ext uri="{FF2B5EF4-FFF2-40B4-BE49-F238E27FC236}">
                <a16:creationId xmlns:a16="http://schemas.microsoft.com/office/drawing/2014/main" id="{EAC23BB9-25AA-23D1-BBA8-4E96A8121B22}"/>
              </a:ext>
            </a:extLst>
          </p:cNvPr>
          <p:cNvSpPr txBox="1"/>
          <p:nvPr/>
        </p:nvSpPr>
        <p:spPr>
          <a:xfrm>
            <a:off x="4604791" y="-11965950"/>
            <a:ext cx="1005403" cy="16342935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9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8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7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5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4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3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2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1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</p:txBody>
      </p:sp>
      <p:sp>
        <p:nvSpPr>
          <p:cNvPr id="4" name="N2">
            <a:extLst>
              <a:ext uri="{FF2B5EF4-FFF2-40B4-BE49-F238E27FC236}">
                <a16:creationId xmlns:a16="http://schemas.microsoft.com/office/drawing/2014/main" id="{95EF8A55-2A5D-C739-62DE-9F54AB9D7812}"/>
              </a:ext>
            </a:extLst>
          </p:cNvPr>
          <p:cNvSpPr txBox="1"/>
          <p:nvPr/>
        </p:nvSpPr>
        <p:spPr>
          <a:xfrm>
            <a:off x="3663573" y="2671817"/>
            <a:ext cx="1005403" cy="16342935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9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8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7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5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4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3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2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1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</p:txBody>
      </p:sp>
      <p:sp>
        <p:nvSpPr>
          <p:cNvPr id="3" name="N1">
            <a:extLst>
              <a:ext uri="{FF2B5EF4-FFF2-40B4-BE49-F238E27FC236}">
                <a16:creationId xmlns:a16="http://schemas.microsoft.com/office/drawing/2014/main" id="{321860B9-DC15-351B-F334-054EAF2E4D85}"/>
              </a:ext>
            </a:extLst>
          </p:cNvPr>
          <p:cNvSpPr txBox="1"/>
          <p:nvPr/>
        </p:nvSpPr>
        <p:spPr>
          <a:xfrm>
            <a:off x="2446833" y="-11965950"/>
            <a:ext cx="1005403" cy="16342935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9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8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7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5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4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3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2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1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</p:txBody>
      </p:sp>
      <p:grpSp>
        <p:nvGrpSpPr>
          <p:cNvPr id="34" name="!!mascara">
            <a:extLst>
              <a:ext uri="{FF2B5EF4-FFF2-40B4-BE49-F238E27FC236}">
                <a16:creationId xmlns:a16="http://schemas.microsoft.com/office/drawing/2014/main" id="{C287DD8F-17E0-D7CA-89A4-3F01919A018C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 useBgFill="1">
          <p:nvSpPr>
            <p:cNvPr id="9" name="Forma Livre: Forma 8">
              <a:extLst>
                <a:ext uri="{FF2B5EF4-FFF2-40B4-BE49-F238E27FC236}">
                  <a16:creationId xmlns:a16="http://schemas.microsoft.com/office/drawing/2014/main" id="{43DD7F38-D131-0688-54CD-A4DDB6A95DE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0"/>
              <a:ext cx="12192000" cy="6858000"/>
            </a:xfrm>
            <a:custGeom>
              <a:avLst/>
              <a:gdLst>
                <a:gd name="connsiteX0" fmla="*/ 2566220 w 12192000"/>
                <a:gd name="connsiteY0" fmla="*/ 2632290 h 6858000"/>
                <a:gd name="connsiteX1" fmla="*/ 2322443 w 12192000"/>
                <a:gd name="connsiteY1" fmla="*/ 2876067 h 6858000"/>
                <a:gd name="connsiteX2" fmla="*/ 2322443 w 12192000"/>
                <a:gd name="connsiteY2" fmla="*/ 3851145 h 6858000"/>
                <a:gd name="connsiteX3" fmla="*/ 2566220 w 12192000"/>
                <a:gd name="connsiteY3" fmla="*/ 4094922 h 6858000"/>
                <a:gd name="connsiteX4" fmla="*/ 9625780 w 12192000"/>
                <a:gd name="connsiteY4" fmla="*/ 4094922 h 6858000"/>
                <a:gd name="connsiteX5" fmla="*/ 9869557 w 12192000"/>
                <a:gd name="connsiteY5" fmla="*/ 3851145 h 6858000"/>
                <a:gd name="connsiteX6" fmla="*/ 9869557 w 12192000"/>
                <a:gd name="connsiteY6" fmla="*/ 2876067 h 6858000"/>
                <a:gd name="connsiteX7" fmla="*/ 9625780 w 12192000"/>
                <a:gd name="connsiteY7" fmla="*/ 2632290 h 6858000"/>
                <a:gd name="connsiteX8" fmla="*/ 0 w 12192000"/>
                <a:gd name="connsiteY8" fmla="*/ 0 h 6858000"/>
                <a:gd name="connsiteX9" fmla="*/ 12192000 w 12192000"/>
                <a:gd name="connsiteY9" fmla="*/ 0 h 6858000"/>
                <a:gd name="connsiteX10" fmla="*/ 12192000 w 12192000"/>
                <a:gd name="connsiteY10" fmla="*/ 6858000 h 6858000"/>
                <a:gd name="connsiteX11" fmla="*/ 0 w 12192000"/>
                <a:gd name="connsiteY11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192000" h="6858000">
                  <a:moveTo>
                    <a:pt x="2566220" y="2632290"/>
                  </a:moveTo>
                  <a:cubicBezTo>
                    <a:pt x="2431586" y="2632290"/>
                    <a:pt x="2322443" y="2741433"/>
                    <a:pt x="2322443" y="2876067"/>
                  </a:cubicBezTo>
                  <a:lnTo>
                    <a:pt x="2322443" y="3851145"/>
                  </a:lnTo>
                  <a:cubicBezTo>
                    <a:pt x="2322443" y="3985779"/>
                    <a:pt x="2431586" y="4094922"/>
                    <a:pt x="2566220" y="4094922"/>
                  </a:cubicBezTo>
                  <a:lnTo>
                    <a:pt x="9625780" y="4094922"/>
                  </a:lnTo>
                  <a:cubicBezTo>
                    <a:pt x="9760414" y="4094922"/>
                    <a:pt x="9869557" y="3985779"/>
                    <a:pt x="9869557" y="3851145"/>
                  </a:cubicBezTo>
                  <a:lnTo>
                    <a:pt x="9869557" y="2876067"/>
                  </a:lnTo>
                  <a:cubicBezTo>
                    <a:pt x="9869557" y="2741433"/>
                    <a:pt x="9760414" y="2632290"/>
                    <a:pt x="9625780" y="2632290"/>
                  </a:cubicBezTo>
                  <a:close/>
                  <a:moveTo>
                    <a:pt x="0" y="0"/>
                  </a:moveTo>
                  <a:lnTo>
                    <a:pt x="12192000" y="0"/>
                  </a:lnTo>
                  <a:lnTo>
                    <a:pt x="12192000" y="6858000"/>
                  </a:lnTo>
                  <a:lnTo>
                    <a:pt x="0" y="6858000"/>
                  </a:lnTo>
                  <a:close/>
                </a:path>
              </a:pathLst>
            </a:custGeom>
            <a:ln>
              <a:noFill/>
            </a:ln>
            <a:effectLst>
              <a:outerShdw blurRad="3810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0" name="CaixaDeTexto 9">
              <a:extLst>
                <a:ext uri="{FF2B5EF4-FFF2-40B4-BE49-F238E27FC236}">
                  <a16:creationId xmlns:a16="http://schemas.microsoft.com/office/drawing/2014/main" id="{4014AAB1-279C-87A1-6A54-69E5927AF183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40326" y="330615"/>
              <a:ext cx="11111348" cy="985530"/>
            </a:xfrm>
            <a:prstGeom prst="roundRect">
              <a:avLst>
                <a:gd name="adj" fmla="val 26924"/>
              </a:avLst>
            </a:prstGeom>
            <a:solidFill>
              <a:srgbClr val="FFC000"/>
            </a:solidFill>
            <a:ln w="19050">
              <a:noFill/>
            </a:ln>
            <a:effectLst>
              <a:outerShdw blurRad="635000" dist="2540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 anchorCtr="1"/>
            <a:lstStyle>
              <a:defPPr>
                <a:defRPr lang="pt-BR"/>
              </a:defPPr>
              <a:lvl1pPr algn="ctr">
                <a:defRPr b="1">
                  <a:ln w="3175">
                    <a:noFill/>
                  </a:ln>
                  <a:solidFill>
                    <a:srgbClr val="FF0000"/>
                  </a:solidFill>
                  <a:latin typeface="Arial Narrow" panose="020B0606020202030204" pitchFamily="34" charset="0"/>
                  <a:ea typeface="Open Sans Extrabold" panose="020B0906030804020204" pitchFamily="34" charset="0"/>
                  <a:cs typeface="Arial" panose="020B0604020202020204" pitchFamily="34" charset="0"/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4400" b="1" i="0" u="none" strike="noStrike" kern="1200" cap="none" spc="600" normalizeH="0" baseline="0" noProof="0">
                  <a:ln w="3175"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Open Sans Extrabold" panose="020B0906030804020204" pitchFamily="34" charset="0"/>
                  <a:cs typeface="Arial" panose="020B0604020202020204" pitchFamily="34" charset="0"/>
                </a:rPr>
                <a:t>VOCÊ ERROU!</a:t>
              </a:r>
            </a:p>
          </p:txBody>
        </p:sp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6893B8BF-F8F5-DB56-E87C-8ED5CBA7FCB6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226072" y="2180704"/>
              <a:ext cx="206883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24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Arial" panose="020B0604020202020204" pitchFamily="34" charset="0"/>
                </a:rPr>
                <a:t>Você ganhou:</a:t>
              </a:r>
            </a:p>
          </p:txBody>
        </p:sp>
        <p:sp>
          <p:nvSpPr>
            <p:cNvPr id="12" name="CaixaDeTexto 11">
              <a:extLst>
                <a:ext uri="{FF2B5EF4-FFF2-40B4-BE49-F238E27FC236}">
                  <a16:creationId xmlns:a16="http://schemas.microsoft.com/office/drawing/2014/main" id="{E77C9F72-334E-862C-ACF5-323EF2E8C72C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667254" y="2555761"/>
              <a:ext cx="64472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28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R$</a:t>
              </a:r>
            </a:p>
          </p:txBody>
        </p:sp>
        <p:sp>
          <p:nvSpPr>
            <p:cNvPr id="13" name="Elipse 12">
              <a:extLst>
                <a:ext uri="{FF2B5EF4-FFF2-40B4-BE49-F238E27FC236}">
                  <a16:creationId xmlns:a16="http://schemas.microsoft.com/office/drawing/2014/main" id="{D879FEC9-3C93-4084-1DC0-039C3A2FA1A8}"/>
                </a:ext>
              </a:extLst>
            </p:cNvPr>
            <p:cNvSpPr>
              <a:spLocks noGrp="1" noRot="1" noChangeAspect="1" noMove="1" noResize="1" noEditPoints="1" noAdjustHandles="1" noChangeArrowheads="1" noChangeShapeType="1"/>
            </p:cNvSpPr>
            <p:nvPr/>
          </p:nvSpPr>
          <p:spPr>
            <a:xfrm>
              <a:off x="3480684" y="3646074"/>
              <a:ext cx="180000" cy="180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4" name="Elipse 13">
              <a:extLst>
                <a:ext uri="{FF2B5EF4-FFF2-40B4-BE49-F238E27FC236}">
                  <a16:creationId xmlns:a16="http://schemas.microsoft.com/office/drawing/2014/main" id="{4014B435-FE21-6F3F-D0A3-96A450E125B7}"/>
                </a:ext>
              </a:extLst>
            </p:cNvPr>
            <p:cNvSpPr>
              <a:spLocks noGrp="1" noRot="1" noChangeAspect="1" noMove="1" noResize="1" noEditPoints="1" noAdjustHandles="1" noChangeArrowheads="1" noChangeShapeType="1"/>
            </p:cNvSpPr>
            <p:nvPr/>
          </p:nvSpPr>
          <p:spPr>
            <a:xfrm>
              <a:off x="6610570" y="3646074"/>
              <a:ext cx="180000" cy="180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grpSp>
        <p:nvGrpSpPr>
          <p:cNvPr id="15" name="barra de progresso">
            <a:extLst>
              <a:ext uri="{FF2B5EF4-FFF2-40B4-BE49-F238E27FC236}">
                <a16:creationId xmlns:a16="http://schemas.microsoft.com/office/drawing/2014/main" id="{D7DF4F7E-B4C8-F5D8-B5B0-9D68AE4528F9}"/>
              </a:ext>
            </a:extLst>
          </p:cNvPr>
          <p:cNvGrpSpPr/>
          <p:nvPr/>
        </p:nvGrpSpPr>
        <p:grpSpPr>
          <a:xfrm>
            <a:off x="540326" y="6168042"/>
            <a:ext cx="11111348" cy="216000"/>
            <a:chOff x="540326" y="6168042"/>
            <a:chExt cx="11111348" cy="216000"/>
          </a:xfrm>
        </p:grpSpPr>
        <p:sp useBgFill="1">
          <p:nvSpPr>
            <p:cNvPr id="16" name="Retângulo: Cantos Arredondados 15">
              <a:extLst>
                <a:ext uri="{FF2B5EF4-FFF2-40B4-BE49-F238E27FC236}">
                  <a16:creationId xmlns:a16="http://schemas.microsoft.com/office/drawing/2014/main" id="{645F6494-8FFC-74C9-3BEE-6344C16689C9}"/>
                </a:ext>
              </a:extLst>
            </p:cNvPr>
            <p:cNvSpPr/>
            <p:nvPr/>
          </p:nvSpPr>
          <p:spPr>
            <a:xfrm>
              <a:off x="540326" y="6168042"/>
              <a:ext cx="540000" cy="216000"/>
            </a:xfrm>
            <a:prstGeom prst="roundRect">
              <a:avLst>
                <a:gd name="adj" fmla="val 50000"/>
              </a:avLst>
            </a:prstGeom>
            <a:ln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17" name="Retângulo: Cantos Arredondados 16">
              <a:extLst>
                <a:ext uri="{FF2B5EF4-FFF2-40B4-BE49-F238E27FC236}">
                  <a16:creationId xmlns:a16="http://schemas.microsoft.com/office/drawing/2014/main" id="{D0360543-989E-44E5-018D-E2B5E5E7950A}"/>
                </a:ext>
              </a:extLst>
            </p:cNvPr>
            <p:cNvSpPr/>
            <p:nvPr/>
          </p:nvSpPr>
          <p:spPr>
            <a:xfrm>
              <a:off x="1245083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18" name="Retângulo: Cantos Arredondados 17">
              <a:extLst>
                <a:ext uri="{FF2B5EF4-FFF2-40B4-BE49-F238E27FC236}">
                  <a16:creationId xmlns:a16="http://schemas.microsoft.com/office/drawing/2014/main" id="{832CD0D4-B00B-66F6-AC8B-2047BB5D1C88}"/>
                </a:ext>
              </a:extLst>
            </p:cNvPr>
            <p:cNvSpPr/>
            <p:nvPr/>
          </p:nvSpPr>
          <p:spPr>
            <a:xfrm>
              <a:off x="1949840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19" name="Retângulo: Cantos Arredondados 18">
              <a:extLst>
                <a:ext uri="{FF2B5EF4-FFF2-40B4-BE49-F238E27FC236}">
                  <a16:creationId xmlns:a16="http://schemas.microsoft.com/office/drawing/2014/main" id="{09C5ED91-4829-2188-7144-57BB65B5895C}"/>
                </a:ext>
              </a:extLst>
            </p:cNvPr>
            <p:cNvSpPr/>
            <p:nvPr/>
          </p:nvSpPr>
          <p:spPr>
            <a:xfrm>
              <a:off x="2654597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20" name="Retângulo: Cantos Arredondados 19">
              <a:extLst>
                <a:ext uri="{FF2B5EF4-FFF2-40B4-BE49-F238E27FC236}">
                  <a16:creationId xmlns:a16="http://schemas.microsoft.com/office/drawing/2014/main" id="{B5F9D68A-2A87-C90C-1D98-7737129DB43B}"/>
                </a:ext>
              </a:extLst>
            </p:cNvPr>
            <p:cNvSpPr/>
            <p:nvPr/>
          </p:nvSpPr>
          <p:spPr>
            <a:xfrm>
              <a:off x="3359354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21" name="Retângulo: Cantos Arredondados 20">
              <a:extLst>
                <a:ext uri="{FF2B5EF4-FFF2-40B4-BE49-F238E27FC236}">
                  <a16:creationId xmlns:a16="http://schemas.microsoft.com/office/drawing/2014/main" id="{A3EAB60E-42B2-0210-E6AD-787A54CF5E6B}"/>
                </a:ext>
              </a:extLst>
            </p:cNvPr>
            <p:cNvSpPr/>
            <p:nvPr/>
          </p:nvSpPr>
          <p:spPr>
            <a:xfrm>
              <a:off x="4064111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22" name="Retângulo: Cantos Arredondados 21">
              <a:extLst>
                <a:ext uri="{FF2B5EF4-FFF2-40B4-BE49-F238E27FC236}">
                  <a16:creationId xmlns:a16="http://schemas.microsoft.com/office/drawing/2014/main" id="{7805FE38-3DA6-AA69-5A21-5FDF35D7E06F}"/>
                </a:ext>
              </a:extLst>
            </p:cNvPr>
            <p:cNvSpPr/>
            <p:nvPr/>
          </p:nvSpPr>
          <p:spPr>
            <a:xfrm>
              <a:off x="4768868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23" name="Retângulo: Cantos Arredondados 22">
              <a:extLst>
                <a:ext uri="{FF2B5EF4-FFF2-40B4-BE49-F238E27FC236}">
                  <a16:creationId xmlns:a16="http://schemas.microsoft.com/office/drawing/2014/main" id="{2F3233F8-5476-5095-85DB-1E53D02FFF73}"/>
                </a:ext>
              </a:extLst>
            </p:cNvPr>
            <p:cNvSpPr/>
            <p:nvPr/>
          </p:nvSpPr>
          <p:spPr>
            <a:xfrm>
              <a:off x="5473625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24" name="Retângulo: Cantos Arredondados 23">
              <a:extLst>
                <a:ext uri="{FF2B5EF4-FFF2-40B4-BE49-F238E27FC236}">
                  <a16:creationId xmlns:a16="http://schemas.microsoft.com/office/drawing/2014/main" id="{BE1456AE-ED2B-72A9-D02A-1CD0F978D85D}"/>
                </a:ext>
              </a:extLst>
            </p:cNvPr>
            <p:cNvSpPr/>
            <p:nvPr/>
          </p:nvSpPr>
          <p:spPr>
            <a:xfrm>
              <a:off x="6178382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25" name="Retângulo: Cantos Arredondados 24">
              <a:extLst>
                <a:ext uri="{FF2B5EF4-FFF2-40B4-BE49-F238E27FC236}">
                  <a16:creationId xmlns:a16="http://schemas.microsoft.com/office/drawing/2014/main" id="{4755B973-D05B-1281-55E7-74B61C8A4505}"/>
                </a:ext>
              </a:extLst>
            </p:cNvPr>
            <p:cNvSpPr/>
            <p:nvPr/>
          </p:nvSpPr>
          <p:spPr>
            <a:xfrm>
              <a:off x="6883139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26" name="Retângulo: Cantos Arredondados 25">
              <a:extLst>
                <a:ext uri="{FF2B5EF4-FFF2-40B4-BE49-F238E27FC236}">
                  <a16:creationId xmlns:a16="http://schemas.microsoft.com/office/drawing/2014/main" id="{23BB2712-A117-128D-132B-22540621C404}"/>
                </a:ext>
              </a:extLst>
            </p:cNvPr>
            <p:cNvSpPr/>
            <p:nvPr/>
          </p:nvSpPr>
          <p:spPr>
            <a:xfrm>
              <a:off x="7587896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27" name="Retângulo: Cantos Arredondados 26">
              <a:extLst>
                <a:ext uri="{FF2B5EF4-FFF2-40B4-BE49-F238E27FC236}">
                  <a16:creationId xmlns:a16="http://schemas.microsoft.com/office/drawing/2014/main" id="{1F3E133E-5E8D-EA78-A60D-62DE8FA3C825}"/>
                </a:ext>
              </a:extLst>
            </p:cNvPr>
            <p:cNvSpPr/>
            <p:nvPr/>
          </p:nvSpPr>
          <p:spPr>
            <a:xfrm>
              <a:off x="8292653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28" name="Retângulo: Cantos Arredondados 27">
              <a:extLst>
                <a:ext uri="{FF2B5EF4-FFF2-40B4-BE49-F238E27FC236}">
                  <a16:creationId xmlns:a16="http://schemas.microsoft.com/office/drawing/2014/main" id="{52F08055-4C07-9D7D-B51F-6C5520201AFF}"/>
                </a:ext>
              </a:extLst>
            </p:cNvPr>
            <p:cNvSpPr/>
            <p:nvPr/>
          </p:nvSpPr>
          <p:spPr>
            <a:xfrm>
              <a:off x="8997410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29" name="Retângulo: Cantos Arredondados 28">
              <a:extLst>
                <a:ext uri="{FF2B5EF4-FFF2-40B4-BE49-F238E27FC236}">
                  <a16:creationId xmlns:a16="http://schemas.microsoft.com/office/drawing/2014/main" id="{915F56B7-CB97-B128-3798-360BFADDFBFE}"/>
                </a:ext>
              </a:extLst>
            </p:cNvPr>
            <p:cNvSpPr/>
            <p:nvPr/>
          </p:nvSpPr>
          <p:spPr>
            <a:xfrm>
              <a:off x="9702167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30" name="Retângulo: Cantos Arredondados 29">
              <a:extLst>
                <a:ext uri="{FF2B5EF4-FFF2-40B4-BE49-F238E27FC236}">
                  <a16:creationId xmlns:a16="http://schemas.microsoft.com/office/drawing/2014/main" id="{6422418E-AA0B-8E26-FC84-D410772659AF}"/>
                </a:ext>
              </a:extLst>
            </p:cNvPr>
            <p:cNvSpPr/>
            <p:nvPr/>
          </p:nvSpPr>
          <p:spPr>
            <a:xfrm>
              <a:off x="10406924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31" name="Retângulo: Cantos Arredondados 30">
              <a:extLst>
                <a:ext uri="{FF2B5EF4-FFF2-40B4-BE49-F238E27FC236}">
                  <a16:creationId xmlns:a16="http://schemas.microsoft.com/office/drawing/2014/main" id="{E640292C-BE19-1E3C-A127-339B803D0EC0}"/>
                </a:ext>
              </a:extLst>
            </p:cNvPr>
            <p:cNvSpPr/>
            <p:nvPr/>
          </p:nvSpPr>
          <p:spPr>
            <a:xfrm>
              <a:off x="11111674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pic>
        <p:nvPicPr>
          <p:cNvPr id="32" name="emoji">
            <a:extLst>
              <a:ext uri="{FF2B5EF4-FFF2-40B4-BE49-F238E27FC236}">
                <a16:creationId xmlns:a16="http://schemas.microsoft.com/office/drawing/2014/main" id="{D5E21F0E-C48A-B95C-AD66-20556A0DDDF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343083" y="1938181"/>
            <a:ext cx="1085856" cy="1085856"/>
          </a:xfrm>
          <a:prstGeom prst="rect">
            <a:avLst/>
          </a:prstGeom>
          <a:effectLst>
            <a:outerShdw blurRad="635000" dist="190500" dir="2700000" algn="tl" rotWithShape="0">
              <a:prstClr val="black">
                <a:alpha val="60000"/>
              </a:prstClr>
            </a:outerShdw>
          </a:effectLst>
        </p:spPr>
      </p:pic>
      <p:pic>
        <p:nvPicPr>
          <p:cNvPr id="37" name="que pena, vc errou">
            <a:hlinkClick r:id="" action="ppaction://media"/>
            <a:extLst>
              <a:ext uri="{FF2B5EF4-FFF2-40B4-BE49-F238E27FC236}">
                <a16:creationId xmlns:a16="http://schemas.microsoft.com/office/drawing/2014/main" id="{E7877330-4976-EF07-7A6B-DC501CA5A40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-772973" y="206871"/>
            <a:ext cx="509587" cy="509587"/>
          </a:xfrm>
          <a:prstGeom prst="rect">
            <a:avLst/>
          </a:prstGeom>
        </p:spPr>
      </p:pic>
      <p:sp>
        <p:nvSpPr>
          <p:cNvPr id="33" name="Botaão Próxima">
            <a:hlinkClick r:id="rId7" action="ppaction://hlinksldjump"/>
            <a:extLst>
              <a:ext uri="{FF2B5EF4-FFF2-40B4-BE49-F238E27FC236}">
                <a16:creationId xmlns:a16="http://schemas.microsoft.com/office/drawing/2014/main" id="{53474A7E-3077-C8C5-1005-C2DA17EEE819}"/>
              </a:ext>
            </a:extLst>
          </p:cNvPr>
          <p:cNvSpPr/>
          <p:nvPr/>
        </p:nvSpPr>
        <p:spPr>
          <a:xfrm>
            <a:off x="9077057" y="5271949"/>
            <a:ext cx="2330219" cy="540000"/>
          </a:xfrm>
          <a:prstGeom prst="roundRect">
            <a:avLst/>
          </a:prstGeom>
          <a:gradFill flip="none" rotWithShape="1">
            <a:gsLst>
              <a:gs pos="0">
                <a:schemeClr val="accent6"/>
              </a:gs>
              <a:gs pos="59000">
                <a:schemeClr val="accent6">
                  <a:lumMod val="75000"/>
                </a:schemeClr>
              </a:gs>
              <a:gs pos="100000">
                <a:schemeClr val="accent6">
                  <a:lumMod val="50000"/>
                </a:schemeClr>
              </a:gs>
            </a:gsLst>
            <a:lin ang="19200000" scaled="0"/>
            <a:tileRect/>
          </a:gradFill>
          <a:ln w="19050">
            <a:solidFill>
              <a:schemeClr val="bg1"/>
            </a:solidFill>
          </a:ln>
          <a:effectLst>
            <a:outerShdw blurRad="381000" dist="1270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rIns="108000" rtlCol="0" anchor="ctr"/>
          <a:lstStyle/>
          <a:p>
            <a:pPr algn="ctr"/>
            <a:r>
              <a:rPr lang="pt-BR" sz="1400" b="1" dirty="0">
                <a:ln w="3175">
                  <a:noFill/>
                </a:ln>
                <a:effectLst>
                  <a:outerShdw blurRad="1270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Arial" panose="020B0604020202020204" pitchFamily="34" charset="0"/>
                <a:ea typeface="Open Sans Extrabold" panose="020B0906030804020204" pitchFamily="34" charset="0"/>
                <a:cs typeface="Arial" panose="020B0604020202020204" pitchFamily="34" charset="0"/>
              </a:rPr>
              <a:t>Voltar</a:t>
            </a:r>
          </a:p>
        </p:txBody>
      </p:sp>
    </p:spTree>
    <p:extLst>
      <p:ext uri="{BB962C8B-B14F-4D97-AF65-F5344CB8AC3E}">
        <p14:creationId xmlns:p14="http://schemas.microsoft.com/office/powerpoint/2010/main" val="19161609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2040" fill="hold"/>
                                            <p:tgtEl>
                                              <p:spTgt spid="37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  <p:par>
                                    <p:cTn id="7" presetID="2" presetClass="entr" presetSubtype="4" fill="hold" grpId="0" nodeType="with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9" dur="20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10" dur="20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1" presetID="2" presetClass="entr" presetSubtype="1" fill="hold" grpId="0" nodeType="with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13" dur="20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14" dur="20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5" presetID="2" presetClass="entr" presetSubtype="4" fill="hold" grpId="0" nodeType="with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17" dur="20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18" dur="20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9" presetID="2" presetClass="entr" presetSubtype="1" fill="hold" grpId="0" nodeType="with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21" dur="20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22" dur="20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3" presetID="2" presetClass="entr" presetSubtype="4" fill="hold" grpId="0" nodeType="with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25" dur="20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26" dur="20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7" presetID="2" presetClass="entr" presetSubtype="1" fill="hold" grpId="0" nodeType="with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29" dur="20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30" dur="20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1" presetID="2" presetClass="entr" presetSubtype="4" fill="hold" grpId="0" nodeType="with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33" dur="20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34" dur="20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5" presetID="23" presetClass="entr" presetSubtype="32" fill="hold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7" dur="5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4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8" dur="5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4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9" presetID="22" presetClass="entr" presetSubtype="8" fill="hold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4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41" dur="1000"/>
                                            <p:tgtEl>
                                              <p:spTgt spid="1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2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43" dur="indefinite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44" dur="indefinite"/>
                                            <p:tgtEl>
                                              <p:spTgt spid="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5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46" dur="indefinite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47" dur="indefinite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8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49" dur="indefinite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50" dur="indefinite"/>
                                            <p:tgtEl>
                                              <p:spTgt spid="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1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52" dur="indefinite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53" dur="indefinite"/>
                                            <p:tgtEl>
                                              <p:spTgt spid="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4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55" dur="indefinite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56" dur="indefinite"/>
                                            <p:tgtEl>
                                              <p:spTgt spid="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7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58" dur="indefinite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59" dur="indefinite"/>
                                            <p:tgtEl>
                                              <p:spTgt spid="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0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61" dur="indefinite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62" dur="indefinite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63" fill="hold">
                                <p:stCondLst>
                                  <p:cond delay="2040"/>
                                </p:stCondLst>
                                <p:childTnLst>
                                  <p:par>
                                    <p:cTn id="64" presetID="5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66" dur="5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7" dur="5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68" dur="500"/>
                                            <p:tgtEl>
                                              <p:spTgt spid="3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9" presetID="42" presetClass="path" presetSubtype="0" accel="50000" decel="5000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4.16667E-6 -1.85185E-6 L -4.16667E-6 0.3206 " pathEditMode="relative" rAng="0" ptsTypes="AA">
                                          <p:cBhvr>
                                            <p:cTn id="70" dur="500" spd="-1000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16019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71" fill="hold">
                                <p:stCondLst>
                                  <p:cond delay="2540"/>
                                </p:stCondLst>
                                <p:childTnLst>
                                  <p:par>
                                    <p:cTn id="72" presetID="6" presetClass="emph" presetSubtype="0" repeatCount="indefinite" autoRev="1" fill="hold" grpId="2" nodeType="afterEffect">
                                      <p:stCondLst>
                                        <p:cond delay="0"/>
                                      </p:stCondLst>
                                      <p:endCondLst>
                                        <p:cond evt="onNext" delay="0">
                                          <p:tgtEl>
                                            <p:sldTgt/>
                                          </p:tgtEl>
                                        </p:cond>
                                      </p:endCondLst>
                                      <p:childTnLst>
                                        <p:animScale>
                                          <p:cBhvr>
                                            <p:cTn id="73" dur="500" fill="hold"/>
                                            <p:tgtEl>
                                              <p:spTgt spid="33"/>
                                            </p:tgtEl>
                                          </p:cBhvr>
                                          <p:by x="90000" y="90000"/>
                                        </p:animScale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>
                    <p:cTn id="74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37"/>
                    </p:tgtEl>
                  </p:cMediaNode>
                </p:audio>
              </p:childTnLst>
            </p:cTn>
          </p:par>
        </p:tnLst>
        <p:bldLst>
          <p:bldP spid="2" grpId="0"/>
          <p:bldP spid="2" grpId="1"/>
          <p:bldP spid="8" grpId="0"/>
          <p:bldP spid="8" grpId="1"/>
          <p:bldP spid="7" grpId="0"/>
          <p:bldP spid="7" grpId="1"/>
          <p:bldP spid="6" grpId="0"/>
          <p:bldP spid="6" grpId="1"/>
          <p:bldP spid="5" grpId="0"/>
          <p:bldP spid="5" grpId="1"/>
          <p:bldP spid="4" grpId="0"/>
          <p:bldP spid="4" grpId="1"/>
          <p:bldP spid="3" grpId="0"/>
          <p:bldP spid="3" grpId="1"/>
          <p:bldP spid="33" grpId="0" animBg="1"/>
          <p:bldP spid="33" grpId="1" animBg="1"/>
          <p:bldP spid="33" grpId="2" animBg="1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2040" fill="hold"/>
                                            <p:tgtEl>
                                              <p:spTgt spid="37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  <p:par>
                                    <p:cTn id="7" presetID="2" presetClass="entr" presetSubtype="4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9" dur="20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0" dur="20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1" presetID="2" presetClass="entr" presetSubtype="1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3" dur="20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4" dur="20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5" presetID="2" presetClass="entr" presetSubtype="4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7" dur="20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8" dur="20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9" presetID="2" presetClass="entr" presetSubtype="1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1" dur="20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2" dur="20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3" presetID="2" presetClass="entr" presetSubtype="4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5" dur="20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6" dur="20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7" presetID="2" presetClass="entr" presetSubtype="1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9" dur="20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0" dur="20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1" presetID="2" presetClass="entr" presetSubtype="4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3" dur="20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4" dur="20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5" presetID="23" presetClass="entr" presetSubtype="32" fill="hold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7" dur="5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4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8" dur="5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4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9" presetID="22" presetClass="entr" presetSubtype="8" fill="hold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4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41" dur="1000"/>
                                            <p:tgtEl>
                                              <p:spTgt spid="1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2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43" dur="indefinite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44" dur="indefinite"/>
                                            <p:tgtEl>
                                              <p:spTgt spid="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5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46" dur="indefinite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47" dur="indefinite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8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49" dur="indefinite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50" dur="indefinite"/>
                                            <p:tgtEl>
                                              <p:spTgt spid="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1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52" dur="indefinite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53" dur="indefinite"/>
                                            <p:tgtEl>
                                              <p:spTgt spid="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4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55" dur="indefinite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56" dur="indefinite"/>
                                            <p:tgtEl>
                                              <p:spTgt spid="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7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58" dur="indefinite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59" dur="indefinite"/>
                                            <p:tgtEl>
                                              <p:spTgt spid="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0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61" dur="indefinite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62" dur="indefinite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63" fill="hold">
                                <p:stCondLst>
                                  <p:cond delay="2040"/>
                                </p:stCondLst>
                                <p:childTnLst>
                                  <p:par>
                                    <p:cTn id="64" presetID="5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66" dur="5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7" dur="5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68" dur="500"/>
                                            <p:tgtEl>
                                              <p:spTgt spid="3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9" presetID="42" presetClass="path" presetSubtype="0" accel="50000" decel="5000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4.16667E-6 -1.85185E-6 L -4.16667E-6 0.3206 " pathEditMode="relative" rAng="0" ptsTypes="AA">
                                          <p:cBhvr>
                                            <p:cTn id="70" dur="500" spd="-1000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16019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71" fill="hold">
                                <p:stCondLst>
                                  <p:cond delay="2540"/>
                                </p:stCondLst>
                                <p:childTnLst>
                                  <p:par>
                                    <p:cTn id="72" presetID="6" presetClass="emph" presetSubtype="0" repeatCount="indefinite" autoRev="1" fill="hold" grpId="2" nodeType="afterEffect">
                                      <p:stCondLst>
                                        <p:cond delay="0"/>
                                      </p:stCondLst>
                                      <p:endCondLst>
                                        <p:cond evt="onNext" delay="0">
                                          <p:tgtEl>
                                            <p:sldTgt/>
                                          </p:tgtEl>
                                        </p:cond>
                                      </p:endCondLst>
                                      <p:childTnLst>
                                        <p:animScale>
                                          <p:cBhvr>
                                            <p:cTn id="73" dur="500" fill="hold"/>
                                            <p:tgtEl>
                                              <p:spTgt spid="33"/>
                                            </p:tgtEl>
                                          </p:cBhvr>
                                          <p:by x="90000" y="90000"/>
                                        </p:animScale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>
                    <p:cTn id="74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37"/>
                    </p:tgtEl>
                  </p:cMediaNode>
                </p:audio>
              </p:childTnLst>
            </p:cTn>
          </p:par>
        </p:tnLst>
        <p:bldLst>
          <p:bldP spid="2" grpId="0"/>
          <p:bldP spid="2" grpId="1"/>
          <p:bldP spid="8" grpId="0"/>
          <p:bldP spid="8" grpId="1"/>
          <p:bldP spid="7" grpId="0"/>
          <p:bldP spid="7" grpId="1"/>
          <p:bldP spid="6" grpId="0"/>
          <p:bldP spid="6" grpId="1"/>
          <p:bldP spid="5" grpId="0"/>
          <p:bldP spid="5" grpId="1"/>
          <p:bldP spid="4" grpId="0"/>
          <p:bldP spid="4" grpId="1"/>
          <p:bldP spid="3" grpId="0"/>
          <p:bldP spid="3" grpId="1"/>
          <p:bldP spid="33" grpId="0" animBg="1"/>
          <p:bldP spid="33" grpId="1" animBg="1"/>
          <p:bldP spid="33" grpId="2" animBg="1"/>
        </p:bldLst>
      </p:timing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C00000"/>
            </a:gs>
            <a:gs pos="100000">
              <a:schemeClr val="tx1">
                <a:lumMod val="85000"/>
                <a:lumOff val="15000"/>
              </a:schemeClr>
            </a:gs>
          </a:gsLst>
          <a:lin ang="81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7">
            <a:extLst>
              <a:ext uri="{FF2B5EF4-FFF2-40B4-BE49-F238E27FC236}">
                <a16:creationId xmlns:a16="http://schemas.microsoft.com/office/drawing/2014/main" id="{AF47984B-59F1-7176-A115-158B29114E0E}"/>
              </a:ext>
            </a:extLst>
          </p:cNvPr>
          <p:cNvSpPr txBox="1"/>
          <p:nvPr/>
        </p:nvSpPr>
        <p:spPr>
          <a:xfrm>
            <a:off x="8746332" y="-11965950"/>
            <a:ext cx="1005403" cy="16342935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9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8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7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5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4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3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2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1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</p:txBody>
      </p:sp>
      <p:sp>
        <p:nvSpPr>
          <p:cNvPr id="8" name="N6">
            <a:extLst>
              <a:ext uri="{FF2B5EF4-FFF2-40B4-BE49-F238E27FC236}">
                <a16:creationId xmlns:a16="http://schemas.microsoft.com/office/drawing/2014/main" id="{FE3BD9AB-7F50-A4B5-5F53-70354EF481F4}"/>
              </a:ext>
            </a:extLst>
          </p:cNvPr>
          <p:cNvSpPr txBox="1"/>
          <p:nvPr/>
        </p:nvSpPr>
        <p:spPr>
          <a:xfrm>
            <a:off x="7805114" y="2671817"/>
            <a:ext cx="1005403" cy="16342935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9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8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7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5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4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3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2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1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</p:txBody>
      </p:sp>
      <p:sp>
        <p:nvSpPr>
          <p:cNvPr id="7" name="N5">
            <a:extLst>
              <a:ext uri="{FF2B5EF4-FFF2-40B4-BE49-F238E27FC236}">
                <a16:creationId xmlns:a16="http://schemas.microsoft.com/office/drawing/2014/main" id="{D60E20A6-40DE-61FF-BC52-780641776D60}"/>
              </a:ext>
            </a:extLst>
          </p:cNvPr>
          <p:cNvSpPr txBox="1"/>
          <p:nvPr/>
        </p:nvSpPr>
        <p:spPr>
          <a:xfrm>
            <a:off x="6863896" y="-11965950"/>
            <a:ext cx="1005403" cy="16342935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9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8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7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5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4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3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2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1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</p:txBody>
      </p:sp>
      <p:sp>
        <p:nvSpPr>
          <p:cNvPr id="6" name="N4">
            <a:extLst>
              <a:ext uri="{FF2B5EF4-FFF2-40B4-BE49-F238E27FC236}">
                <a16:creationId xmlns:a16="http://schemas.microsoft.com/office/drawing/2014/main" id="{B55EA620-A448-2ACD-AF8D-A6933BC4F87F}"/>
              </a:ext>
            </a:extLst>
          </p:cNvPr>
          <p:cNvSpPr txBox="1"/>
          <p:nvPr/>
        </p:nvSpPr>
        <p:spPr>
          <a:xfrm>
            <a:off x="5546009" y="2671817"/>
            <a:ext cx="1005403" cy="16342935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9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8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7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5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4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3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2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1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</p:txBody>
      </p:sp>
      <p:sp>
        <p:nvSpPr>
          <p:cNvPr id="5" name="N3">
            <a:extLst>
              <a:ext uri="{FF2B5EF4-FFF2-40B4-BE49-F238E27FC236}">
                <a16:creationId xmlns:a16="http://schemas.microsoft.com/office/drawing/2014/main" id="{EAC23BB9-25AA-23D1-BBA8-4E96A8121B22}"/>
              </a:ext>
            </a:extLst>
          </p:cNvPr>
          <p:cNvSpPr txBox="1"/>
          <p:nvPr/>
        </p:nvSpPr>
        <p:spPr>
          <a:xfrm>
            <a:off x="4604791" y="-11965950"/>
            <a:ext cx="1005403" cy="16342935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9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8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7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5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4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3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2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1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</p:txBody>
      </p:sp>
      <p:sp>
        <p:nvSpPr>
          <p:cNvPr id="4" name="N2">
            <a:extLst>
              <a:ext uri="{FF2B5EF4-FFF2-40B4-BE49-F238E27FC236}">
                <a16:creationId xmlns:a16="http://schemas.microsoft.com/office/drawing/2014/main" id="{95EF8A55-2A5D-C739-62DE-9F54AB9D7812}"/>
              </a:ext>
            </a:extLst>
          </p:cNvPr>
          <p:cNvSpPr txBox="1"/>
          <p:nvPr/>
        </p:nvSpPr>
        <p:spPr>
          <a:xfrm>
            <a:off x="3663573" y="2671817"/>
            <a:ext cx="1005403" cy="16342935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9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8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7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5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4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3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2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1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</p:txBody>
      </p:sp>
      <p:sp>
        <p:nvSpPr>
          <p:cNvPr id="3" name="N1">
            <a:extLst>
              <a:ext uri="{FF2B5EF4-FFF2-40B4-BE49-F238E27FC236}">
                <a16:creationId xmlns:a16="http://schemas.microsoft.com/office/drawing/2014/main" id="{321860B9-DC15-351B-F334-054EAF2E4D85}"/>
              </a:ext>
            </a:extLst>
          </p:cNvPr>
          <p:cNvSpPr txBox="1"/>
          <p:nvPr/>
        </p:nvSpPr>
        <p:spPr>
          <a:xfrm>
            <a:off x="2446833" y="-11965950"/>
            <a:ext cx="1005403" cy="16342935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9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8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7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5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4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3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2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1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</p:txBody>
      </p:sp>
      <p:grpSp>
        <p:nvGrpSpPr>
          <p:cNvPr id="34" name="!!mascara">
            <a:extLst>
              <a:ext uri="{FF2B5EF4-FFF2-40B4-BE49-F238E27FC236}">
                <a16:creationId xmlns:a16="http://schemas.microsoft.com/office/drawing/2014/main" id="{C287DD8F-17E0-D7CA-89A4-3F01919A018C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 useBgFill="1">
          <p:nvSpPr>
            <p:cNvPr id="9" name="Forma Livre: Forma 8">
              <a:extLst>
                <a:ext uri="{FF2B5EF4-FFF2-40B4-BE49-F238E27FC236}">
                  <a16:creationId xmlns:a16="http://schemas.microsoft.com/office/drawing/2014/main" id="{43DD7F38-D131-0688-54CD-A4DDB6A95DE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0"/>
              <a:ext cx="12192000" cy="6858000"/>
            </a:xfrm>
            <a:custGeom>
              <a:avLst/>
              <a:gdLst>
                <a:gd name="connsiteX0" fmla="*/ 2566220 w 12192000"/>
                <a:gd name="connsiteY0" fmla="*/ 2632290 h 6858000"/>
                <a:gd name="connsiteX1" fmla="*/ 2322443 w 12192000"/>
                <a:gd name="connsiteY1" fmla="*/ 2876067 h 6858000"/>
                <a:gd name="connsiteX2" fmla="*/ 2322443 w 12192000"/>
                <a:gd name="connsiteY2" fmla="*/ 3851145 h 6858000"/>
                <a:gd name="connsiteX3" fmla="*/ 2566220 w 12192000"/>
                <a:gd name="connsiteY3" fmla="*/ 4094922 h 6858000"/>
                <a:gd name="connsiteX4" fmla="*/ 9625780 w 12192000"/>
                <a:gd name="connsiteY4" fmla="*/ 4094922 h 6858000"/>
                <a:gd name="connsiteX5" fmla="*/ 9869557 w 12192000"/>
                <a:gd name="connsiteY5" fmla="*/ 3851145 h 6858000"/>
                <a:gd name="connsiteX6" fmla="*/ 9869557 w 12192000"/>
                <a:gd name="connsiteY6" fmla="*/ 2876067 h 6858000"/>
                <a:gd name="connsiteX7" fmla="*/ 9625780 w 12192000"/>
                <a:gd name="connsiteY7" fmla="*/ 2632290 h 6858000"/>
                <a:gd name="connsiteX8" fmla="*/ 0 w 12192000"/>
                <a:gd name="connsiteY8" fmla="*/ 0 h 6858000"/>
                <a:gd name="connsiteX9" fmla="*/ 12192000 w 12192000"/>
                <a:gd name="connsiteY9" fmla="*/ 0 h 6858000"/>
                <a:gd name="connsiteX10" fmla="*/ 12192000 w 12192000"/>
                <a:gd name="connsiteY10" fmla="*/ 6858000 h 6858000"/>
                <a:gd name="connsiteX11" fmla="*/ 0 w 12192000"/>
                <a:gd name="connsiteY11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192000" h="6858000">
                  <a:moveTo>
                    <a:pt x="2566220" y="2632290"/>
                  </a:moveTo>
                  <a:cubicBezTo>
                    <a:pt x="2431586" y="2632290"/>
                    <a:pt x="2322443" y="2741433"/>
                    <a:pt x="2322443" y="2876067"/>
                  </a:cubicBezTo>
                  <a:lnTo>
                    <a:pt x="2322443" y="3851145"/>
                  </a:lnTo>
                  <a:cubicBezTo>
                    <a:pt x="2322443" y="3985779"/>
                    <a:pt x="2431586" y="4094922"/>
                    <a:pt x="2566220" y="4094922"/>
                  </a:cubicBezTo>
                  <a:lnTo>
                    <a:pt x="9625780" y="4094922"/>
                  </a:lnTo>
                  <a:cubicBezTo>
                    <a:pt x="9760414" y="4094922"/>
                    <a:pt x="9869557" y="3985779"/>
                    <a:pt x="9869557" y="3851145"/>
                  </a:cubicBezTo>
                  <a:lnTo>
                    <a:pt x="9869557" y="2876067"/>
                  </a:lnTo>
                  <a:cubicBezTo>
                    <a:pt x="9869557" y="2741433"/>
                    <a:pt x="9760414" y="2632290"/>
                    <a:pt x="9625780" y="2632290"/>
                  </a:cubicBezTo>
                  <a:close/>
                  <a:moveTo>
                    <a:pt x="0" y="0"/>
                  </a:moveTo>
                  <a:lnTo>
                    <a:pt x="12192000" y="0"/>
                  </a:lnTo>
                  <a:lnTo>
                    <a:pt x="12192000" y="6858000"/>
                  </a:lnTo>
                  <a:lnTo>
                    <a:pt x="0" y="6858000"/>
                  </a:lnTo>
                  <a:close/>
                </a:path>
              </a:pathLst>
            </a:custGeom>
            <a:ln>
              <a:noFill/>
            </a:ln>
            <a:effectLst>
              <a:outerShdw blurRad="3810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0" name="CaixaDeTexto 9">
              <a:extLst>
                <a:ext uri="{FF2B5EF4-FFF2-40B4-BE49-F238E27FC236}">
                  <a16:creationId xmlns:a16="http://schemas.microsoft.com/office/drawing/2014/main" id="{4014AAB1-279C-87A1-6A54-69E5927AF183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40326" y="330615"/>
              <a:ext cx="11111348" cy="985530"/>
            </a:xfrm>
            <a:prstGeom prst="roundRect">
              <a:avLst>
                <a:gd name="adj" fmla="val 26924"/>
              </a:avLst>
            </a:prstGeom>
            <a:solidFill>
              <a:srgbClr val="FFC000"/>
            </a:solidFill>
            <a:ln w="19050">
              <a:noFill/>
            </a:ln>
            <a:effectLst>
              <a:outerShdw blurRad="635000" dist="2540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 anchorCtr="1"/>
            <a:lstStyle>
              <a:defPPr>
                <a:defRPr lang="pt-BR"/>
              </a:defPPr>
              <a:lvl1pPr algn="ctr">
                <a:defRPr b="1">
                  <a:ln w="3175">
                    <a:noFill/>
                  </a:ln>
                  <a:solidFill>
                    <a:srgbClr val="FF0000"/>
                  </a:solidFill>
                  <a:latin typeface="Arial Narrow" panose="020B0606020202030204" pitchFamily="34" charset="0"/>
                  <a:ea typeface="Open Sans Extrabold" panose="020B0906030804020204" pitchFamily="34" charset="0"/>
                  <a:cs typeface="Arial" panose="020B0604020202020204" pitchFamily="34" charset="0"/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4400" b="1" i="0" u="none" strike="noStrike" kern="1200" cap="none" spc="600" normalizeH="0" baseline="0" noProof="0">
                  <a:ln w="3175"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Open Sans Extrabold" panose="020B0906030804020204" pitchFamily="34" charset="0"/>
                  <a:cs typeface="Arial" panose="020B0604020202020204" pitchFamily="34" charset="0"/>
                </a:rPr>
                <a:t>VOCÊ ERROU!</a:t>
              </a:r>
            </a:p>
          </p:txBody>
        </p:sp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6893B8BF-F8F5-DB56-E87C-8ED5CBA7FCB6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226072" y="2180704"/>
              <a:ext cx="206883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24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Arial" panose="020B0604020202020204" pitchFamily="34" charset="0"/>
                </a:rPr>
                <a:t>Você ganhou:</a:t>
              </a:r>
            </a:p>
          </p:txBody>
        </p:sp>
        <p:sp>
          <p:nvSpPr>
            <p:cNvPr id="12" name="CaixaDeTexto 11">
              <a:extLst>
                <a:ext uri="{FF2B5EF4-FFF2-40B4-BE49-F238E27FC236}">
                  <a16:creationId xmlns:a16="http://schemas.microsoft.com/office/drawing/2014/main" id="{E77C9F72-334E-862C-ACF5-323EF2E8C72C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667254" y="2555761"/>
              <a:ext cx="64472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28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R$</a:t>
              </a:r>
            </a:p>
          </p:txBody>
        </p:sp>
        <p:sp>
          <p:nvSpPr>
            <p:cNvPr id="13" name="Elipse 12">
              <a:extLst>
                <a:ext uri="{FF2B5EF4-FFF2-40B4-BE49-F238E27FC236}">
                  <a16:creationId xmlns:a16="http://schemas.microsoft.com/office/drawing/2014/main" id="{D879FEC9-3C93-4084-1DC0-039C3A2FA1A8}"/>
                </a:ext>
              </a:extLst>
            </p:cNvPr>
            <p:cNvSpPr>
              <a:spLocks noGrp="1" noRot="1" noChangeAspect="1" noMove="1" noResize="1" noEditPoints="1" noAdjustHandles="1" noChangeArrowheads="1" noChangeShapeType="1"/>
            </p:cNvSpPr>
            <p:nvPr/>
          </p:nvSpPr>
          <p:spPr>
            <a:xfrm>
              <a:off x="3480684" y="3646074"/>
              <a:ext cx="180000" cy="180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4" name="Elipse 13">
              <a:extLst>
                <a:ext uri="{FF2B5EF4-FFF2-40B4-BE49-F238E27FC236}">
                  <a16:creationId xmlns:a16="http://schemas.microsoft.com/office/drawing/2014/main" id="{4014B435-FE21-6F3F-D0A3-96A450E125B7}"/>
                </a:ext>
              </a:extLst>
            </p:cNvPr>
            <p:cNvSpPr>
              <a:spLocks noGrp="1" noRot="1" noChangeAspect="1" noMove="1" noResize="1" noEditPoints="1" noAdjustHandles="1" noChangeArrowheads="1" noChangeShapeType="1"/>
            </p:cNvSpPr>
            <p:nvPr/>
          </p:nvSpPr>
          <p:spPr>
            <a:xfrm>
              <a:off x="6610570" y="3646074"/>
              <a:ext cx="180000" cy="180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grpSp>
        <p:nvGrpSpPr>
          <p:cNvPr id="15" name="barra de progresso">
            <a:extLst>
              <a:ext uri="{FF2B5EF4-FFF2-40B4-BE49-F238E27FC236}">
                <a16:creationId xmlns:a16="http://schemas.microsoft.com/office/drawing/2014/main" id="{D7DF4F7E-B4C8-F5D8-B5B0-9D68AE4528F9}"/>
              </a:ext>
            </a:extLst>
          </p:cNvPr>
          <p:cNvGrpSpPr/>
          <p:nvPr/>
        </p:nvGrpSpPr>
        <p:grpSpPr>
          <a:xfrm>
            <a:off x="540326" y="6168042"/>
            <a:ext cx="11111348" cy="216000"/>
            <a:chOff x="540326" y="6168042"/>
            <a:chExt cx="11111348" cy="216000"/>
          </a:xfrm>
        </p:grpSpPr>
        <p:sp useBgFill="1">
          <p:nvSpPr>
            <p:cNvPr id="16" name="Retângulo: Cantos Arredondados 15">
              <a:extLst>
                <a:ext uri="{FF2B5EF4-FFF2-40B4-BE49-F238E27FC236}">
                  <a16:creationId xmlns:a16="http://schemas.microsoft.com/office/drawing/2014/main" id="{645F6494-8FFC-74C9-3BEE-6344C16689C9}"/>
                </a:ext>
              </a:extLst>
            </p:cNvPr>
            <p:cNvSpPr/>
            <p:nvPr/>
          </p:nvSpPr>
          <p:spPr>
            <a:xfrm>
              <a:off x="540326" y="6168042"/>
              <a:ext cx="540000" cy="216000"/>
            </a:xfrm>
            <a:prstGeom prst="roundRect">
              <a:avLst>
                <a:gd name="adj" fmla="val 50000"/>
              </a:avLst>
            </a:prstGeom>
            <a:ln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17" name="Retângulo: Cantos Arredondados 16">
              <a:extLst>
                <a:ext uri="{FF2B5EF4-FFF2-40B4-BE49-F238E27FC236}">
                  <a16:creationId xmlns:a16="http://schemas.microsoft.com/office/drawing/2014/main" id="{D0360543-989E-44E5-018D-E2B5E5E7950A}"/>
                </a:ext>
              </a:extLst>
            </p:cNvPr>
            <p:cNvSpPr/>
            <p:nvPr/>
          </p:nvSpPr>
          <p:spPr>
            <a:xfrm>
              <a:off x="1245083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18" name="Retângulo: Cantos Arredondados 17">
              <a:extLst>
                <a:ext uri="{FF2B5EF4-FFF2-40B4-BE49-F238E27FC236}">
                  <a16:creationId xmlns:a16="http://schemas.microsoft.com/office/drawing/2014/main" id="{832CD0D4-B00B-66F6-AC8B-2047BB5D1C88}"/>
                </a:ext>
              </a:extLst>
            </p:cNvPr>
            <p:cNvSpPr/>
            <p:nvPr/>
          </p:nvSpPr>
          <p:spPr>
            <a:xfrm>
              <a:off x="1949840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19" name="Retângulo: Cantos Arredondados 18">
              <a:extLst>
                <a:ext uri="{FF2B5EF4-FFF2-40B4-BE49-F238E27FC236}">
                  <a16:creationId xmlns:a16="http://schemas.microsoft.com/office/drawing/2014/main" id="{09C5ED91-4829-2188-7144-57BB65B5895C}"/>
                </a:ext>
              </a:extLst>
            </p:cNvPr>
            <p:cNvSpPr/>
            <p:nvPr/>
          </p:nvSpPr>
          <p:spPr>
            <a:xfrm>
              <a:off x="2654597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20" name="Retângulo: Cantos Arredondados 19">
              <a:extLst>
                <a:ext uri="{FF2B5EF4-FFF2-40B4-BE49-F238E27FC236}">
                  <a16:creationId xmlns:a16="http://schemas.microsoft.com/office/drawing/2014/main" id="{B5F9D68A-2A87-C90C-1D98-7737129DB43B}"/>
                </a:ext>
              </a:extLst>
            </p:cNvPr>
            <p:cNvSpPr/>
            <p:nvPr/>
          </p:nvSpPr>
          <p:spPr>
            <a:xfrm>
              <a:off x="3359354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21" name="Retângulo: Cantos Arredondados 20">
              <a:extLst>
                <a:ext uri="{FF2B5EF4-FFF2-40B4-BE49-F238E27FC236}">
                  <a16:creationId xmlns:a16="http://schemas.microsoft.com/office/drawing/2014/main" id="{A3EAB60E-42B2-0210-E6AD-787A54CF5E6B}"/>
                </a:ext>
              </a:extLst>
            </p:cNvPr>
            <p:cNvSpPr/>
            <p:nvPr/>
          </p:nvSpPr>
          <p:spPr>
            <a:xfrm>
              <a:off x="4064111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22" name="Retângulo: Cantos Arredondados 21">
              <a:extLst>
                <a:ext uri="{FF2B5EF4-FFF2-40B4-BE49-F238E27FC236}">
                  <a16:creationId xmlns:a16="http://schemas.microsoft.com/office/drawing/2014/main" id="{7805FE38-3DA6-AA69-5A21-5FDF35D7E06F}"/>
                </a:ext>
              </a:extLst>
            </p:cNvPr>
            <p:cNvSpPr/>
            <p:nvPr/>
          </p:nvSpPr>
          <p:spPr>
            <a:xfrm>
              <a:off x="4768868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23" name="Retângulo: Cantos Arredondados 22">
              <a:extLst>
                <a:ext uri="{FF2B5EF4-FFF2-40B4-BE49-F238E27FC236}">
                  <a16:creationId xmlns:a16="http://schemas.microsoft.com/office/drawing/2014/main" id="{2F3233F8-5476-5095-85DB-1E53D02FFF73}"/>
                </a:ext>
              </a:extLst>
            </p:cNvPr>
            <p:cNvSpPr/>
            <p:nvPr/>
          </p:nvSpPr>
          <p:spPr>
            <a:xfrm>
              <a:off x="5473625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24" name="Retângulo: Cantos Arredondados 23">
              <a:extLst>
                <a:ext uri="{FF2B5EF4-FFF2-40B4-BE49-F238E27FC236}">
                  <a16:creationId xmlns:a16="http://schemas.microsoft.com/office/drawing/2014/main" id="{BE1456AE-ED2B-72A9-D02A-1CD0F978D85D}"/>
                </a:ext>
              </a:extLst>
            </p:cNvPr>
            <p:cNvSpPr/>
            <p:nvPr/>
          </p:nvSpPr>
          <p:spPr>
            <a:xfrm>
              <a:off x="6178382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25" name="Retângulo: Cantos Arredondados 24">
              <a:extLst>
                <a:ext uri="{FF2B5EF4-FFF2-40B4-BE49-F238E27FC236}">
                  <a16:creationId xmlns:a16="http://schemas.microsoft.com/office/drawing/2014/main" id="{4755B973-D05B-1281-55E7-74B61C8A4505}"/>
                </a:ext>
              </a:extLst>
            </p:cNvPr>
            <p:cNvSpPr/>
            <p:nvPr/>
          </p:nvSpPr>
          <p:spPr>
            <a:xfrm>
              <a:off x="6883139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26" name="Retângulo: Cantos Arredondados 25">
              <a:extLst>
                <a:ext uri="{FF2B5EF4-FFF2-40B4-BE49-F238E27FC236}">
                  <a16:creationId xmlns:a16="http://schemas.microsoft.com/office/drawing/2014/main" id="{23BB2712-A117-128D-132B-22540621C404}"/>
                </a:ext>
              </a:extLst>
            </p:cNvPr>
            <p:cNvSpPr/>
            <p:nvPr/>
          </p:nvSpPr>
          <p:spPr>
            <a:xfrm>
              <a:off x="7587896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27" name="Retângulo: Cantos Arredondados 26">
              <a:extLst>
                <a:ext uri="{FF2B5EF4-FFF2-40B4-BE49-F238E27FC236}">
                  <a16:creationId xmlns:a16="http://schemas.microsoft.com/office/drawing/2014/main" id="{1F3E133E-5E8D-EA78-A60D-62DE8FA3C825}"/>
                </a:ext>
              </a:extLst>
            </p:cNvPr>
            <p:cNvSpPr/>
            <p:nvPr/>
          </p:nvSpPr>
          <p:spPr>
            <a:xfrm>
              <a:off x="8292653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28" name="Retângulo: Cantos Arredondados 27">
              <a:extLst>
                <a:ext uri="{FF2B5EF4-FFF2-40B4-BE49-F238E27FC236}">
                  <a16:creationId xmlns:a16="http://schemas.microsoft.com/office/drawing/2014/main" id="{52F08055-4C07-9D7D-B51F-6C5520201AFF}"/>
                </a:ext>
              </a:extLst>
            </p:cNvPr>
            <p:cNvSpPr/>
            <p:nvPr/>
          </p:nvSpPr>
          <p:spPr>
            <a:xfrm>
              <a:off x="8997410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29" name="Retângulo: Cantos Arredondados 28">
              <a:extLst>
                <a:ext uri="{FF2B5EF4-FFF2-40B4-BE49-F238E27FC236}">
                  <a16:creationId xmlns:a16="http://schemas.microsoft.com/office/drawing/2014/main" id="{915F56B7-CB97-B128-3798-360BFADDFBFE}"/>
                </a:ext>
              </a:extLst>
            </p:cNvPr>
            <p:cNvSpPr/>
            <p:nvPr/>
          </p:nvSpPr>
          <p:spPr>
            <a:xfrm>
              <a:off x="9702167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30" name="Retângulo: Cantos Arredondados 29">
              <a:extLst>
                <a:ext uri="{FF2B5EF4-FFF2-40B4-BE49-F238E27FC236}">
                  <a16:creationId xmlns:a16="http://schemas.microsoft.com/office/drawing/2014/main" id="{6422418E-AA0B-8E26-FC84-D410772659AF}"/>
                </a:ext>
              </a:extLst>
            </p:cNvPr>
            <p:cNvSpPr/>
            <p:nvPr/>
          </p:nvSpPr>
          <p:spPr>
            <a:xfrm>
              <a:off x="10406924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31" name="Retângulo: Cantos Arredondados 30">
              <a:extLst>
                <a:ext uri="{FF2B5EF4-FFF2-40B4-BE49-F238E27FC236}">
                  <a16:creationId xmlns:a16="http://schemas.microsoft.com/office/drawing/2014/main" id="{E640292C-BE19-1E3C-A127-339B803D0EC0}"/>
                </a:ext>
              </a:extLst>
            </p:cNvPr>
            <p:cNvSpPr/>
            <p:nvPr/>
          </p:nvSpPr>
          <p:spPr>
            <a:xfrm>
              <a:off x="11111674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pic>
        <p:nvPicPr>
          <p:cNvPr id="32" name="emoji">
            <a:extLst>
              <a:ext uri="{FF2B5EF4-FFF2-40B4-BE49-F238E27FC236}">
                <a16:creationId xmlns:a16="http://schemas.microsoft.com/office/drawing/2014/main" id="{D5E21F0E-C48A-B95C-AD66-20556A0DDDF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343083" y="1938181"/>
            <a:ext cx="1085856" cy="1085856"/>
          </a:xfrm>
          <a:prstGeom prst="rect">
            <a:avLst/>
          </a:prstGeom>
          <a:effectLst>
            <a:outerShdw blurRad="635000" dist="190500" dir="2700000" algn="tl" rotWithShape="0">
              <a:prstClr val="black">
                <a:alpha val="60000"/>
              </a:prstClr>
            </a:outerShdw>
          </a:effectLst>
        </p:spPr>
      </p:pic>
      <p:pic>
        <p:nvPicPr>
          <p:cNvPr id="37" name="que pena, vc errou">
            <a:hlinkClick r:id="" action="ppaction://media"/>
            <a:extLst>
              <a:ext uri="{FF2B5EF4-FFF2-40B4-BE49-F238E27FC236}">
                <a16:creationId xmlns:a16="http://schemas.microsoft.com/office/drawing/2014/main" id="{E7877330-4976-EF07-7A6B-DC501CA5A40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-772973" y="206871"/>
            <a:ext cx="509587" cy="509587"/>
          </a:xfrm>
          <a:prstGeom prst="rect">
            <a:avLst/>
          </a:prstGeom>
        </p:spPr>
      </p:pic>
      <p:sp>
        <p:nvSpPr>
          <p:cNvPr id="33" name="Botaão Próxima">
            <a:hlinkClick r:id="rId7" action="ppaction://hlinksldjump"/>
            <a:extLst>
              <a:ext uri="{FF2B5EF4-FFF2-40B4-BE49-F238E27FC236}">
                <a16:creationId xmlns:a16="http://schemas.microsoft.com/office/drawing/2014/main" id="{53474A7E-3077-C8C5-1005-C2DA17EEE819}"/>
              </a:ext>
            </a:extLst>
          </p:cNvPr>
          <p:cNvSpPr/>
          <p:nvPr/>
        </p:nvSpPr>
        <p:spPr>
          <a:xfrm>
            <a:off x="9051455" y="5367405"/>
            <a:ext cx="2330219" cy="540000"/>
          </a:xfrm>
          <a:prstGeom prst="roundRect">
            <a:avLst/>
          </a:prstGeom>
          <a:gradFill flip="none" rotWithShape="1">
            <a:gsLst>
              <a:gs pos="0">
                <a:schemeClr val="accent6"/>
              </a:gs>
              <a:gs pos="59000">
                <a:schemeClr val="accent6">
                  <a:lumMod val="75000"/>
                </a:schemeClr>
              </a:gs>
              <a:gs pos="100000">
                <a:schemeClr val="accent6">
                  <a:lumMod val="50000"/>
                </a:schemeClr>
              </a:gs>
            </a:gsLst>
            <a:lin ang="19200000" scaled="0"/>
            <a:tileRect/>
          </a:gradFill>
          <a:ln w="19050">
            <a:solidFill>
              <a:schemeClr val="bg1"/>
            </a:solidFill>
          </a:ln>
          <a:effectLst>
            <a:outerShdw blurRad="381000" dist="1270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rIns="108000" rtlCol="0" anchor="ctr"/>
          <a:lstStyle/>
          <a:p>
            <a:pPr algn="ctr"/>
            <a:r>
              <a:rPr lang="pt-BR" sz="1400" b="1" dirty="0">
                <a:ln w="3175">
                  <a:noFill/>
                </a:ln>
                <a:effectLst>
                  <a:outerShdw blurRad="1270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Arial" panose="020B0604020202020204" pitchFamily="34" charset="0"/>
                <a:ea typeface="Open Sans Extrabold" panose="020B0906030804020204" pitchFamily="34" charset="0"/>
                <a:cs typeface="Arial" panose="020B0604020202020204" pitchFamily="34" charset="0"/>
              </a:rPr>
              <a:t>Voltar</a:t>
            </a:r>
          </a:p>
        </p:txBody>
      </p:sp>
    </p:spTree>
    <p:extLst>
      <p:ext uri="{BB962C8B-B14F-4D97-AF65-F5344CB8AC3E}">
        <p14:creationId xmlns:p14="http://schemas.microsoft.com/office/powerpoint/2010/main" val="30654880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2040" fill="hold"/>
                                            <p:tgtEl>
                                              <p:spTgt spid="37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  <p:par>
                                    <p:cTn id="7" presetID="2" presetClass="entr" presetSubtype="4" fill="hold" grpId="0" nodeType="with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9" dur="20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10" dur="20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1" presetID="2" presetClass="entr" presetSubtype="1" fill="hold" grpId="0" nodeType="with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13" dur="20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14" dur="20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5" presetID="2" presetClass="entr" presetSubtype="4" fill="hold" grpId="0" nodeType="with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17" dur="20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18" dur="20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9" presetID="2" presetClass="entr" presetSubtype="1" fill="hold" grpId="0" nodeType="with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21" dur="20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22" dur="20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3" presetID="2" presetClass="entr" presetSubtype="4" fill="hold" grpId="0" nodeType="with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25" dur="20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26" dur="20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7" presetID="2" presetClass="entr" presetSubtype="1" fill="hold" grpId="0" nodeType="with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29" dur="20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30" dur="20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1" presetID="2" presetClass="entr" presetSubtype="4" fill="hold" grpId="0" nodeType="with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33" dur="20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34" dur="20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5" presetID="23" presetClass="entr" presetSubtype="32" fill="hold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7" dur="5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4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8" dur="5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4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9" presetID="22" presetClass="entr" presetSubtype="8" fill="hold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4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41" dur="1000"/>
                                            <p:tgtEl>
                                              <p:spTgt spid="1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2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43" dur="indefinite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44" dur="indefinite"/>
                                            <p:tgtEl>
                                              <p:spTgt spid="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5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46" dur="indefinite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47" dur="indefinite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8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49" dur="indefinite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50" dur="indefinite"/>
                                            <p:tgtEl>
                                              <p:spTgt spid="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1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52" dur="indefinite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53" dur="indefinite"/>
                                            <p:tgtEl>
                                              <p:spTgt spid="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4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55" dur="indefinite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56" dur="indefinite"/>
                                            <p:tgtEl>
                                              <p:spTgt spid="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7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58" dur="indefinite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59" dur="indefinite"/>
                                            <p:tgtEl>
                                              <p:spTgt spid="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0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61" dur="indefinite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62" dur="indefinite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63" fill="hold">
                                <p:stCondLst>
                                  <p:cond delay="2040"/>
                                </p:stCondLst>
                                <p:childTnLst>
                                  <p:par>
                                    <p:cTn id="64" presetID="5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66" dur="5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7" dur="5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68" dur="500"/>
                                            <p:tgtEl>
                                              <p:spTgt spid="3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9" presetID="42" presetClass="path" presetSubtype="0" accel="50000" decel="5000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8.33333E-7 -7.40741E-7 L -8.33333E-7 0.3206 " pathEditMode="relative" rAng="0" ptsTypes="AA">
                                          <p:cBhvr>
                                            <p:cTn id="70" dur="500" spd="-1000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16019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71" fill="hold">
                                <p:stCondLst>
                                  <p:cond delay="2540"/>
                                </p:stCondLst>
                                <p:childTnLst>
                                  <p:par>
                                    <p:cTn id="72" presetID="6" presetClass="emph" presetSubtype="0" repeatCount="indefinite" autoRev="1" fill="hold" grpId="2" nodeType="afterEffect">
                                      <p:stCondLst>
                                        <p:cond delay="0"/>
                                      </p:stCondLst>
                                      <p:endCondLst>
                                        <p:cond evt="onNext" delay="0">
                                          <p:tgtEl>
                                            <p:sldTgt/>
                                          </p:tgtEl>
                                        </p:cond>
                                      </p:endCondLst>
                                      <p:childTnLst>
                                        <p:animScale>
                                          <p:cBhvr>
                                            <p:cTn id="73" dur="500" fill="hold"/>
                                            <p:tgtEl>
                                              <p:spTgt spid="33"/>
                                            </p:tgtEl>
                                          </p:cBhvr>
                                          <p:by x="90000" y="90000"/>
                                        </p:animScale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>
                    <p:cTn id="74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37"/>
                    </p:tgtEl>
                  </p:cMediaNode>
                </p:audio>
              </p:childTnLst>
            </p:cTn>
          </p:par>
        </p:tnLst>
        <p:bldLst>
          <p:bldP spid="2" grpId="0"/>
          <p:bldP spid="2" grpId="1"/>
          <p:bldP spid="8" grpId="0"/>
          <p:bldP spid="8" grpId="1"/>
          <p:bldP spid="7" grpId="0"/>
          <p:bldP spid="7" grpId="1"/>
          <p:bldP spid="6" grpId="0"/>
          <p:bldP spid="6" grpId="1"/>
          <p:bldP spid="5" grpId="0"/>
          <p:bldP spid="5" grpId="1"/>
          <p:bldP spid="4" grpId="0"/>
          <p:bldP spid="4" grpId="1"/>
          <p:bldP spid="3" grpId="0"/>
          <p:bldP spid="3" grpId="1"/>
          <p:bldP spid="33" grpId="0" animBg="1"/>
          <p:bldP spid="33" grpId="1" animBg="1"/>
          <p:bldP spid="33" grpId="2" animBg="1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2040" fill="hold"/>
                                            <p:tgtEl>
                                              <p:spTgt spid="37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  <p:par>
                                    <p:cTn id="7" presetID="2" presetClass="entr" presetSubtype="4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9" dur="20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0" dur="20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1" presetID="2" presetClass="entr" presetSubtype="1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3" dur="20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4" dur="20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5" presetID="2" presetClass="entr" presetSubtype="4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7" dur="20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8" dur="20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9" presetID="2" presetClass="entr" presetSubtype="1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1" dur="20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2" dur="20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3" presetID="2" presetClass="entr" presetSubtype="4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5" dur="20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6" dur="20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7" presetID="2" presetClass="entr" presetSubtype="1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9" dur="20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0" dur="20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1" presetID="2" presetClass="entr" presetSubtype="4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3" dur="20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4" dur="20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5" presetID="23" presetClass="entr" presetSubtype="32" fill="hold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7" dur="5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4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8" dur="5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4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9" presetID="22" presetClass="entr" presetSubtype="8" fill="hold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4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41" dur="1000"/>
                                            <p:tgtEl>
                                              <p:spTgt spid="1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2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43" dur="indefinite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44" dur="indefinite"/>
                                            <p:tgtEl>
                                              <p:spTgt spid="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5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46" dur="indefinite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47" dur="indefinite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8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49" dur="indefinite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50" dur="indefinite"/>
                                            <p:tgtEl>
                                              <p:spTgt spid="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1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52" dur="indefinite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53" dur="indefinite"/>
                                            <p:tgtEl>
                                              <p:spTgt spid="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4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55" dur="indefinite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56" dur="indefinite"/>
                                            <p:tgtEl>
                                              <p:spTgt spid="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7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58" dur="indefinite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59" dur="indefinite"/>
                                            <p:tgtEl>
                                              <p:spTgt spid="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0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61" dur="indefinite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62" dur="indefinite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63" fill="hold">
                                <p:stCondLst>
                                  <p:cond delay="2040"/>
                                </p:stCondLst>
                                <p:childTnLst>
                                  <p:par>
                                    <p:cTn id="64" presetID="5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66" dur="5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7" dur="5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68" dur="500"/>
                                            <p:tgtEl>
                                              <p:spTgt spid="3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9" presetID="42" presetClass="path" presetSubtype="0" accel="50000" decel="5000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8.33333E-7 -7.40741E-7 L -8.33333E-7 0.3206 " pathEditMode="relative" rAng="0" ptsTypes="AA">
                                          <p:cBhvr>
                                            <p:cTn id="70" dur="500" spd="-1000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16019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71" fill="hold">
                                <p:stCondLst>
                                  <p:cond delay="2540"/>
                                </p:stCondLst>
                                <p:childTnLst>
                                  <p:par>
                                    <p:cTn id="72" presetID="6" presetClass="emph" presetSubtype="0" repeatCount="indefinite" autoRev="1" fill="hold" grpId="2" nodeType="afterEffect">
                                      <p:stCondLst>
                                        <p:cond delay="0"/>
                                      </p:stCondLst>
                                      <p:endCondLst>
                                        <p:cond evt="onNext" delay="0">
                                          <p:tgtEl>
                                            <p:sldTgt/>
                                          </p:tgtEl>
                                        </p:cond>
                                      </p:endCondLst>
                                      <p:childTnLst>
                                        <p:animScale>
                                          <p:cBhvr>
                                            <p:cTn id="73" dur="500" fill="hold"/>
                                            <p:tgtEl>
                                              <p:spTgt spid="33"/>
                                            </p:tgtEl>
                                          </p:cBhvr>
                                          <p:by x="90000" y="90000"/>
                                        </p:animScale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>
                    <p:cTn id="74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37"/>
                    </p:tgtEl>
                  </p:cMediaNode>
                </p:audio>
              </p:childTnLst>
            </p:cTn>
          </p:par>
        </p:tnLst>
        <p:bldLst>
          <p:bldP spid="2" grpId="0"/>
          <p:bldP spid="2" grpId="1"/>
          <p:bldP spid="8" grpId="0"/>
          <p:bldP spid="8" grpId="1"/>
          <p:bldP spid="7" grpId="0"/>
          <p:bldP spid="7" grpId="1"/>
          <p:bldP spid="6" grpId="0"/>
          <p:bldP spid="6" grpId="1"/>
          <p:bldP spid="5" grpId="0"/>
          <p:bldP spid="5" grpId="1"/>
          <p:bldP spid="4" grpId="0"/>
          <p:bldP spid="4" grpId="1"/>
          <p:bldP spid="3" grpId="0"/>
          <p:bldP spid="3" grpId="1"/>
          <p:bldP spid="33" grpId="0" animBg="1"/>
          <p:bldP spid="33" grpId="1" animBg="1"/>
          <p:bldP spid="33" grpId="2" animBg="1"/>
        </p:bldLst>
      </p:timing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C00000"/>
            </a:gs>
            <a:gs pos="100000">
              <a:schemeClr val="tx1">
                <a:lumMod val="85000"/>
                <a:lumOff val="15000"/>
              </a:schemeClr>
            </a:gs>
          </a:gsLst>
          <a:lin ang="81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7">
            <a:extLst>
              <a:ext uri="{FF2B5EF4-FFF2-40B4-BE49-F238E27FC236}">
                <a16:creationId xmlns:a16="http://schemas.microsoft.com/office/drawing/2014/main" id="{AF47984B-59F1-7176-A115-158B29114E0E}"/>
              </a:ext>
            </a:extLst>
          </p:cNvPr>
          <p:cNvSpPr txBox="1"/>
          <p:nvPr/>
        </p:nvSpPr>
        <p:spPr>
          <a:xfrm>
            <a:off x="8746332" y="-11965950"/>
            <a:ext cx="1005403" cy="16342935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9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8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7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5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4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3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2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1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</p:txBody>
      </p:sp>
      <p:sp>
        <p:nvSpPr>
          <p:cNvPr id="8" name="N6">
            <a:extLst>
              <a:ext uri="{FF2B5EF4-FFF2-40B4-BE49-F238E27FC236}">
                <a16:creationId xmlns:a16="http://schemas.microsoft.com/office/drawing/2014/main" id="{FE3BD9AB-7F50-A4B5-5F53-70354EF481F4}"/>
              </a:ext>
            </a:extLst>
          </p:cNvPr>
          <p:cNvSpPr txBox="1"/>
          <p:nvPr/>
        </p:nvSpPr>
        <p:spPr>
          <a:xfrm>
            <a:off x="7805114" y="2671817"/>
            <a:ext cx="1005403" cy="16342935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9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8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7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5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4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3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2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1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</p:txBody>
      </p:sp>
      <p:sp>
        <p:nvSpPr>
          <p:cNvPr id="7" name="N5">
            <a:extLst>
              <a:ext uri="{FF2B5EF4-FFF2-40B4-BE49-F238E27FC236}">
                <a16:creationId xmlns:a16="http://schemas.microsoft.com/office/drawing/2014/main" id="{D60E20A6-40DE-61FF-BC52-780641776D60}"/>
              </a:ext>
            </a:extLst>
          </p:cNvPr>
          <p:cNvSpPr txBox="1"/>
          <p:nvPr/>
        </p:nvSpPr>
        <p:spPr>
          <a:xfrm>
            <a:off x="6863896" y="-11965950"/>
            <a:ext cx="1005403" cy="16342935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9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8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7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5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4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3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2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1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</p:txBody>
      </p:sp>
      <p:sp>
        <p:nvSpPr>
          <p:cNvPr id="6" name="N4">
            <a:extLst>
              <a:ext uri="{FF2B5EF4-FFF2-40B4-BE49-F238E27FC236}">
                <a16:creationId xmlns:a16="http://schemas.microsoft.com/office/drawing/2014/main" id="{B55EA620-A448-2ACD-AF8D-A6933BC4F87F}"/>
              </a:ext>
            </a:extLst>
          </p:cNvPr>
          <p:cNvSpPr txBox="1"/>
          <p:nvPr/>
        </p:nvSpPr>
        <p:spPr>
          <a:xfrm>
            <a:off x="5546009" y="2671817"/>
            <a:ext cx="1005403" cy="16342935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9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8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7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5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4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3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2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1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</p:txBody>
      </p:sp>
      <p:sp>
        <p:nvSpPr>
          <p:cNvPr id="5" name="N3">
            <a:extLst>
              <a:ext uri="{FF2B5EF4-FFF2-40B4-BE49-F238E27FC236}">
                <a16:creationId xmlns:a16="http://schemas.microsoft.com/office/drawing/2014/main" id="{EAC23BB9-25AA-23D1-BBA8-4E96A8121B22}"/>
              </a:ext>
            </a:extLst>
          </p:cNvPr>
          <p:cNvSpPr txBox="1"/>
          <p:nvPr/>
        </p:nvSpPr>
        <p:spPr>
          <a:xfrm>
            <a:off x="4604791" y="-11965950"/>
            <a:ext cx="1005403" cy="16342935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9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8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7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5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4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3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2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1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</p:txBody>
      </p:sp>
      <p:sp>
        <p:nvSpPr>
          <p:cNvPr id="4" name="N2">
            <a:extLst>
              <a:ext uri="{FF2B5EF4-FFF2-40B4-BE49-F238E27FC236}">
                <a16:creationId xmlns:a16="http://schemas.microsoft.com/office/drawing/2014/main" id="{95EF8A55-2A5D-C739-62DE-9F54AB9D7812}"/>
              </a:ext>
            </a:extLst>
          </p:cNvPr>
          <p:cNvSpPr txBox="1"/>
          <p:nvPr/>
        </p:nvSpPr>
        <p:spPr>
          <a:xfrm>
            <a:off x="3663573" y="2671817"/>
            <a:ext cx="1005403" cy="16342935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9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8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7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5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4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3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2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1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</p:txBody>
      </p:sp>
      <p:sp>
        <p:nvSpPr>
          <p:cNvPr id="3" name="N1">
            <a:extLst>
              <a:ext uri="{FF2B5EF4-FFF2-40B4-BE49-F238E27FC236}">
                <a16:creationId xmlns:a16="http://schemas.microsoft.com/office/drawing/2014/main" id="{321860B9-DC15-351B-F334-054EAF2E4D85}"/>
              </a:ext>
            </a:extLst>
          </p:cNvPr>
          <p:cNvSpPr txBox="1"/>
          <p:nvPr/>
        </p:nvSpPr>
        <p:spPr>
          <a:xfrm>
            <a:off x="2446833" y="-11965950"/>
            <a:ext cx="1005403" cy="16342935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9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8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7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5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4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3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2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1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</p:txBody>
      </p:sp>
      <p:grpSp>
        <p:nvGrpSpPr>
          <p:cNvPr id="34" name="!!mascara">
            <a:extLst>
              <a:ext uri="{FF2B5EF4-FFF2-40B4-BE49-F238E27FC236}">
                <a16:creationId xmlns:a16="http://schemas.microsoft.com/office/drawing/2014/main" id="{C287DD8F-17E0-D7CA-89A4-3F01919A018C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 useBgFill="1">
          <p:nvSpPr>
            <p:cNvPr id="9" name="Forma Livre: Forma 8">
              <a:extLst>
                <a:ext uri="{FF2B5EF4-FFF2-40B4-BE49-F238E27FC236}">
                  <a16:creationId xmlns:a16="http://schemas.microsoft.com/office/drawing/2014/main" id="{43DD7F38-D131-0688-54CD-A4DDB6A95DE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0"/>
              <a:ext cx="12192000" cy="6858000"/>
            </a:xfrm>
            <a:custGeom>
              <a:avLst/>
              <a:gdLst>
                <a:gd name="connsiteX0" fmla="*/ 2566220 w 12192000"/>
                <a:gd name="connsiteY0" fmla="*/ 2632290 h 6858000"/>
                <a:gd name="connsiteX1" fmla="*/ 2322443 w 12192000"/>
                <a:gd name="connsiteY1" fmla="*/ 2876067 h 6858000"/>
                <a:gd name="connsiteX2" fmla="*/ 2322443 w 12192000"/>
                <a:gd name="connsiteY2" fmla="*/ 3851145 h 6858000"/>
                <a:gd name="connsiteX3" fmla="*/ 2566220 w 12192000"/>
                <a:gd name="connsiteY3" fmla="*/ 4094922 h 6858000"/>
                <a:gd name="connsiteX4" fmla="*/ 9625780 w 12192000"/>
                <a:gd name="connsiteY4" fmla="*/ 4094922 h 6858000"/>
                <a:gd name="connsiteX5" fmla="*/ 9869557 w 12192000"/>
                <a:gd name="connsiteY5" fmla="*/ 3851145 h 6858000"/>
                <a:gd name="connsiteX6" fmla="*/ 9869557 w 12192000"/>
                <a:gd name="connsiteY6" fmla="*/ 2876067 h 6858000"/>
                <a:gd name="connsiteX7" fmla="*/ 9625780 w 12192000"/>
                <a:gd name="connsiteY7" fmla="*/ 2632290 h 6858000"/>
                <a:gd name="connsiteX8" fmla="*/ 0 w 12192000"/>
                <a:gd name="connsiteY8" fmla="*/ 0 h 6858000"/>
                <a:gd name="connsiteX9" fmla="*/ 12192000 w 12192000"/>
                <a:gd name="connsiteY9" fmla="*/ 0 h 6858000"/>
                <a:gd name="connsiteX10" fmla="*/ 12192000 w 12192000"/>
                <a:gd name="connsiteY10" fmla="*/ 6858000 h 6858000"/>
                <a:gd name="connsiteX11" fmla="*/ 0 w 12192000"/>
                <a:gd name="connsiteY11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192000" h="6858000">
                  <a:moveTo>
                    <a:pt x="2566220" y="2632290"/>
                  </a:moveTo>
                  <a:cubicBezTo>
                    <a:pt x="2431586" y="2632290"/>
                    <a:pt x="2322443" y="2741433"/>
                    <a:pt x="2322443" y="2876067"/>
                  </a:cubicBezTo>
                  <a:lnTo>
                    <a:pt x="2322443" y="3851145"/>
                  </a:lnTo>
                  <a:cubicBezTo>
                    <a:pt x="2322443" y="3985779"/>
                    <a:pt x="2431586" y="4094922"/>
                    <a:pt x="2566220" y="4094922"/>
                  </a:cubicBezTo>
                  <a:lnTo>
                    <a:pt x="9625780" y="4094922"/>
                  </a:lnTo>
                  <a:cubicBezTo>
                    <a:pt x="9760414" y="4094922"/>
                    <a:pt x="9869557" y="3985779"/>
                    <a:pt x="9869557" y="3851145"/>
                  </a:cubicBezTo>
                  <a:lnTo>
                    <a:pt x="9869557" y="2876067"/>
                  </a:lnTo>
                  <a:cubicBezTo>
                    <a:pt x="9869557" y="2741433"/>
                    <a:pt x="9760414" y="2632290"/>
                    <a:pt x="9625780" y="2632290"/>
                  </a:cubicBezTo>
                  <a:close/>
                  <a:moveTo>
                    <a:pt x="0" y="0"/>
                  </a:moveTo>
                  <a:lnTo>
                    <a:pt x="12192000" y="0"/>
                  </a:lnTo>
                  <a:lnTo>
                    <a:pt x="12192000" y="6858000"/>
                  </a:lnTo>
                  <a:lnTo>
                    <a:pt x="0" y="6858000"/>
                  </a:lnTo>
                  <a:close/>
                </a:path>
              </a:pathLst>
            </a:custGeom>
            <a:ln>
              <a:noFill/>
            </a:ln>
            <a:effectLst>
              <a:outerShdw blurRad="3810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0" name="CaixaDeTexto 9">
              <a:extLst>
                <a:ext uri="{FF2B5EF4-FFF2-40B4-BE49-F238E27FC236}">
                  <a16:creationId xmlns:a16="http://schemas.microsoft.com/office/drawing/2014/main" id="{4014AAB1-279C-87A1-6A54-69E5927AF183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40326" y="330615"/>
              <a:ext cx="11111348" cy="985530"/>
            </a:xfrm>
            <a:prstGeom prst="roundRect">
              <a:avLst>
                <a:gd name="adj" fmla="val 26924"/>
              </a:avLst>
            </a:prstGeom>
            <a:solidFill>
              <a:srgbClr val="FFC000"/>
            </a:solidFill>
            <a:ln w="19050">
              <a:noFill/>
            </a:ln>
            <a:effectLst>
              <a:outerShdw blurRad="635000" dist="2540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 anchorCtr="1"/>
            <a:lstStyle>
              <a:defPPr>
                <a:defRPr lang="pt-BR"/>
              </a:defPPr>
              <a:lvl1pPr algn="ctr">
                <a:defRPr b="1">
                  <a:ln w="3175">
                    <a:noFill/>
                  </a:ln>
                  <a:solidFill>
                    <a:srgbClr val="FF0000"/>
                  </a:solidFill>
                  <a:latin typeface="Arial Narrow" panose="020B0606020202030204" pitchFamily="34" charset="0"/>
                  <a:ea typeface="Open Sans Extrabold" panose="020B0906030804020204" pitchFamily="34" charset="0"/>
                  <a:cs typeface="Arial" panose="020B0604020202020204" pitchFamily="34" charset="0"/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4400" b="1" i="0" u="none" strike="noStrike" kern="1200" cap="none" spc="600" normalizeH="0" baseline="0" noProof="0">
                  <a:ln w="3175"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Open Sans Extrabold" panose="020B0906030804020204" pitchFamily="34" charset="0"/>
                  <a:cs typeface="Arial" panose="020B0604020202020204" pitchFamily="34" charset="0"/>
                </a:rPr>
                <a:t>VOCÊ ERROU!</a:t>
              </a:r>
            </a:p>
          </p:txBody>
        </p:sp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6893B8BF-F8F5-DB56-E87C-8ED5CBA7FCB6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226072" y="2180704"/>
              <a:ext cx="206883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24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Arial" panose="020B0604020202020204" pitchFamily="34" charset="0"/>
                </a:rPr>
                <a:t>Você ganhou:</a:t>
              </a:r>
            </a:p>
          </p:txBody>
        </p:sp>
        <p:sp>
          <p:nvSpPr>
            <p:cNvPr id="12" name="CaixaDeTexto 11">
              <a:extLst>
                <a:ext uri="{FF2B5EF4-FFF2-40B4-BE49-F238E27FC236}">
                  <a16:creationId xmlns:a16="http://schemas.microsoft.com/office/drawing/2014/main" id="{E77C9F72-334E-862C-ACF5-323EF2E8C72C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667254" y="2555761"/>
              <a:ext cx="64472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28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R$</a:t>
              </a:r>
            </a:p>
          </p:txBody>
        </p:sp>
        <p:sp>
          <p:nvSpPr>
            <p:cNvPr id="13" name="Elipse 12">
              <a:extLst>
                <a:ext uri="{FF2B5EF4-FFF2-40B4-BE49-F238E27FC236}">
                  <a16:creationId xmlns:a16="http://schemas.microsoft.com/office/drawing/2014/main" id="{D879FEC9-3C93-4084-1DC0-039C3A2FA1A8}"/>
                </a:ext>
              </a:extLst>
            </p:cNvPr>
            <p:cNvSpPr>
              <a:spLocks noGrp="1" noRot="1" noChangeAspect="1" noMove="1" noResize="1" noEditPoints="1" noAdjustHandles="1" noChangeArrowheads="1" noChangeShapeType="1"/>
            </p:cNvSpPr>
            <p:nvPr/>
          </p:nvSpPr>
          <p:spPr>
            <a:xfrm>
              <a:off x="3480684" y="3646074"/>
              <a:ext cx="180000" cy="180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4" name="Elipse 13">
              <a:extLst>
                <a:ext uri="{FF2B5EF4-FFF2-40B4-BE49-F238E27FC236}">
                  <a16:creationId xmlns:a16="http://schemas.microsoft.com/office/drawing/2014/main" id="{4014B435-FE21-6F3F-D0A3-96A450E125B7}"/>
                </a:ext>
              </a:extLst>
            </p:cNvPr>
            <p:cNvSpPr>
              <a:spLocks noGrp="1" noRot="1" noChangeAspect="1" noMove="1" noResize="1" noEditPoints="1" noAdjustHandles="1" noChangeArrowheads="1" noChangeShapeType="1"/>
            </p:cNvSpPr>
            <p:nvPr/>
          </p:nvSpPr>
          <p:spPr>
            <a:xfrm>
              <a:off x="6610570" y="3646074"/>
              <a:ext cx="180000" cy="180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grpSp>
        <p:nvGrpSpPr>
          <p:cNvPr id="15" name="barra de progresso">
            <a:extLst>
              <a:ext uri="{FF2B5EF4-FFF2-40B4-BE49-F238E27FC236}">
                <a16:creationId xmlns:a16="http://schemas.microsoft.com/office/drawing/2014/main" id="{D7DF4F7E-B4C8-F5D8-B5B0-9D68AE4528F9}"/>
              </a:ext>
            </a:extLst>
          </p:cNvPr>
          <p:cNvGrpSpPr/>
          <p:nvPr/>
        </p:nvGrpSpPr>
        <p:grpSpPr>
          <a:xfrm>
            <a:off x="540326" y="6168042"/>
            <a:ext cx="11111348" cy="216000"/>
            <a:chOff x="540326" y="6168042"/>
            <a:chExt cx="11111348" cy="216000"/>
          </a:xfrm>
        </p:grpSpPr>
        <p:sp useBgFill="1">
          <p:nvSpPr>
            <p:cNvPr id="16" name="Retângulo: Cantos Arredondados 15">
              <a:extLst>
                <a:ext uri="{FF2B5EF4-FFF2-40B4-BE49-F238E27FC236}">
                  <a16:creationId xmlns:a16="http://schemas.microsoft.com/office/drawing/2014/main" id="{645F6494-8FFC-74C9-3BEE-6344C16689C9}"/>
                </a:ext>
              </a:extLst>
            </p:cNvPr>
            <p:cNvSpPr/>
            <p:nvPr/>
          </p:nvSpPr>
          <p:spPr>
            <a:xfrm>
              <a:off x="540326" y="6168042"/>
              <a:ext cx="540000" cy="216000"/>
            </a:xfrm>
            <a:prstGeom prst="roundRect">
              <a:avLst>
                <a:gd name="adj" fmla="val 50000"/>
              </a:avLst>
            </a:prstGeom>
            <a:ln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17" name="Retângulo: Cantos Arredondados 16">
              <a:extLst>
                <a:ext uri="{FF2B5EF4-FFF2-40B4-BE49-F238E27FC236}">
                  <a16:creationId xmlns:a16="http://schemas.microsoft.com/office/drawing/2014/main" id="{D0360543-989E-44E5-018D-E2B5E5E7950A}"/>
                </a:ext>
              </a:extLst>
            </p:cNvPr>
            <p:cNvSpPr/>
            <p:nvPr/>
          </p:nvSpPr>
          <p:spPr>
            <a:xfrm>
              <a:off x="1245083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18" name="Retângulo: Cantos Arredondados 17">
              <a:extLst>
                <a:ext uri="{FF2B5EF4-FFF2-40B4-BE49-F238E27FC236}">
                  <a16:creationId xmlns:a16="http://schemas.microsoft.com/office/drawing/2014/main" id="{832CD0D4-B00B-66F6-AC8B-2047BB5D1C88}"/>
                </a:ext>
              </a:extLst>
            </p:cNvPr>
            <p:cNvSpPr/>
            <p:nvPr/>
          </p:nvSpPr>
          <p:spPr>
            <a:xfrm>
              <a:off x="1949840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19" name="Retângulo: Cantos Arredondados 18">
              <a:extLst>
                <a:ext uri="{FF2B5EF4-FFF2-40B4-BE49-F238E27FC236}">
                  <a16:creationId xmlns:a16="http://schemas.microsoft.com/office/drawing/2014/main" id="{09C5ED91-4829-2188-7144-57BB65B5895C}"/>
                </a:ext>
              </a:extLst>
            </p:cNvPr>
            <p:cNvSpPr/>
            <p:nvPr/>
          </p:nvSpPr>
          <p:spPr>
            <a:xfrm>
              <a:off x="2654597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20" name="Retângulo: Cantos Arredondados 19">
              <a:extLst>
                <a:ext uri="{FF2B5EF4-FFF2-40B4-BE49-F238E27FC236}">
                  <a16:creationId xmlns:a16="http://schemas.microsoft.com/office/drawing/2014/main" id="{B5F9D68A-2A87-C90C-1D98-7737129DB43B}"/>
                </a:ext>
              </a:extLst>
            </p:cNvPr>
            <p:cNvSpPr/>
            <p:nvPr/>
          </p:nvSpPr>
          <p:spPr>
            <a:xfrm>
              <a:off x="3359354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21" name="Retângulo: Cantos Arredondados 20">
              <a:extLst>
                <a:ext uri="{FF2B5EF4-FFF2-40B4-BE49-F238E27FC236}">
                  <a16:creationId xmlns:a16="http://schemas.microsoft.com/office/drawing/2014/main" id="{A3EAB60E-42B2-0210-E6AD-787A54CF5E6B}"/>
                </a:ext>
              </a:extLst>
            </p:cNvPr>
            <p:cNvSpPr/>
            <p:nvPr/>
          </p:nvSpPr>
          <p:spPr>
            <a:xfrm>
              <a:off x="4064111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22" name="Retângulo: Cantos Arredondados 21">
              <a:extLst>
                <a:ext uri="{FF2B5EF4-FFF2-40B4-BE49-F238E27FC236}">
                  <a16:creationId xmlns:a16="http://schemas.microsoft.com/office/drawing/2014/main" id="{7805FE38-3DA6-AA69-5A21-5FDF35D7E06F}"/>
                </a:ext>
              </a:extLst>
            </p:cNvPr>
            <p:cNvSpPr/>
            <p:nvPr/>
          </p:nvSpPr>
          <p:spPr>
            <a:xfrm>
              <a:off x="4768868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23" name="Retângulo: Cantos Arredondados 22">
              <a:extLst>
                <a:ext uri="{FF2B5EF4-FFF2-40B4-BE49-F238E27FC236}">
                  <a16:creationId xmlns:a16="http://schemas.microsoft.com/office/drawing/2014/main" id="{2F3233F8-5476-5095-85DB-1E53D02FFF73}"/>
                </a:ext>
              </a:extLst>
            </p:cNvPr>
            <p:cNvSpPr/>
            <p:nvPr/>
          </p:nvSpPr>
          <p:spPr>
            <a:xfrm>
              <a:off x="5473625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24" name="Retângulo: Cantos Arredondados 23">
              <a:extLst>
                <a:ext uri="{FF2B5EF4-FFF2-40B4-BE49-F238E27FC236}">
                  <a16:creationId xmlns:a16="http://schemas.microsoft.com/office/drawing/2014/main" id="{BE1456AE-ED2B-72A9-D02A-1CD0F978D85D}"/>
                </a:ext>
              </a:extLst>
            </p:cNvPr>
            <p:cNvSpPr/>
            <p:nvPr/>
          </p:nvSpPr>
          <p:spPr>
            <a:xfrm>
              <a:off x="6178382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25" name="Retângulo: Cantos Arredondados 24">
              <a:extLst>
                <a:ext uri="{FF2B5EF4-FFF2-40B4-BE49-F238E27FC236}">
                  <a16:creationId xmlns:a16="http://schemas.microsoft.com/office/drawing/2014/main" id="{4755B973-D05B-1281-55E7-74B61C8A4505}"/>
                </a:ext>
              </a:extLst>
            </p:cNvPr>
            <p:cNvSpPr/>
            <p:nvPr/>
          </p:nvSpPr>
          <p:spPr>
            <a:xfrm>
              <a:off x="6883139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26" name="Retângulo: Cantos Arredondados 25">
              <a:extLst>
                <a:ext uri="{FF2B5EF4-FFF2-40B4-BE49-F238E27FC236}">
                  <a16:creationId xmlns:a16="http://schemas.microsoft.com/office/drawing/2014/main" id="{23BB2712-A117-128D-132B-22540621C404}"/>
                </a:ext>
              </a:extLst>
            </p:cNvPr>
            <p:cNvSpPr/>
            <p:nvPr/>
          </p:nvSpPr>
          <p:spPr>
            <a:xfrm>
              <a:off x="7587896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27" name="Retângulo: Cantos Arredondados 26">
              <a:extLst>
                <a:ext uri="{FF2B5EF4-FFF2-40B4-BE49-F238E27FC236}">
                  <a16:creationId xmlns:a16="http://schemas.microsoft.com/office/drawing/2014/main" id="{1F3E133E-5E8D-EA78-A60D-62DE8FA3C825}"/>
                </a:ext>
              </a:extLst>
            </p:cNvPr>
            <p:cNvSpPr/>
            <p:nvPr/>
          </p:nvSpPr>
          <p:spPr>
            <a:xfrm>
              <a:off x="8292653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28" name="Retângulo: Cantos Arredondados 27">
              <a:extLst>
                <a:ext uri="{FF2B5EF4-FFF2-40B4-BE49-F238E27FC236}">
                  <a16:creationId xmlns:a16="http://schemas.microsoft.com/office/drawing/2014/main" id="{52F08055-4C07-9D7D-B51F-6C5520201AFF}"/>
                </a:ext>
              </a:extLst>
            </p:cNvPr>
            <p:cNvSpPr/>
            <p:nvPr/>
          </p:nvSpPr>
          <p:spPr>
            <a:xfrm>
              <a:off x="8997410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29" name="Retângulo: Cantos Arredondados 28">
              <a:extLst>
                <a:ext uri="{FF2B5EF4-FFF2-40B4-BE49-F238E27FC236}">
                  <a16:creationId xmlns:a16="http://schemas.microsoft.com/office/drawing/2014/main" id="{915F56B7-CB97-B128-3798-360BFADDFBFE}"/>
                </a:ext>
              </a:extLst>
            </p:cNvPr>
            <p:cNvSpPr/>
            <p:nvPr/>
          </p:nvSpPr>
          <p:spPr>
            <a:xfrm>
              <a:off x="9702167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30" name="Retângulo: Cantos Arredondados 29">
              <a:extLst>
                <a:ext uri="{FF2B5EF4-FFF2-40B4-BE49-F238E27FC236}">
                  <a16:creationId xmlns:a16="http://schemas.microsoft.com/office/drawing/2014/main" id="{6422418E-AA0B-8E26-FC84-D410772659AF}"/>
                </a:ext>
              </a:extLst>
            </p:cNvPr>
            <p:cNvSpPr/>
            <p:nvPr/>
          </p:nvSpPr>
          <p:spPr>
            <a:xfrm>
              <a:off x="10406924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31" name="Retângulo: Cantos Arredondados 30">
              <a:extLst>
                <a:ext uri="{FF2B5EF4-FFF2-40B4-BE49-F238E27FC236}">
                  <a16:creationId xmlns:a16="http://schemas.microsoft.com/office/drawing/2014/main" id="{E640292C-BE19-1E3C-A127-339B803D0EC0}"/>
                </a:ext>
              </a:extLst>
            </p:cNvPr>
            <p:cNvSpPr/>
            <p:nvPr/>
          </p:nvSpPr>
          <p:spPr>
            <a:xfrm>
              <a:off x="11111674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pic>
        <p:nvPicPr>
          <p:cNvPr id="32" name="emoji">
            <a:extLst>
              <a:ext uri="{FF2B5EF4-FFF2-40B4-BE49-F238E27FC236}">
                <a16:creationId xmlns:a16="http://schemas.microsoft.com/office/drawing/2014/main" id="{D5E21F0E-C48A-B95C-AD66-20556A0DDDF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343083" y="1938181"/>
            <a:ext cx="1085856" cy="1085856"/>
          </a:xfrm>
          <a:prstGeom prst="rect">
            <a:avLst/>
          </a:prstGeom>
          <a:effectLst>
            <a:outerShdw blurRad="635000" dist="190500" dir="2700000" algn="tl" rotWithShape="0">
              <a:prstClr val="black">
                <a:alpha val="60000"/>
              </a:prstClr>
            </a:outerShdw>
          </a:effectLst>
        </p:spPr>
      </p:pic>
      <p:pic>
        <p:nvPicPr>
          <p:cNvPr id="37" name="que pena, vc errou">
            <a:hlinkClick r:id="" action="ppaction://media"/>
            <a:extLst>
              <a:ext uri="{FF2B5EF4-FFF2-40B4-BE49-F238E27FC236}">
                <a16:creationId xmlns:a16="http://schemas.microsoft.com/office/drawing/2014/main" id="{E7877330-4976-EF07-7A6B-DC501CA5A40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-772973" y="206871"/>
            <a:ext cx="509587" cy="509587"/>
          </a:xfrm>
          <a:prstGeom prst="rect">
            <a:avLst/>
          </a:prstGeom>
        </p:spPr>
      </p:pic>
      <p:sp>
        <p:nvSpPr>
          <p:cNvPr id="33" name="Botaão Próxima">
            <a:hlinkClick r:id="rId7" action="ppaction://hlinksldjump"/>
            <a:extLst>
              <a:ext uri="{FF2B5EF4-FFF2-40B4-BE49-F238E27FC236}">
                <a16:creationId xmlns:a16="http://schemas.microsoft.com/office/drawing/2014/main" id="{53474A7E-3077-C8C5-1005-C2DA17EEE819}"/>
              </a:ext>
            </a:extLst>
          </p:cNvPr>
          <p:cNvSpPr/>
          <p:nvPr/>
        </p:nvSpPr>
        <p:spPr>
          <a:xfrm>
            <a:off x="9051455" y="5367405"/>
            <a:ext cx="2330219" cy="540000"/>
          </a:xfrm>
          <a:prstGeom prst="roundRect">
            <a:avLst/>
          </a:prstGeom>
          <a:gradFill flip="none" rotWithShape="1">
            <a:gsLst>
              <a:gs pos="0">
                <a:schemeClr val="accent6"/>
              </a:gs>
              <a:gs pos="59000">
                <a:schemeClr val="accent6">
                  <a:lumMod val="75000"/>
                </a:schemeClr>
              </a:gs>
              <a:gs pos="100000">
                <a:schemeClr val="accent6">
                  <a:lumMod val="50000"/>
                </a:schemeClr>
              </a:gs>
            </a:gsLst>
            <a:lin ang="19200000" scaled="0"/>
            <a:tileRect/>
          </a:gradFill>
          <a:ln w="19050">
            <a:solidFill>
              <a:schemeClr val="bg1"/>
            </a:solidFill>
          </a:ln>
          <a:effectLst>
            <a:outerShdw blurRad="381000" dist="1270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rIns="108000" rtlCol="0" anchor="ctr"/>
          <a:lstStyle/>
          <a:p>
            <a:pPr algn="ctr"/>
            <a:r>
              <a:rPr lang="pt-BR" sz="1400" b="1" dirty="0">
                <a:ln w="3175">
                  <a:noFill/>
                </a:ln>
                <a:effectLst>
                  <a:outerShdw blurRad="1270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Arial" panose="020B0604020202020204" pitchFamily="34" charset="0"/>
                <a:ea typeface="Open Sans Extrabold" panose="020B0906030804020204" pitchFamily="34" charset="0"/>
                <a:cs typeface="Arial" panose="020B0604020202020204" pitchFamily="34" charset="0"/>
              </a:rPr>
              <a:t>Voltar</a:t>
            </a:r>
          </a:p>
        </p:txBody>
      </p:sp>
    </p:spTree>
    <p:extLst>
      <p:ext uri="{BB962C8B-B14F-4D97-AF65-F5344CB8AC3E}">
        <p14:creationId xmlns:p14="http://schemas.microsoft.com/office/powerpoint/2010/main" val="10824686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2040" fill="hold"/>
                                            <p:tgtEl>
                                              <p:spTgt spid="37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  <p:par>
                                    <p:cTn id="7" presetID="2" presetClass="entr" presetSubtype="4" fill="hold" grpId="0" nodeType="with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9" dur="20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10" dur="20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1" presetID="2" presetClass="entr" presetSubtype="1" fill="hold" grpId="0" nodeType="with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13" dur="20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14" dur="20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5" presetID="2" presetClass="entr" presetSubtype="4" fill="hold" grpId="0" nodeType="with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17" dur="20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18" dur="20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9" presetID="2" presetClass="entr" presetSubtype="1" fill="hold" grpId="0" nodeType="with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21" dur="20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22" dur="20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3" presetID="2" presetClass="entr" presetSubtype="4" fill="hold" grpId="0" nodeType="with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25" dur="20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26" dur="20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7" presetID="2" presetClass="entr" presetSubtype="1" fill="hold" grpId="0" nodeType="with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29" dur="20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30" dur="20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1" presetID="2" presetClass="entr" presetSubtype="4" fill="hold" grpId="0" nodeType="with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33" dur="20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34" dur="20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5" presetID="23" presetClass="entr" presetSubtype="32" fill="hold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7" dur="5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4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8" dur="5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4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9" presetID="22" presetClass="entr" presetSubtype="8" fill="hold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4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41" dur="1000"/>
                                            <p:tgtEl>
                                              <p:spTgt spid="1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2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43" dur="indefinite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44" dur="indefinite"/>
                                            <p:tgtEl>
                                              <p:spTgt spid="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5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46" dur="indefinite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47" dur="indefinite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8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49" dur="indefinite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50" dur="indefinite"/>
                                            <p:tgtEl>
                                              <p:spTgt spid="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1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52" dur="indefinite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53" dur="indefinite"/>
                                            <p:tgtEl>
                                              <p:spTgt spid="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4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55" dur="indefinite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56" dur="indefinite"/>
                                            <p:tgtEl>
                                              <p:spTgt spid="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7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58" dur="indefinite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59" dur="indefinite"/>
                                            <p:tgtEl>
                                              <p:spTgt spid="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0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61" dur="indefinite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62" dur="indefinite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63" fill="hold">
                                <p:stCondLst>
                                  <p:cond delay="2040"/>
                                </p:stCondLst>
                                <p:childTnLst>
                                  <p:par>
                                    <p:cTn id="64" presetID="5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66" dur="5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7" dur="5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68" dur="500"/>
                                            <p:tgtEl>
                                              <p:spTgt spid="3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9" presetID="42" presetClass="path" presetSubtype="0" accel="50000" decel="5000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8.33333E-7 -7.40741E-7 L -8.33333E-7 0.3206 " pathEditMode="relative" rAng="0" ptsTypes="AA">
                                          <p:cBhvr>
                                            <p:cTn id="70" dur="500" spd="-1000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16019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71" fill="hold">
                                <p:stCondLst>
                                  <p:cond delay="2540"/>
                                </p:stCondLst>
                                <p:childTnLst>
                                  <p:par>
                                    <p:cTn id="72" presetID="6" presetClass="emph" presetSubtype="0" repeatCount="indefinite" autoRev="1" fill="hold" grpId="2" nodeType="afterEffect">
                                      <p:stCondLst>
                                        <p:cond delay="0"/>
                                      </p:stCondLst>
                                      <p:endCondLst>
                                        <p:cond evt="onNext" delay="0">
                                          <p:tgtEl>
                                            <p:sldTgt/>
                                          </p:tgtEl>
                                        </p:cond>
                                      </p:endCondLst>
                                      <p:childTnLst>
                                        <p:animScale>
                                          <p:cBhvr>
                                            <p:cTn id="73" dur="500" fill="hold"/>
                                            <p:tgtEl>
                                              <p:spTgt spid="33"/>
                                            </p:tgtEl>
                                          </p:cBhvr>
                                          <p:by x="90000" y="90000"/>
                                        </p:animScale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>
                    <p:cTn id="74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37"/>
                    </p:tgtEl>
                  </p:cMediaNode>
                </p:audio>
              </p:childTnLst>
            </p:cTn>
          </p:par>
        </p:tnLst>
        <p:bldLst>
          <p:bldP spid="2" grpId="0"/>
          <p:bldP spid="2" grpId="1"/>
          <p:bldP spid="8" grpId="0"/>
          <p:bldP spid="8" grpId="1"/>
          <p:bldP spid="7" grpId="0"/>
          <p:bldP spid="7" grpId="1"/>
          <p:bldP spid="6" grpId="0"/>
          <p:bldP spid="6" grpId="1"/>
          <p:bldP spid="5" grpId="0"/>
          <p:bldP spid="5" grpId="1"/>
          <p:bldP spid="4" grpId="0"/>
          <p:bldP spid="4" grpId="1"/>
          <p:bldP spid="3" grpId="0"/>
          <p:bldP spid="3" grpId="1"/>
          <p:bldP spid="33" grpId="0" animBg="1"/>
          <p:bldP spid="33" grpId="1" animBg="1"/>
          <p:bldP spid="33" grpId="2" animBg="1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2040" fill="hold"/>
                                            <p:tgtEl>
                                              <p:spTgt spid="37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  <p:par>
                                    <p:cTn id="7" presetID="2" presetClass="entr" presetSubtype="4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9" dur="20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0" dur="20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1" presetID="2" presetClass="entr" presetSubtype="1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3" dur="20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4" dur="20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5" presetID="2" presetClass="entr" presetSubtype="4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7" dur="20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8" dur="20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9" presetID="2" presetClass="entr" presetSubtype="1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1" dur="20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2" dur="20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3" presetID="2" presetClass="entr" presetSubtype="4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5" dur="20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6" dur="20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7" presetID="2" presetClass="entr" presetSubtype="1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9" dur="20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0" dur="20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1" presetID="2" presetClass="entr" presetSubtype="4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3" dur="20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4" dur="20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5" presetID="23" presetClass="entr" presetSubtype="32" fill="hold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7" dur="5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4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8" dur="5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4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9" presetID="22" presetClass="entr" presetSubtype="8" fill="hold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4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41" dur="1000"/>
                                            <p:tgtEl>
                                              <p:spTgt spid="1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2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43" dur="indefinite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44" dur="indefinite"/>
                                            <p:tgtEl>
                                              <p:spTgt spid="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5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46" dur="indefinite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47" dur="indefinite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8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49" dur="indefinite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50" dur="indefinite"/>
                                            <p:tgtEl>
                                              <p:spTgt spid="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1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52" dur="indefinite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53" dur="indefinite"/>
                                            <p:tgtEl>
                                              <p:spTgt spid="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4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55" dur="indefinite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56" dur="indefinite"/>
                                            <p:tgtEl>
                                              <p:spTgt spid="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7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58" dur="indefinite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59" dur="indefinite"/>
                                            <p:tgtEl>
                                              <p:spTgt spid="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0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61" dur="indefinite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62" dur="indefinite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63" fill="hold">
                                <p:stCondLst>
                                  <p:cond delay="2040"/>
                                </p:stCondLst>
                                <p:childTnLst>
                                  <p:par>
                                    <p:cTn id="64" presetID="5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66" dur="5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7" dur="5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68" dur="500"/>
                                            <p:tgtEl>
                                              <p:spTgt spid="3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9" presetID="42" presetClass="path" presetSubtype="0" accel="50000" decel="5000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8.33333E-7 -7.40741E-7 L -8.33333E-7 0.3206 " pathEditMode="relative" rAng="0" ptsTypes="AA">
                                          <p:cBhvr>
                                            <p:cTn id="70" dur="500" spd="-1000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16019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71" fill="hold">
                                <p:stCondLst>
                                  <p:cond delay="2540"/>
                                </p:stCondLst>
                                <p:childTnLst>
                                  <p:par>
                                    <p:cTn id="72" presetID="6" presetClass="emph" presetSubtype="0" repeatCount="indefinite" autoRev="1" fill="hold" grpId="2" nodeType="afterEffect">
                                      <p:stCondLst>
                                        <p:cond delay="0"/>
                                      </p:stCondLst>
                                      <p:endCondLst>
                                        <p:cond evt="onNext" delay="0">
                                          <p:tgtEl>
                                            <p:sldTgt/>
                                          </p:tgtEl>
                                        </p:cond>
                                      </p:endCondLst>
                                      <p:childTnLst>
                                        <p:animScale>
                                          <p:cBhvr>
                                            <p:cTn id="73" dur="500" fill="hold"/>
                                            <p:tgtEl>
                                              <p:spTgt spid="33"/>
                                            </p:tgtEl>
                                          </p:cBhvr>
                                          <p:by x="90000" y="90000"/>
                                        </p:animScale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>
                    <p:cTn id="74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37"/>
                    </p:tgtEl>
                  </p:cMediaNode>
                </p:audio>
              </p:childTnLst>
            </p:cTn>
          </p:par>
        </p:tnLst>
        <p:bldLst>
          <p:bldP spid="2" grpId="0"/>
          <p:bldP spid="2" grpId="1"/>
          <p:bldP spid="8" grpId="0"/>
          <p:bldP spid="8" grpId="1"/>
          <p:bldP spid="7" grpId="0"/>
          <p:bldP spid="7" grpId="1"/>
          <p:bldP spid="6" grpId="0"/>
          <p:bldP spid="6" grpId="1"/>
          <p:bldP spid="5" grpId="0"/>
          <p:bldP spid="5" grpId="1"/>
          <p:bldP spid="4" grpId="0"/>
          <p:bldP spid="4" grpId="1"/>
          <p:bldP spid="3" grpId="0"/>
          <p:bldP spid="3" grpId="1"/>
          <p:bldP spid="33" grpId="0" animBg="1"/>
          <p:bldP spid="33" grpId="1" animBg="1"/>
          <p:bldP spid="33" grpId="2" animBg="1"/>
        </p:bldLst>
      </p:timing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C00000"/>
            </a:gs>
            <a:gs pos="100000">
              <a:schemeClr val="tx1">
                <a:lumMod val="85000"/>
                <a:lumOff val="15000"/>
              </a:schemeClr>
            </a:gs>
          </a:gsLst>
          <a:lin ang="81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7">
            <a:extLst>
              <a:ext uri="{FF2B5EF4-FFF2-40B4-BE49-F238E27FC236}">
                <a16:creationId xmlns:a16="http://schemas.microsoft.com/office/drawing/2014/main" id="{AF47984B-59F1-7176-A115-158B29114E0E}"/>
              </a:ext>
            </a:extLst>
          </p:cNvPr>
          <p:cNvSpPr txBox="1"/>
          <p:nvPr/>
        </p:nvSpPr>
        <p:spPr>
          <a:xfrm>
            <a:off x="8746332" y="-11965950"/>
            <a:ext cx="1005403" cy="16342935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9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8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7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5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4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3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2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1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</p:txBody>
      </p:sp>
      <p:sp>
        <p:nvSpPr>
          <p:cNvPr id="8" name="N6">
            <a:extLst>
              <a:ext uri="{FF2B5EF4-FFF2-40B4-BE49-F238E27FC236}">
                <a16:creationId xmlns:a16="http://schemas.microsoft.com/office/drawing/2014/main" id="{FE3BD9AB-7F50-A4B5-5F53-70354EF481F4}"/>
              </a:ext>
            </a:extLst>
          </p:cNvPr>
          <p:cNvSpPr txBox="1"/>
          <p:nvPr/>
        </p:nvSpPr>
        <p:spPr>
          <a:xfrm>
            <a:off x="7805114" y="2671817"/>
            <a:ext cx="1005403" cy="16342935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9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8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7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5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4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3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2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1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</p:txBody>
      </p:sp>
      <p:sp>
        <p:nvSpPr>
          <p:cNvPr id="7" name="N5">
            <a:extLst>
              <a:ext uri="{FF2B5EF4-FFF2-40B4-BE49-F238E27FC236}">
                <a16:creationId xmlns:a16="http://schemas.microsoft.com/office/drawing/2014/main" id="{D60E20A6-40DE-61FF-BC52-780641776D60}"/>
              </a:ext>
            </a:extLst>
          </p:cNvPr>
          <p:cNvSpPr txBox="1"/>
          <p:nvPr/>
        </p:nvSpPr>
        <p:spPr>
          <a:xfrm>
            <a:off x="6863896" y="-11965950"/>
            <a:ext cx="1005403" cy="16342935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9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8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7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5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4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3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2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1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</p:txBody>
      </p:sp>
      <p:sp>
        <p:nvSpPr>
          <p:cNvPr id="6" name="N4">
            <a:extLst>
              <a:ext uri="{FF2B5EF4-FFF2-40B4-BE49-F238E27FC236}">
                <a16:creationId xmlns:a16="http://schemas.microsoft.com/office/drawing/2014/main" id="{B55EA620-A448-2ACD-AF8D-A6933BC4F87F}"/>
              </a:ext>
            </a:extLst>
          </p:cNvPr>
          <p:cNvSpPr txBox="1"/>
          <p:nvPr/>
        </p:nvSpPr>
        <p:spPr>
          <a:xfrm>
            <a:off x="5546009" y="2671817"/>
            <a:ext cx="1005403" cy="16342935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9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8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7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5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4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3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2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1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</p:txBody>
      </p:sp>
      <p:sp>
        <p:nvSpPr>
          <p:cNvPr id="5" name="N3">
            <a:extLst>
              <a:ext uri="{FF2B5EF4-FFF2-40B4-BE49-F238E27FC236}">
                <a16:creationId xmlns:a16="http://schemas.microsoft.com/office/drawing/2014/main" id="{EAC23BB9-25AA-23D1-BBA8-4E96A8121B22}"/>
              </a:ext>
            </a:extLst>
          </p:cNvPr>
          <p:cNvSpPr txBox="1"/>
          <p:nvPr/>
        </p:nvSpPr>
        <p:spPr>
          <a:xfrm>
            <a:off x="4604791" y="-11965950"/>
            <a:ext cx="1005403" cy="16342935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9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8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7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5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4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3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2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1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</p:txBody>
      </p:sp>
      <p:sp>
        <p:nvSpPr>
          <p:cNvPr id="4" name="N2">
            <a:extLst>
              <a:ext uri="{FF2B5EF4-FFF2-40B4-BE49-F238E27FC236}">
                <a16:creationId xmlns:a16="http://schemas.microsoft.com/office/drawing/2014/main" id="{95EF8A55-2A5D-C739-62DE-9F54AB9D7812}"/>
              </a:ext>
            </a:extLst>
          </p:cNvPr>
          <p:cNvSpPr txBox="1"/>
          <p:nvPr/>
        </p:nvSpPr>
        <p:spPr>
          <a:xfrm>
            <a:off x="3663573" y="2671817"/>
            <a:ext cx="1005403" cy="16342935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9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8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7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5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4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3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2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1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</p:txBody>
      </p:sp>
      <p:sp>
        <p:nvSpPr>
          <p:cNvPr id="3" name="N1">
            <a:extLst>
              <a:ext uri="{FF2B5EF4-FFF2-40B4-BE49-F238E27FC236}">
                <a16:creationId xmlns:a16="http://schemas.microsoft.com/office/drawing/2014/main" id="{321860B9-DC15-351B-F334-054EAF2E4D85}"/>
              </a:ext>
            </a:extLst>
          </p:cNvPr>
          <p:cNvSpPr txBox="1"/>
          <p:nvPr/>
        </p:nvSpPr>
        <p:spPr>
          <a:xfrm>
            <a:off x="2446833" y="-11965950"/>
            <a:ext cx="1005403" cy="16342935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9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8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7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5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4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3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2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1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</p:txBody>
      </p:sp>
      <p:grpSp>
        <p:nvGrpSpPr>
          <p:cNvPr id="34" name="!!mascara">
            <a:extLst>
              <a:ext uri="{FF2B5EF4-FFF2-40B4-BE49-F238E27FC236}">
                <a16:creationId xmlns:a16="http://schemas.microsoft.com/office/drawing/2014/main" id="{C287DD8F-17E0-D7CA-89A4-3F01919A018C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 useBgFill="1">
          <p:nvSpPr>
            <p:cNvPr id="9" name="Forma Livre: Forma 8">
              <a:extLst>
                <a:ext uri="{FF2B5EF4-FFF2-40B4-BE49-F238E27FC236}">
                  <a16:creationId xmlns:a16="http://schemas.microsoft.com/office/drawing/2014/main" id="{43DD7F38-D131-0688-54CD-A4DDB6A95DE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0"/>
              <a:ext cx="12192000" cy="6858000"/>
            </a:xfrm>
            <a:custGeom>
              <a:avLst/>
              <a:gdLst>
                <a:gd name="connsiteX0" fmla="*/ 2566220 w 12192000"/>
                <a:gd name="connsiteY0" fmla="*/ 2632290 h 6858000"/>
                <a:gd name="connsiteX1" fmla="*/ 2322443 w 12192000"/>
                <a:gd name="connsiteY1" fmla="*/ 2876067 h 6858000"/>
                <a:gd name="connsiteX2" fmla="*/ 2322443 w 12192000"/>
                <a:gd name="connsiteY2" fmla="*/ 3851145 h 6858000"/>
                <a:gd name="connsiteX3" fmla="*/ 2566220 w 12192000"/>
                <a:gd name="connsiteY3" fmla="*/ 4094922 h 6858000"/>
                <a:gd name="connsiteX4" fmla="*/ 9625780 w 12192000"/>
                <a:gd name="connsiteY4" fmla="*/ 4094922 h 6858000"/>
                <a:gd name="connsiteX5" fmla="*/ 9869557 w 12192000"/>
                <a:gd name="connsiteY5" fmla="*/ 3851145 h 6858000"/>
                <a:gd name="connsiteX6" fmla="*/ 9869557 w 12192000"/>
                <a:gd name="connsiteY6" fmla="*/ 2876067 h 6858000"/>
                <a:gd name="connsiteX7" fmla="*/ 9625780 w 12192000"/>
                <a:gd name="connsiteY7" fmla="*/ 2632290 h 6858000"/>
                <a:gd name="connsiteX8" fmla="*/ 0 w 12192000"/>
                <a:gd name="connsiteY8" fmla="*/ 0 h 6858000"/>
                <a:gd name="connsiteX9" fmla="*/ 12192000 w 12192000"/>
                <a:gd name="connsiteY9" fmla="*/ 0 h 6858000"/>
                <a:gd name="connsiteX10" fmla="*/ 12192000 w 12192000"/>
                <a:gd name="connsiteY10" fmla="*/ 6858000 h 6858000"/>
                <a:gd name="connsiteX11" fmla="*/ 0 w 12192000"/>
                <a:gd name="connsiteY11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192000" h="6858000">
                  <a:moveTo>
                    <a:pt x="2566220" y="2632290"/>
                  </a:moveTo>
                  <a:cubicBezTo>
                    <a:pt x="2431586" y="2632290"/>
                    <a:pt x="2322443" y="2741433"/>
                    <a:pt x="2322443" y="2876067"/>
                  </a:cubicBezTo>
                  <a:lnTo>
                    <a:pt x="2322443" y="3851145"/>
                  </a:lnTo>
                  <a:cubicBezTo>
                    <a:pt x="2322443" y="3985779"/>
                    <a:pt x="2431586" y="4094922"/>
                    <a:pt x="2566220" y="4094922"/>
                  </a:cubicBezTo>
                  <a:lnTo>
                    <a:pt x="9625780" y="4094922"/>
                  </a:lnTo>
                  <a:cubicBezTo>
                    <a:pt x="9760414" y="4094922"/>
                    <a:pt x="9869557" y="3985779"/>
                    <a:pt x="9869557" y="3851145"/>
                  </a:cubicBezTo>
                  <a:lnTo>
                    <a:pt x="9869557" y="2876067"/>
                  </a:lnTo>
                  <a:cubicBezTo>
                    <a:pt x="9869557" y="2741433"/>
                    <a:pt x="9760414" y="2632290"/>
                    <a:pt x="9625780" y="2632290"/>
                  </a:cubicBezTo>
                  <a:close/>
                  <a:moveTo>
                    <a:pt x="0" y="0"/>
                  </a:moveTo>
                  <a:lnTo>
                    <a:pt x="12192000" y="0"/>
                  </a:lnTo>
                  <a:lnTo>
                    <a:pt x="12192000" y="6858000"/>
                  </a:lnTo>
                  <a:lnTo>
                    <a:pt x="0" y="6858000"/>
                  </a:lnTo>
                  <a:close/>
                </a:path>
              </a:pathLst>
            </a:custGeom>
            <a:ln>
              <a:noFill/>
            </a:ln>
            <a:effectLst>
              <a:outerShdw blurRad="3810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0" name="CaixaDeTexto 9">
              <a:extLst>
                <a:ext uri="{FF2B5EF4-FFF2-40B4-BE49-F238E27FC236}">
                  <a16:creationId xmlns:a16="http://schemas.microsoft.com/office/drawing/2014/main" id="{4014AAB1-279C-87A1-6A54-69E5927AF183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40326" y="330615"/>
              <a:ext cx="11111348" cy="985530"/>
            </a:xfrm>
            <a:prstGeom prst="roundRect">
              <a:avLst>
                <a:gd name="adj" fmla="val 26924"/>
              </a:avLst>
            </a:prstGeom>
            <a:solidFill>
              <a:srgbClr val="FFC000"/>
            </a:solidFill>
            <a:ln w="19050">
              <a:noFill/>
            </a:ln>
            <a:effectLst>
              <a:outerShdw blurRad="635000" dist="2540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 anchorCtr="1"/>
            <a:lstStyle>
              <a:defPPr>
                <a:defRPr lang="pt-BR"/>
              </a:defPPr>
              <a:lvl1pPr algn="ctr">
                <a:defRPr b="1">
                  <a:ln w="3175">
                    <a:noFill/>
                  </a:ln>
                  <a:solidFill>
                    <a:srgbClr val="FF0000"/>
                  </a:solidFill>
                  <a:latin typeface="Arial Narrow" panose="020B0606020202030204" pitchFamily="34" charset="0"/>
                  <a:ea typeface="Open Sans Extrabold" panose="020B0906030804020204" pitchFamily="34" charset="0"/>
                  <a:cs typeface="Arial" panose="020B0604020202020204" pitchFamily="34" charset="0"/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4400" b="1" i="0" u="none" strike="noStrike" kern="1200" cap="none" spc="600" normalizeH="0" baseline="0" noProof="0">
                  <a:ln w="3175"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Open Sans Extrabold" panose="020B0906030804020204" pitchFamily="34" charset="0"/>
                  <a:cs typeface="Arial" panose="020B0604020202020204" pitchFamily="34" charset="0"/>
                </a:rPr>
                <a:t>VOCÊ ERROU!</a:t>
              </a:r>
            </a:p>
          </p:txBody>
        </p:sp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6893B8BF-F8F5-DB56-E87C-8ED5CBA7FCB6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226072" y="2180704"/>
              <a:ext cx="206883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24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Arial" panose="020B0604020202020204" pitchFamily="34" charset="0"/>
                </a:rPr>
                <a:t>Você ganhou:</a:t>
              </a:r>
            </a:p>
          </p:txBody>
        </p:sp>
        <p:sp>
          <p:nvSpPr>
            <p:cNvPr id="12" name="CaixaDeTexto 11">
              <a:extLst>
                <a:ext uri="{FF2B5EF4-FFF2-40B4-BE49-F238E27FC236}">
                  <a16:creationId xmlns:a16="http://schemas.microsoft.com/office/drawing/2014/main" id="{E77C9F72-334E-862C-ACF5-323EF2E8C72C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667254" y="2555761"/>
              <a:ext cx="64472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28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R$</a:t>
              </a:r>
            </a:p>
          </p:txBody>
        </p:sp>
        <p:sp>
          <p:nvSpPr>
            <p:cNvPr id="13" name="Elipse 12">
              <a:extLst>
                <a:ext uri="{FF2B5EF4-FFF2-40B4-BE49-F238E27FC236}">
                  <a16:creationId xmlns:a16="http://schemas.microsoft.com/office/drawing/2014/main" id="{D879FEC9-3C93-4084-1DC0-039C3A2FA1A8}"/>
                </a:ext>
              </a:extLst>
            </p:cNvPr>
            <p:cNvSpPr>
              <a:spLocks noGrp="1" noRot="1" noChangeAspect="1" noMove="1" noResize="1" noEditPoints="1" noAdjustHandles="1" noChangeArrowheads="1" noChangeShapeType="1"/>
            </p:cNvSpPr>
            <p:nvPr/>
          </p:nvSpPr>
          <p:spPr>
            <a:xfrm>
              <a:off x="3480684" y="3646074"/>
              <a:ext cx="180000" cy="180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4" name="Elipse 13">
              <a:extLst>
                <a:ext uri="{FF2B5EF4-FFF2-40B4-BE49-F238E27FC236}">
                  <a16:creationId xmlns:a16="http://schemas.microsoft.com/office/drawing/2014/main" id="{4014B435-FE21-6F3F-D0A3-96A450E125B7}"/>
                </a:ext>
              </a:extLst>
            </p:cNvPr>
            <p:cNvSpPr>
              <a:spLocks noGrp="1" noRot="1" noChangeAspect="1" noMove="1" noResize="1" noEditPoints="1" noAdjustHandles="1" noChangeArrowheads="1" noChangeShapeType="1"/>
            </p:cNvSpPr>
            <p:nvPr/>
          </p:nvSpPr>
          <p:spPr>
            <a:xfrm>
              <a:off x="6610570" y="3646074"/>
              <a:ext cx="180000" cy="180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grpSp>
        <p:nvGrpSpPr>
          <p:cNvPr id="15" name="barra de progresso">
            <a:extLst>
              <a:ext uri="{FF2B5EF4-FFF2-40B4-BE49-F238E27FC236}">
                <a16:creationId xmlns:a16="http://schemas.microsoft.com/office/drawing/2014/main" id="{D7DF4F7E-B4C8-F5D8-B5B0-9D68AE4528F9}"/>
              </a:ext>
            </a:extLst>
          </p:cNvPr>
          <p:cNvGrpSpPr/>
          <p:nvPr/>
        </p:nvGrpSpPr>
        <p:grpSpPr>
          <a:xfrm>
            <a:off x="540326" y="6168042"/>
            <a:ext cx="11111348" cy="216000"/>
            <a:chOff x="540326" y="6168042"/>
            <a:chExt cx="11111348" cy="216000"/>
          </a:xfrm>
        </p:grpSpPr>
        <p:sp useBgFill="1">
          <p:nvSpPr>
            <p:cNvPr id="16" name="Retângulo: Cantos Arredondados 15">
              <a:extLst>
                <a:ext uri="{FF2B5EF4-FFF2-40B4-BE49-F238E27FC236}">
                  <a16:creationId xmlns:a16="http://schemas.microsoft.com/office/drawing/2014/main" id="{645F6494-8FFC-74C9-3BEE-6344C16689C9}"/>
                </a:ext>
              </a:extLst>
            </p:cNvPr>
            <p:cNvSpPr/>
            <p:nvPr/>
          </p:nvSpPr>
          <p:spPr>
            <a:xfrm>
              <a:off x="540326" y="6168042"/>
              <a:ext cx="540000" cy="216000"/>
            </a:xfrm>
            <a:prstGeom prst="roundRect">
              <a:avLst>
                <a:gd name="adj" fmla="val 50000"/>
              </a:avLst>
            </a:prstGeom>
            <a:ln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17" name="Retângulo: Cantos Arredondados 16">
              <a:extLst>
                <a:ext uri="{FF2B5EF4-FFF2-40B4-BE49-F238E27FC236}">
                  <a16:creationId xmlns:a16="http://schemas.microsoft.com/office/drawing/2014/main" id="{D0360543-989E-44E5-018D-E2B5E5E7950A}"/>
                </a:ext>
              </a:extLst>
            </p:cNvPr>
            <p:cNvSpPr/>
            <p:nvPr/>
          </p:nvSpPr>
          <p:spPr>
            <a:xfrm>
              <a:off x="1245083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18" name="Retângulo: Cantos Arredondados 17">
              <a:extLst>
                <a:ext uri="{FF2B5EF4-FFF2-40B4-BE49-F238E27FC236}">
                  <a16:creationId xmlns:a16="http://schemas.microsoft.com/office/drawing/2014/main" id="{832CD0D4-B00B-66F6-AC8B-2047BB5D1C88}"/>
                </a:ext>
              </a:extLst>
            </p:cNvPr>
            <p:cNvSpPr/>
            <p:nvPr/>
          </p:nvSpPr>
          <p:spPr>
            <a:xfrm>
              <a:off x="1949840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19" name="Retângulo: Cantos Arredondados 18">
              <a:extLst>
                <a:ext uri="{FF2B5EF4-FFF2-40B4-BE49-F238E27FC236}">
                  <a16:creationId xmlns:a16="http://schemas.microsoft.com/office/drawing/2014/main" id="{09C5ED91-4829-2188-7144-57BB65B5895C}"/>
                </a:ext>
              </a:extLst>
            </p:cNvPr>
            <p:cNvSpPr/>
            <p:nvPr/>
          </p:nvSpPr>
          <p:spPr>
            <a:xfrm>
              <a:off x="2654597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20" name="Retângulo: Cantos Arredondados 19">
              <a:extLst>
                <a:ext uri="{FF2B5EF4-FFF2-40B4-BE49-F238E27FC236}">
                  <a16:creationId xmlns:a16="http://schemas.microsoft.com/office/drawing/2014/main" id="{B5F9D68A-2A87-C90C-1D98-7737129DB43B}"/>
                </a:ext>
              </a:extLst>
            </p:cNvPr>
            <p:cNvSpPr/>
            <p:nvPr/>
          </p:nvSpPr>
          <p:spPr>
            <a:xfrm>
              <a:off x="3359354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21" name="Retângulo: Cantos Arredondados 20">
              <a:extLst>
                <a:ext uri="{FF2B5EF4-FFF2-40B4-BE49-F238E27FC236}">
                  <a16:creationId xmlns:a16="http://schemas.microsoft.com/office/drawing/2014/main" id="{A3EAB60E-42B2-0210-E6AD-787A54CF5E6B}"/>
                </a:ext>
              </a:extLst>
            </p:cNvPr>
            <p:cNvSpPr/>
            <p:nvPr/>
          </p:nvSpPr>
          <p:spPr>
            <a:xfrm>
              <a:off x="4064111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22" name="Retângulo: Cantos Arredondados 21">
              <a:extLst>
                <a:ext uri="{FF2B5EF4-FFF2-40B4-BE49-F238E27FC236}">
                  <a16:creationId xmlns:a16="http://schemas.microsoft.com/office/drawing/2014/main" id="{7805FE38-3DA6-AA69-5A21-5FDF35D7E06F}"/>
                </a:ext>
              </a:extLst>
            </p:cNvPr>
            <p:cNvSpPr/>
            <p:nvPr/>
          </p:nvSpPr>
          <p:spPr>
            <a:xfrm>
              <a:off x="4768868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23" name="Retângulo: Cantos Arredondados 22">
              <a:extLst>
                <a:ext uri="{FF2B5EF4-FFF2-40B4-BE49-F238E27FC236}">
                  <a16:creationId xmlns:a16="http://schemas.microsoft.com/office/drawing/2014/main" id="{2F3233F8-5476-5095-85DB-1E53D02FFF73}"/>
                </a:ext>
              </a:extLst>
            </p:cNvPr>
            <p:cNvSpPr/>
            <p:nvPr/>
          </p:nvSpPr>
          <p:spPr>
            <a:xfrm>
              <a:off x="5473625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24" name="Retângulo: Cantos Arredondados 23">
              <a:extLst>
                <a:ext uri="{FF2B5EF4-FFF2-40B4-BE49-F238E27FC236}">
                  <a16:creationId xmlns:a16="http://schemas.microsoft.com/office/drawing/2014/main" id="{BE1456AE-ED2B-72A9-D02A-1CD0F978D85D}"/>
                </a:ext>
              </a:extLst>
            </p:cNvPr>
            <p:cNvSpPr/>
            <p:nvPr/>
          </p:nvSpPr>
          <p:spPr>
            <a:xfrm>
              <a:off x="6178382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25" name="Retângulo: Cantos Arredondados 24">
              <a:extLst>
                <a:ext uri="{FF2B5EF4-FFF2-40B4-BE49-F238E27FC236}">
                  <a16:creationId xmlns:a16="http://schemas.microsoft.com/office/drawing/2014/main" id="{4755B973-D05B-1281-55E7-74B61C8A4505}"/>
                </a:ext>
              </a:extLst>
            </p:cNvPr>
            <p:cNvSpPr/>
            <p:nvPr/>
          </p:nvSpPr>
          <p:spPr>
            <a:xfrm>
              <a:off x="6883139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26" name="Retângulo: Cantos Arredondados 25">
              <a:extLst>
                <a:ext uri="{FF2B5EF4-FFF2-40B4-BE49-F238E27FC236}">
                  <a16:creationId xmlns:a16="http://schemas.microsoft.com/office/drawing/2014/main" id="{23BB2712-A117-128D-132B-22540621C404}"/>
                </a:ext>
              </a:extLst>
            </p:cNvPr>
            <p:cNvSpPr/>
            <p:nvPr/>
          </p:nvSpPr>
          <p:spPr>
            <a:xfrm>
              <a:off x="7587896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27" name="Retângulo: Cantos Arredondados 26">
              <a:extLst>
                <a:ext uri="{FF2B5EF4-FFF2-40B4-BE49-F238E27FC236}">
                  <a16:creationId xmlns:a16="http://schemas.microsoft.com/office/drawing/2014/main" id="{1F3E133E-5E8D-EA78-A60D-62DE8FA3C825}"/>
                </a:ext>
              </a:extLst>
            </p:cNvPr>
            <p:cNvSpPr/>
            <p:nvPr/>
          </p:nvSpPr>
          <p:spPr>
            <a:xfrm>
              <a:off x="8292653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28" name="Retângulo: Cantos Arredondados 27">
              <a:extLst>
                <a:ext uri="{FF2B5EF4-FFF2-40B4-BE49-F238E27FC236}">
                  <a16:creationId xmlns:a16="http://schemas.microsoft.com/office/drawing/2014/main" id="{52F08055-4C07-9D7D-B51F-6C5520201AFF}"/>
                </a:ext>
              </a:extLst>
            </p:cNvPr>
            <p:cNvSpPr/>
            <p:nvPr/>
          </p:nvSpPr>
          <p:spPr>
            <a:xfrm>
              <a:off x="8997410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29" name="Retângulo: Cantos Arredondados 28">
              <a:extLst>
                <a:ext uri="{FF2B5EF4-FFF2-40B4-BE49-F238E27FC236}">
                  <a16:creationId xmlns:a16="http://schemas.microsoft.com/office/drawing/2014/main" id="{915F56B7-CB97-B128-3798-360BFADDFBFE}"/>
                </a:ext>
              </a:extLst>
            </p:cNvPr>
            <p:cNvSpPr/>
            <p:nvPr/>
          </p:nvSpPr>
          <p:spPr>
            <a:xfrm>
              <a:off x="9702167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30" name="Retângulo: Cantos Arredondados 29">
              <a:extLst>
                <a:ext uri="{FF2B5EF4-FFF2-40B4-BE49-F238E27FC236}">
                  <a16:creationId xmlns:a16="http://schemas.microsoft.com/office/drawing/2014/main" id="{6422418E-AA0B-8E26-FC84-D410772659AF}"/>
                </a:ext>
              </a:extLst>
            </p:cNvPr>
            <p:cNvSpPr/>
            <p:nvPr/>
          </p:nvSpPr>
          <p:spPr>
            <a:xfrm>
              <a:off x="10406924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31" name="Retângulo: Cantos Arredondados 30">
              <a:extLst>
                <a:ext uri="{FF2B5EF4-FFF2-40B4-BE49-F238E27FC236}">
                  <a16:creationId xmlns:a16="http://schemas.microsoft.com/office/drawing/2014/main" id="{E640292C-BE19-1E3C-A127-339B803D0EC0}"/>
                </a:ext>
              </a:extLst>
            </p:cNvPr>
            <p:cNvSpPr/>
            <p:nvPr/>
          </p:nvSpPr>
          <p:spPr>
            <a:xfrm>
              <a:off x="11111674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pic>
        <p:nvPicPr>
          <p:cNvPr id="32" name="emoji">
            <a:extLst>
              <a:ext uri="{FF2B5EF4-FFF2-40B4-BE49-F238E27FC236}">
                <a16:creationId xmlns:a16="http://schemas.microsoft.com/office/drawing/2014/main" id="{D5E21F0E-C48A-B95C-AD66-20556A0DDDF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343083" y="1938181"/>
            <a:ext cx="1085856" cy="1085856"/>
          </a:xfrm>
          <a:prstGeom prst="rect">
            <a:avLst/>
          </a:prstGeom>
          <a:effectLst>
            <a:outerShdw blurRad="635000" dist="190500" dir="2700000" algn="tl" rotWithShape="0">
              <a:prstClr val="black">
                <a:alpha val="60000"/>
              </a:prstClr>
            </a:outerShdw>
          </a:effectLst>
        </p:spPr>
      </p:pic>
      <p:pic>
        <p:nvPicPr>
          <p:cNvPr id="37" name="que pena, vc errou">
            <a:hlinkClick r:id="" action="ppaction://media"/>
            <a:extLst>
              <a:ext uri="{FF2B5EF4-FFF2-40B4-BE49-F238E27FC236}">
                <a16:creationId xmlns:a16="http://schemas.microsoft.com/office/drawing/2014/main" id="{E7877330-4976-EF07-7A6B-DC501CA5A40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-772973" y="206871"/>
            <a:ext cx="509587" cy="509587"/>
          </a:xfrm>
          <a:prstGeom prst="rect">
            <a:avLst/>
          </a:prstGeom>
        </p:spPr>
      </p:pic>
      <p:sp>
        <p:nvSpPr>
          <p:cNvPr id="33" name="Botaão Próxima">
            <a:hlinkClick r:id="rId7" action="ppaction://hlinksldjump"/>
            <a:extLst>
              <a:ext uri="{FF2B5EF4-FFF2-40B4-BE49-F238E27FC236}">
                <a16:creationId xmlns:a16="http://schemas.microsoft.com/office/drawing/2014/main" id="{53474A7E-3077-C8C5-1005-C2DA17EEE819}"/>
              </a:ext>
            </a:extLst>
          </p:cNvPr>
          <p:cNvSpPr/>
          <p:nvPr/>
        </p:nvSpPr>
        <p:spPr>
          <a:xfrm>
            <a:off x="9051455" y="5367405"/>
            <a:ext cx="2330219" cy="540000"/>
          </a:xfrm>
          <a:prstGeom prst="roundRect">
            <a:avLst/>
          </a:prstGeom>
          <a:gradFill flip="none" rotWithShape="1">
            <a:gsLst>
              <a:gs pos="0">
                <a:schemeClr val="accent6"/>
              </a:gs>
              <a:gs pos="59000">
                <a:schemeClr val="accent6">
                  <a:lumMod val="75000"/>
                </a:schemeClr>
              </a:gs>
              <a:gs pos="100000">
                <a:schemeClr val="accent6">
                  <a:lumMod val="50000"/>
                </a:schemeClr>
              </a:gs>
            </a:gsLst>
            <a:lin ang="19200000" scaled="0"/>
            <a:tileRect/>
          </a:gradFill>
          <a:ln w="19050">
            <a:solidFill>
              <a:schemeClr val="bg1"/>
            </a:solidFill>
          </a:ln>
          <a:effectLst>
            <a:outerShdw blurRad="381000" dist="1270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rIns="108000" rtlCol="0" anchor="ctr"/>
          <a:lstStyle/>
          <a:p>
            <a:pPr algn="ctr"/>
            <a:r>
              <a:rPr lang="pt-BR" sz="1400" b="1" dirty="0">
                <a:ln w="3175">
                  <a:noFill/>
                </a:ln>
                <a:effectLst>
                  <a:outerShdw blurRad="1270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Arial" panose="020B0604020202020204" pitchFamily="34" charset="0"/>
                <a:ea typeface="Open Sans Extrabold" panose="020B0906030804020204" pitchFamily="34" charset="0"/>
                <a:cs typeface="Arial" panose="020B0604020202020204" pitchFamily="34" charset="0"/>
              </a:rPr>
              <a:t>Voltar</a:t>
            </a:r>
          </a:p>
        </p:txBody>
      </p:sp>
    </p:spTree>
    <p:extLst>
      <p:ext uri="{BB962C8B-B14F-4D97-AF65-F5344CB8AC3E}">
        <p14:creationId xmlns:p14="http://schemas.microsoft.com/office/powerpoint/2010/main" val="32780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2040" fill="hold"/>
                                            <p:tgtEl>
                                              <p:spTgt spid="37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  <p:par>
                                    <p:cTn id="7" presetID="2" presetClass="entr" presetSubtype="4" fill="hold" grpId="0" nodeType="with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9" dur="20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10" dur="20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1" presetID="2" presetClass="entr" presetSubtype="1" fill="hold" grpId="0" nodeType="with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13" dur="20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14" dur="20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5" presetID="2" presetClass="entr" presetSubtype="4" fill="hold" grpId="0" nodeType="with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17" dur="20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18" dur="20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9" presetID="2" presetClass="entr" presetSubtype="1" fill="hold" grpId="0" nodeType="with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21" dur="20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22" dur="20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3" presetID="2" presetClass="entr" presetSubtype="4" fill="hold" grpId="0" nodeType="with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25" dur="20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26" dur="20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7" presetID="2" presetClass="entr" presetSubtype="1" fill="hold" grpId="0" nodeType="with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29" dur="20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30" dur="20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1" presetID="2" presetClass="entr" presetSubtype="4" fill="hold" grpId="0" nodeType="with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33" dur="20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34" dur="20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5" presetID="23" presetClass="entr" presetSubtype="32" fill="hold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7" dur="5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4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8" dur="5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4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9" presetID="22" presetClass="entr" presetSubtype="8" fill="hold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4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41" dur="1000"/>
                                            <p:tgtEl>
                                              <p:spTgt spid="1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2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43" dur="indefinite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44" dur="indefinite"/>
                                            <p:tgtEl>
                                              <p:spTgt spid="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5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46" dur="indefinite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47" dur="indefinite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8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49" dur="indefinite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50" dur="indefinite"/>
                                            <p:tgtEl>
                                              <p:spTgt spid="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1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52" dur="indefinite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53" dur="indefinite"/>
                                            <p:tgtEl>
                                              <p:spTgt spid="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4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55" dur="indefinite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56" dur="indefinite"/>
                                            <p:tgtEl>
                                              <p:spTgt spid="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7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58" dur="indefinite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59" dur="indefinite"/>
                                            <p:tgtEl>
                                              <p:spTgt spid="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0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61" dur="indefinite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62" dur="indefinite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63" fill="hold">
                                <p:stCondLst>
                                  <p:cond delay="2040"/>
                                </p:stCondLst>
                                <p:childTnLst>
                                  <p:par>
                                    <p:cTn id="64" presetID="5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66" dur="5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7" dur="5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68" dur="500"/>
                                            <p:tgtEl>
                                              <p:spTgt spid="3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9" presetID="42" presetClass="path" presetSubtype="0" accel="50000" decel="5000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8.33333E-7 -7.40741E-7 L -8.33333E-7 0.3206 " pathEditMode="relative" rAng="0" ptsTypes="AA">
                                          <p:cBhvr>
                                            <p:cTn id="70" dur="500" spd="-1000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16019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71" fill="hold">
                                <p:stCondLst>
                                  <p:cond delay="2540"/>
                                </p:stCondLst>
                                <p:childTnLst>
                                  <p:par>
                                    <p:cTn id="72" presetID="6" presetClass="emph" presetSubtype="0" repeatCount="indefinite" autoRev="1" fill="hold" grpId="2" nodeType="afterEffect">
                                      <p:stCondLst>
                                        <p:cond delay="0"/>
                                      </p:stCondLst>
                                      <p:endCondLst>
                                        <p:cond evt="onNext" delay="0">
                                          <p:tgtEl>
                                            <p:sldTgt/>
                                          </p:tgtEl>
                                        </p:cond>
                                      </p:endCondLst>
                                      <p:childTnLst>
                                        <p:animScale>
                                          <p:cBhvr>
                                            <p:cTn id="73" dur="500" fill="hold"/>
                                            <p:tgtEl>
                                              <p:spTgt spid="33"/>
                                            </p:tgtEl>
                                          </p:cBhvr>
                                          <p:by x="90000" y="90000"/>
                                        </p:animScale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>
                    <p:cTn id="74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37"/>
                    </p:tgtEl>
                  </p:cMediaNode>
                </p:audio>
              </p:childTnLst>
            </p:cTn>
          </p:par>
        </p:tnLst>
        <p:bldLst>
          <p:bldP spid="2" grpId="0"/>
          <p:bldP spid="2" grpId="1"/>
          <p:bldP spid="8" grpId="0"/>
          <p:bldP spid="8" grpId="1"/>
          <p:bldP spid="7" grpId="0"/>
          <p:bldP spid="7" grpId="1"/>
          <p:bldP spid="6" grpId="0"/>
          <p:bldP spid="6" grpId="1"/>
          <p:bldP spid="5" grpId="0"/>
          <p:bldP spid="5" grpId="1"/>
          <p:bldP spid="4" grpId="0"/>
          <p:bldP spid="4" grpId="1"/>
          <p:bldP spid="3" grpId="0"/>
          <p:bldP spid="3" grpId="1"/>
          <p:bldP spid="33" grpId="0" animBg="1"/>
          <p:bldP spid="33" grpId="1" animBg="1"/>
          <p:bldP spid="33" grpId="2" animBg="1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2040" fill="hold"/>
                                            <p:tgtEl>
                                              <p:spTgt spid="37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  <p:par>
                                    <p:cTn id="7" presetID="2" presetClass="entr" presetSubtype="4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9" dur="20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0" dur="20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1" presetID="2" presetClass="entr" presetSubtype="1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3" dur="20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4" dur="20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5" presetID="2" presetClass="entr" presetSubtype="4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7" dur="20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8" dur="20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9" presetID="2" presetClass="entr" presetSubtype="1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1" dur="20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2" dur="20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3" presetID="2" presetClass="entr" presetSubtype="4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5" dur="20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6" dur="20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7" presetID="2" presetClass="entr" presetSubtype="1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9" dur="20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0" dur="20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1" presetID="2" presetClass="entr" presetSubtype="4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3" dur="20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4" dur="20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5" presetID="23" presetClass="entr" presetSubtype="32" fill="hold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7" dur="5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4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8" dur="5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4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9" presetID="22" presetClass="entr" presetSubtype="8" fill="hold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4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41" dur="1000"/>
                                            <p:tgtEl>
                                              <p:spTgt spid="1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2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43" dur="indefinite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44" dur="indefinite"/>
                                            <p:tgtEl>
                                              <p:spTgt spid="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5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46" dur="indefinite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47" dur="indefinite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8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49" dur="indefinite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50" dur="indefinite"/>
                                            <p:tgtEl>
                                              <p:spTgt spid="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1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52" dur="indefinite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53" dur="indefinite"/>
                                            <p:tgtEl>
                                              <p:spTgt spid="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4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55" dur="indefinite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56" dur="indefinite"/>
                                            <p:tgtEl>
                                              <p:spTgt spid="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7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58" dur="indefinite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59" dur="indefinite"/>
                                            <p:tgtEl>
                                              <p:spTgt spid="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0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61" dur="indefinite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62" dur="indefinite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63" fill="hold">
                                <p:stCondLst>
                                  <p:cond delay="2040"/>
                                </p:stCondLst>
                                <p:childTnLst>
                                  <p:par>
                                    <p:cTn id="64" presetID="5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66" dur="5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7" dur="5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68" dur="500"/>
                                            <p:tgtEl>
                                              <p:spTgt spid="3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9" presetID="42" presetClass="path" presetSubtype="0" accel="50000" decel="5000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8.33333E-7 -7.40741E-7 L -8.33333E-7 0.3206 " pathEditMode="relative" rAng="0" ptsTypes="AA">
                                          <p:cBhvr>
                                            <p:cTn id="70" dur="500" spd="-1000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16019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71" fill="hold">
                                <p:stCondLst>
                                  <p:cond delay="2540"/>
                                </p:stCondLst>
                                <p:childTnLst>
                                  <p:par>
                                    <p:cTn id="72" presetID="6" presetClass="emph" presetSubtype="0" repeatCount="indefinite" autoRev="1" fill="hold" grpId="2" nodeType="afterEffect">
                                      <p:stCondLst>
                                        <p:cond delay="0"/>
                                      </p:stCondLst>
                                      <p:endCondLst>
                                        <p:cond evt="onNext" delay="0">
                                          <p:tgtEl>
                                            <p:sldTgt/>
                                          </p:tgtEl>
                                        </p:cond>
                                      </p:endCondLst>
                                      <p:childTnLst>
                                        <p:animScale>
                                          <p:cBhvr>
                                            <p:cTn id="73" dur="500" fill="hold"/>
                                            <p:tgtEl>
                                              <p:spTgt spid="33"/>
                                            </p:tgtEl>
                                          </p:cBhvr>
                                          <p:by x="90000" y="90000"/>
                                        </p:animScale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>
                    <p:cTn id="74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37"/>
                    </p:tgtEl>
                  </p:cMediaNode>
                </p:audio>
              </p:childTnLst>
            </p:cTn>
          </p:par>
        </p:tnLst>
        <p:bldLst>
          <p:bldP spid="2" grpId="0"/>
          <p:bldP spid="2" grpId="1"/>
          <p:bldP spid="8" grpId="0"/>
          <p:bldP spid="8" grpId="1"/>
          <p:bldP spid="7" grpId="0"/>
          <p:bldP spid="7" grpId="1"/>
          <p:bldP spid="6" grpId="0"/>
          <p:bldP spid="6" grpId="1"/>
          <p:bldP spid="5" grpId="0"/>
          <p:bldP spid="5" grpId="1"/>
          <p:bldP spid="4" grpId="0"/>
          <p:bldP spid="4" grpId="1"/>
          <p:bldP spid="3" grpId="0"/>
          <p:bldP spid="3" grpId="1"/>
          <p:bldP spid="33" grpId="0" animBg="1"/>
          <p:bldP spid="33" grpId="1" animBg="1"/>
          <p:bldP spid="33" grpId="2" animBg="1"/>
        </p:bldLst>
      </p:timing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C00000"/>
            </a:gs>
            <a:gs pos="100000">
              <a:schemeClr val="tx1">
                <a:lumMod val="85000"/>
                <a:lumOff val="15000"/>
              </a:schemeClr>
            </a:gs>
          </a:gsLst>
          <a:lin ang="81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7">
            <a:extLst>
              <a:ext uri="{FF2B5EF4-FFF2-40B4-BE49-F238E27FC236}">
                <a16:creationId xmlns:a16="http://schemas.microsoft.com/office/drawing/2014/main" id="{AF47984B-59F1-7176-A115-158B29114E0E}"/>
              </a:ext>
            </a:extLst>
          </p:cNvPr>
          <p:cNvSpPr txBox="1"/>
          <p:nvPr/>
        </p:nvSpPr>
        <p:spPr>
          <a:xfrm>
            <a:off x="8746332" y="-11965950"/>
            <a:ext cx="1005403" cy="16342935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9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8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7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5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4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3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2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1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</p:txBody>
      </p:sp>
      <p:sp>
        <p:nvSpPr>
          <p:cNvPr id="8" name="N6">
            <a:extLst>
              <a:ext uri="{FF2B5EF4-FFF2-40B4-BE49-F238E27FC236}">
                <a16:creationId xmlns:a16="http://schemas.microsoft.com/office/drawing/2014/main" id="{FE3BD9AB-7F50-A4B5-5F53-70354EF481F4}"/>
              </a:ext>
            </a:extLst>
          </p:cNvPr>
          <p:cNvSpPr txBox="1"/>
          <p:nvPr/>
        </p:nvSpPr>
        <p:spPr>
          <a:xfrm>
            <a:off x="7805114" y="2671817"/>
            <a:ext cx="1005403" cy="16342935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9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8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7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5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4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3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2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1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</p:txBody>
      </p:sp>
      <p:sp>
        <p:nvSpPr>
          <p:cNvPr id="7" name="N5">
            <a:extLst>
              <a:ext uri="{FF2B5EF4-FFF2-40B4-BE49-F238E27FC236}">
                <a16:creationId xmlns:a16="http://schemas.microsoft.com/office/drawing/2014/main" id="{D60E20A6-40DE-61FF-BC52-780641776D60}"/>
              </a:ext>
            </a:extLst>
          </p:cNvPr>
          <p:cNvSpPr txBox="1"/>
          <p:nvPr/>
        </p:nvSpPr>
        <p:spPr>
          <a:xfrm>
            <a:off x="6863896" y="-11965950"/>
            <a:ext cx="1005403" cy="16342935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9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8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7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5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4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3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2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1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</p:txBody>
      </p:sp>
      <p:sp>
        <p:nvSpPr>
          <p:cNvPr id="6" name="N4">
            <a:extLst>
              <a:ext uri="{FF2B5EF4-FFF2-40B4-BE49-F238E27FC236}">
                <a16:creationId xmlns:a16="http://schemas.microsoft.com/office/drawing/2014/main" id="{B55EA620-A448-2ACD-AF8D-A6933BC4F87F}"/>
              </a:ext>
            </a:extLst>
          </p:cNvPr>
          <p:cNvSpPr txBox="1"/>
          <p:nvPr/>
        </p:nvSpPr>
        <p:spPr>
          <a:xfrm>
            <a:off x="5546009" y="2671817"/>
            <a:ext cx="1005403" cy="16342935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9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8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7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5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4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3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2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1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</p:txBody>
      </p:sp>
      <p:sp>
        <p:nvSpPr>
          <p:cNvPr id="5" name="N3">
            <a:extLst>
              <a:ext uri="{FF2B5EF4-FFF2-40B4-BE49-F238E27FC236}">
                <a16:creationId xmlns:a16="http://schemas.microsoft.com/office/drawing/2014/main" id="{EAC23BB9-25AA-23D1-BBA8-4E96A8121B22}"/>
              </a:ext>
            </a:extLst>
          </p:cNvPr>
          <p:cNvSpPr txBox="1"/>
          <p:nvPr/>
        </p:nvSpPr>
        <p:spPr>
          <a:xfrm>
            <a:off x="4604791" y="-11965950"/>
            <a:ext cx="1005403" cy="16342935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9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8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7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5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4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3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2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1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</p:txBody>
      </p:sp>
      <p:sp>
        <p:nvSpPr>
          <p:cNvPr id="4" name="N2">
            <a:extLst>
              <a:ext uri="{FF2B5EF4-FFF2-40B4-BE49-F238E27FC236}">
                <a16:creationId xmlns:a16="http://schemas.microsoft.com/office/drawing/2014/main" id="{95EF8A55-2A5D-C739-62DE-9F54AB9D7812}"/>
              </a:ext>
            </a:extLst>
          </p:cNvPr>
          <p:cNvSpPr txBox="1"/>
          <p:nvPr/>
        </p:nvSpPr>
        <p:spPr>
          <a:xfrm>
            <a:off x="3663573" y="2671817"/>
            <a:ext cx="1005403" cy="16342935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9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8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7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5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4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3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2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1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</p:txBody>
      </p:sp>
      <p:sp>
        <p:nvSpPr>
          <p:cNvPr id="3" name="N1">
            <a:extLst>
              <a:ext uri="{FF2B5EF4-FFF2-40B4-BE49-F238E27FC236}">
                <a16:creationId xmlns:a16="http://schemas.microsoft.com/office/drawing/2014/main" id="{321860B9-DC15-351B-F334-054EAF2E4D85}"/>
              </a:ext>
            </a:extLst>
          </p:cNvPr>
          <p:cNvSpPr txBox="1"/>
          <p:nvPr/>
        </p:nvSpPr>
        <p:spPr>
          <a:xfrm>
            <a:off x="2446833" y="-11965950"/>
            <a:ext cx="1005403" cy="16342935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9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8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7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5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4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3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2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1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</p:txBody>
      </p:sp>
      <p:grpSp>
        <p:nvGrpSpPr>
          <p:cNvPr id="34" name="!!mascara">
            <a:extLst>
              <a:ext uri="{FF2B5EF4-FFF2-40B4-BE49-F238E27FC236}">
                <a16:creationId xmlns:a16="http://schemas.microsoft.com/office/drawing/2014/main" id="{C287DD8F-17E0-D7CA-89A4-3F01919A018C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 useBgFill="1">
          <p:nvSpPr>
            <p:cNvPr id="9" name="Forma Livre: Forma 8">
              <a:extLst>
                <a:ext uri="{FF2B5EF4-FFF2-40B4-BE49-F238E27FC236}">
                  <a16:creationId xmlns:a16="http://schemas.microsoft.com/office/drawing/2014/main" id="{43DD7F38-D131-0688-54CD-A4DDB6A95DE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0"/>
              <a:ext cx="12192000" cy="6858000"/>
            </a:xfrm>
            <a:custGeom>
              <a:avLst/>
              <a:gdLst>
                <a:gd name="connsiteX0" fmla="*/ 2566220 w 12192000"/>
                <a:gd name="connsiteY0" fmla="*/ 2632290 h 6858000"/>
                <a:gd name="connsiteX1" fmla="*/ 2322443 w 12192000"/>
                <a:gd name="connsiteY1" fmla="*/ 2876067 h 6858000"/>
                <a:gd name="connsiteX2" fmla="*/ 2322443 w 12192000"/>
                <a:gd name="connsiteY2" fmla="*/ 3851145 h 6858000"/>
                <a:gd name="connsiteX3" fmla="*/ 2566220 w 12192000"/>
                <a:gd name="connsiteY3" fmla="*/ 4094922 h 6858000"/>
                <a:gd name="connsiteX4" fmla="*/ 9625780 w 12192000"/>
                <a:gd name="connsiteY4" fmla="*/ 4094922 h 6858000"/>
                <a:gd name="connsiteX5" fmla="*/ 9869557 w 12192000"/>
                <a:gd name="connsiteY5" fmla="*/ 3851145 h 6858000"/>
                <a:gd name="connsiteX6" fmla="*/ 9869557 w 12192000"/>
                <a:gd name="connsiteY6" fmla="*/ 2876067 h 6858000"/>
                <a:gd name="connsiteX7" fmla="*/ 9625780 w 12192000"/>
                <a:gd name="connsiteY7" fmla="*/ 2632290 h 6858000"/>
                <a:gd name="connsiteX8" fmla="*/ 0 w 12192000"/>
                <a:gd name="connsiteY8" fmla="*/ 0 h 6858000"/>
                <a:gd name="connsiteX9" fmla="*/ 12192000 w 12192000"/>
                <a:gd name="connsiteY9" fmla="*/ 0 h 6858000"/>
                <a:gd name="connsiteX10" fmla="*/ 12192000 w 12192000"/>
                <a:gd name="connsiteY10" fmla="*/ 6858000 h 6858000"/>
                <a:gd name="connsiteX11" fmla="*/ 0 w 12192000"/>
                <a:gd name="connsiteY11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192000" h="6858000">
                  <a:moveTo>
                    <a:pt x="2566220" y="2632290"/>
                  </a:moveTo>
                  <a:cubicBezTo>
                    <a:pt x="2431586" y="2632290"/>
                    <a:pt x="2322443" y="2741433"/>
                    <a:pt x="2322443" y="2876067"/>
                  </a:cubicBezTo>
                  <a:lnTo>
                    <a:pt x="2322443" y="3851145"/>
                  </a:lnTo>
                  <a:cubicBezTo>
                    <a:pt x="2322443" y="3985779"/>
                    <a:pt x="2431586" y="4094922"/>
                    <a:pt x="2566220" y="4094922"/>
                  </a:cubicBezTo>
                  <a:lnTo>
                    <a:pt x="9625780" y="4094922"/>
                  </a:lnTo>
                  <a:cubicBezTo>
                    <a:pt x="9760414" y="4094922"/>
                    <a:pt x="9869557" y="3985779"/>
                    <a:pt x="9869557" y="3851145"/>
                  </a:cubicBezTo>
                  <a:lnTo>
                    <a:pt x="9869557" y="2876067"/>
                  </a:lnTo>
                  <a:cubicBezTo>
                    <a:pt x="9869557" y="2741433"/>
                    <a:pt x="9760414" y="2632290"/>
                    <a:pt x="9625780" y="2632290"/>
                  </a:cubicBezTo>
                  <a:close/>
                  <a:moveTo>
                    <a:pt x="0" y="0"/>
                  </a:moveTo>
                  <a:lnTo>
                    <a:pt x="12192000" y="0"/>
                  </a:lnTo>
                  <a:lnTo>
                    <a:pt x="12192000" y="6858000"/>
                  </a:lnTo>
                  <a:lnTo>
                    <a:pt x="0" y="6858000"/>
                  </a:lnTo>
                  <a:close/>
                </a:path>
              </a:pathLst>
            </a:custGeom>
            <a:ln>
              <a:noFill/>
            </a:ln>
            <a:effectLst>
              <a:outerShdw blurRad="3810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0" name="CaixaDeTexto 9">
              <a:extLst>
                <a:ext uri="{FF2B5EF4-FFF2-40B4-BE49-F238E27FC236}">
                  <a16:creationId xmlns:a16="http://schemas.microsoft.com/office/drawing/2014/main" id="{4014AAB1-279C-87A1-6A54-69E5927AF183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40326" y="330615"/>
              <a:ext cx="11111348" cy="985530"/>
            </a:xfrm>
            <a:prstGeom prst="roundRect">
              <a:avLst>
                <a:gd name="adj" fmla="val 26924"/>
              </a:avLst>
            </a:prstGeom>
            <a:solidFill>
              <a:srgbClr val="FFC000"/>
            </a:solidFill>
            <a:ln w="19050">
              <a:noFill/>
            </a:ln>
            <a:effectLst>
              <a:outerShdw blurRad="635000" dist="2540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 anchorCtr="1"/>
            <a:lstStyle>
              <a:defPPr>
                <a:defRPr lang="pt-BR"/>
              </a:defPPr>
              <a:lvl1pPr algn="ctr">
                <a:defRPr b="1">
                  <a:ln w="3175">
                    <a:noFill/>
                  </a:ln>
                  <a:solidFill>
                    <a:srgbClr val="FF0000"/>
                  </a:solidFill>
                  <a:latin typeface="Arial Narrow" panose="020B0606020202030204" pitchFamily="34" charset="0"/>
                  <a:ea typeface="Open Sans Extrabold" panose="020B0906030804020204" pitchFamily="34" charset="0"/>
                  <a:cs typeface="Arial" panose="020B0604020202020204" pitchFamily="34" charset="0"/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4400" b="1" i="0" u="none" strike="noStrike" kern="1200" cap="none" spc="600" normalizeH="0" baseline="0" noProof="0">
                  <a:ln w="3175"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Open Sans Extrabold" panose="020B0906030804020204" pitchFamily="34" charset="0"/>
                  <a:cs typeface="Arial" panose="020B0604020202020204" pitchFamily="34" charset="0"/>
                </a:rPr>
                <a:t>VOCÊ ERROU!</a:t>
              </a:r>
            </a:p>
          </p:txBody>
        </p:sp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6893B8BF-F8F5-DB56-E87C-8ED5CBA7FCB6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226072" y="2180704"/>
              <a:ext cx="206883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24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Arial" panose="020B0604020202020204" pitchFamily="34" charset="0"/>
                </a:rPr>
                <a:t>Você ganhou:</a:t>
              </a:r>
            </a:p>
          </p:txBody>
        </p:sp>
        <p:sp>
          <p:nvSpPr>
            <p:cNvPr id="12" name="CaixaDeTexto 11">
              <a:extLst>
                <a:ext uri="{FF2B5EF4-FFF2-40B4-BE49-F238E27FC236}">
                  <a16:creationId xmlns:a16="http://schemas.microsoft.com/office/drawing/2014/main" id="{E77C9F72-334E-862C-ACF5-323EF2E8C72C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667254" y="2555761"/>
              <a:ext cx="64472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28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R$</a:t>
              </a:r>
            </a:p>
          </p:txBody>
        </p:sp>
        <p:sp>
          <p:nvSpPr>
            <p:cNvPr id="13" name="Elipse 12">
              <a:extLst>
                <a:ext uri="{FF2B5EF4-FFF2-40B4-BE49-F238E27FC236}">
                  <a16:creationId xmlns:a16="http://schemas.microsoft.com/office/drawing/2014/main" id="{D879FEC9-3C93-4084-1DC0-039C3A2FA1A8}"/>
                </a:ext>
              </a:extLst>
            </p:cNvPr>
            <p:cNvSpPr>
              <a:spLocks noGrp="1" noRot="1" noChangeAspect="1" noMove="1" noResize="1" noEditPoints="1" noAdjustHandles="1" noChangeArrowheads="1" noChangeShapeType="1"/>
            </p:cNvSpPr>
            <p:nvPr/>
          </p:nvSpPr>
          <p:spPr>
            <a:xfrm>
              <a:off x="3480684" y="3646074"/>
              <a:ext cx="180000" cy="180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4" name="Elipse 13">
              <a:extLst>
                <a:ext uri="{FF2B5EF4-FFF2-40B4-BE49-F238E27FC236}">
                  <a16:creationId xmlns:a16="http://schemas.microsoft.com/office/drawing/2014/main" id="{4014B435-FE21-6F3F-D0A3-96A450E125B7}"/>
                </a:ext>
              </a:extLst>
            </p:cNvPr>
            <p:cNvSpPr>
              <a:spLocks noGrp="1" noRot="1" noChangeAspect="1" noMove="1" noResize="1" noEditPoints="1" noAdjustHandles="1" noChangeArrowheads="1" noChangeShapeType="1"/>
            </p:cNvSpPr>
            <p:nvPr/>
          </p:nvSpPr>
          <p:spPr>
            <a:xfrm>
              <a:off x="6610570" y="3646074"/>
              <a:ext cx="180000" cy="180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grpSp>
        <p:nvGrpSpPr>
          <p:cNvPr id="15" name="barra de progresso">
            <a:extLst>
              <a:ext uri="{FF2B5EF4-FFF2-40B4-BE49-F238E27FC236}">
                <a16:creationId xmlns:a16="http://schemas.microsoft.com/office/drawing/2014/main" id="{D7DF4F7E-B4C8-F5D8-B5B0-9D68AE4528F9}"/>
              </a:ext>
            </a:extLst>
          </p:cNvPr>
          <p:cNvGrpSpPr/>
          <p:nvPr/>
        </p:nvGrpSpPr>
        <p:grpSpPr>
          <a:xfrm>
            <a:off x="540326" y="6168042"/>
            <a:ext cx="11111348" cy="216000"/>
            <a:chOff x="540326" y="6168042"/>
            <a:chExt cx="11111348" cy="216000"/>
          </a:xfrm>
        </p:grpSpPr>
        <p:sp useBgFill="1">
          <p:nvSpPr>
            <p:cNvPr id="16" name="Retângulo: Cantos Arredondados 15">
              <a:extLst>
                <a:ext uri="{FF2B5EF4-FFF2-40B4-BE49-F238E27FC236}">
                  <a16:creationId xmlns:a16="http://schemas.microsoft.com/office/drawing/2014/main" id="{645F6494-8FFC-74C9-3BEE-6344C16689C9}"/>
                </a:ext>
              </a:extLst>
            </p:cNvPr>
            <p:cNvSpPr/>
            <p:nvPr/>
          </p:nvSpPr>
          <p:spPr>
            <a:xfrm>
              <a:off x="540326" y="6168042"/>
              <a:ext cx="540000" cy="216000"/>
            </a:xfrm>
            <a:prstGeom prst="roundRect">
              <a:avLst>
                <a:gd name="adj" fmla="val 50000"/>
              </a:avLst>
            </a:prstGeom>
            <a:ln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17" name="Retângulo: Cantos Arredondados 16">
              <a:extLst>
                <a:ext uri="{FF2B5EF4-FFF2-40B4-BE49-F238E27FC236}">
                  <a16:creationId xmlns:a16="http://schemas.microsoft.com/office/drawing/2014/main" id="{D0360543-989E-44E5-018D-E2B5E5E7950A}"/>
                </a:ext>
              </a:extLst>
            </p:cNvPr>
            <p:cNvSpPr/>
            <p:nvPr/>
          </p:nvSpPr>
          <p:spPr>
            <a:xfrm>
              <a:off x="1245083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18" name="Retângulo: Cantos Arredondados 17">
              <a:extLst>
                <a:ext uri="{FF2B5EF4-FFF2-40B4-BE49-F238E27FC236}">
                  <a16:creationId xmlns:a16="http://schemas.microsoft.com/office/drawing/2014/main" id="{832CD0D4-B00B-66F6-AC8B-2047BB5D1C88}"/>
                </a:ext>
              </a:extLst>
            </p:cNvPr>
            <p:cNvSpPr/>
            <p:nvPr/>
          </p:nvSpPr>
          <p:spPr>
            <a:xfrm>
              <a:off x="1949840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19" name="Retângulo: Cantos Arredondados 18">
              <a:extLst>
                <a:ext uri="{FF2B5EF4-FFF2-40B4-BE49-F238E27FC236}">
                  <a16:creationId xmlns:a16="http://schemas.microsoft.com/office/drawing/2014/main" id="{09C5ED91-4829-2188-7144-57BB65B5895C}"/>
                </a:ext>
              </a:extLst>
            </p:cNvPr>
            <p:cNvSpPr/>
            <p:nvPr/>
          </p:nvSpPr>
          <p:spPr>
            <a:xfrm>
              <a:off x="2654597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20" name="Retângulo: Cantos Arredondados 19">
              <a:extLst>
                <a:ext uri="{FF2B5EF4-FFF2-40B4-BE49-F238E27FC236}">
                  <a16:creationId xmlns:a16="http://schemas.microsoft.com/office/drawing/2014/main" id="{B5F9D68A-2A87-C90C-1D98-7737129DB43B}"/>
                </a:ext>
              </a:extLst>
            </p:cNvPr>
            <p:cNvSpPr/>
            <p:nvPr/>
          </p:nvSpPr>
          <p:spPr>
            <a:xfrm>
              <a:off x="3359354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21" name="Retângulo: Cantos Arredondados 20">
              <a:extLst>
                <a:ext uri="{FF2B5EF4-FFF2-40B4-BE49-F238E27FC236}">
                  <a16:creationId xmlns:a16="http://schemas.microsoft.com/office/drawing/2014/main" id="{A3EAB60E-42B2-0210-E6AD-787A54CF5E6B}"/>
                </a:ext>
              </a:extLst>
            </p:cNvPr>
            <p:cNvSpPr/>
            <p:nvPr/>
          </p:nvSpPr>
          <p:spPr>
            <a:xfrm>
              <a:off x="4064111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22" name="Retângulo: Cantos Arredondados 21">
              <a:extLst>
                <a:ext uri="{FF2B5EF4-FFF2-40B4-BE49-F238E27FC236}">
                  <a16:creationId xmlns:a16="http://schemas.microsoft.com/office/drawing/2014/main" id="{7805FE38-3DA6-AA69-5A21-5FDF35D7E06F}"/>
                </a:ext>
              </a:extLst>
            </p:cNvPr>
            <p:cNvSpPr/>
            <p:nvPr/>
          </p:nvSpPr>
          <p:spPr>
            <a:xfrm>
              <a:off x="4768868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23" name="Retângulo: Cantos Arredondados 22">
              <a:extLst>
                <a:ext uri="{FF2B5EF4-FFF2-40B4-BE49-F238E27FC236}">
                  <a16:creationId xmlns:a16="http://schemas.microsoft.com/office/drawing/2014/main" id="{2F3233F8-5476-5095-85DB-1E53D02FFF73}"/>
                </a:ext>
              </a:extLst>
            </p:cNvPr>
            <p:cNvSpPr/>
            <p:nvPr/>
          </p:nvSpPr>
          <p:spPr>
            <a:xfrm>
              <a:off x="5473625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24" name="Retângulo: Cantos Arredondados 23">
              <a:extLst>
                <a:ext uri="{FF2B5EF4-FFF2-40B4-BE49-F238E27FC236}">
                  <a16:creationId xmlns:a16="http://schemas.microsoft.com/office/drawing/2014/main" id="{BE1456AE-ED2B-72A9-D02A-1CD0F978D85D}"/>
                </a:ext>
              </a:extLst>
            </p:cNvPr>
            <p:cNvSpPr/>
            <p:nvPr/>
          </p:nvSpPr>
          <p:spPr>
            <a:xfrm>
              <a:off x="6178382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25" name="Retângulo: Cantos Arredondados 24">
              <a:extLst>
                <a:ext uri="{FF2B5EF4-FFF2-40B4-BE49-F238E27FC236}">
                  <a16:creationId xmlns:a16="http://schemas.microsoft.com/office/drawing/2014/main" id="{4755B973-D05B-1281-55E7-74B61C8A4505}"/>
                </a:ext>
              </a:extLst>
            </p:cNvPr>
            <p:cNvSpPr/>
            <p:nvPr/>
          </p:nvSpPr>
          <p:spPr>
            <a:xfrm>
              <a:off x="6883139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26" name="Retângulo: Cantos Arredondados 25">
              <a:extLst>
                <a:ext uri="{FF2B5EF4-FFF2-40B4-BE49-F238E27FC236}">
                  <a16:creationId xmlns:a16="http://schemas.microsoft.com/office/drawing/2014/main" id="{23BB2712-A117-128D-132B-22540621C404}"/>
                </a:ext>
              </a:extLst>
            </p:cNvPr>
            <p:cNvSpPr/>
            <p:nvPr/>
          </p:nvSpPr>
          <p:spPr>
            <a:xfrm>
              <a:off x="7587896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27" name="Retângulo: Cantos Arredondados 26">
              <a:extLst>
                <a:ext uri="{FF2B5EF4-FFF2-40B4-BE49-F238E27FC236}">
                  <a16:creationId xmlns:a16="http://schemas.microsoft.com/office/drawing/2014/main" id="{1F3E133E-5E8D-EA78-A60D-62DE8FA3C825}"/>
                </a:ext>
              </a:extLst>
            </p:cNvPr>
            <p:cNvSpPr/>
            <p:nvPr/>
          </p:nvSpPr>
          <p:spPr>
            <a:xfrm>
              <a:off x="8292653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28" name="Retângulo: Cantos Arredondados 27">
              <a:extLst>
                <a:ext uri="{FF2B5EF4-FFF2-40B4-BE49-F238E27FC236}">
                  <a16:creationId xmlns:a16="http://schemas.microsoft.com/office/drawing/2014/main" id="{52F08055-4C07-9D7D-B51F-6C5520201AFF}"/>
                </a:ext>
              </a:extLst>
            </p:cNvPr>
            <p:cNvSpPr/>
            <p:nvPr/>
          </p:nvSpPr>
          <p:spPr>
            <a:xfrm>
              <a:off x="8997410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29" name="Retângulo: Cantos Arredondados 28">
              <a:extLst>
                <a:ext uri="{FF2B5EF4-FFF2-40B4-BE49-F238E27FC236}">
                  <a16:creationId xmlns:a16="http://schemas.microsoft.com/office/drawing/2014/main" id="{915F56B7-CB97-B128-3798-360BFADDFBFE}"/>
                </a:ext>
              </a:extLst>
            </p:cNvPr>
            <p:cNvSpPr/>
            <p:nvPr/>
          </p:nvSpPr>
          <p:spPr>
            <a:xfrm>
              <a:off x="9702167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30" name="Retângulo: Cantos Arredondados 29">
              <a:extLst>
                <a:ext uri="{FF2B5EF4-FFF2-40B4-BE49-F238E27FC236}">
                  <a16:creationId xmlns:a16="http://schemas.microsoft.com/office/drawing/2014/main" id="{6422418E-AA0B-8E26-FC84-D410772659AF}"/>
                </a:ext>
              </a:extLst>
            </p:cNvPr>
            <p:cNvSpPr/>
            <p:nvPr/>
          </p:nvSpPr>
          <p:spPr>
            <a:xfrm>
              <a:off x="10406924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31" name="Retângulo: Cantos Arredondados 30">
              <a:extLst>
                <a:ext uri="{FF2B5EF4-FFF2-40B4-BE49-F238E27FC236}">
                  <a16:creationId xmlns:a16="http://schemas.microsoft.com/office/drawing/2014/main" id="{E640292C-BE19-1E3C-A127-339B803D0EC0}"/>
                </a:ext>
              </a:extLst>
            </p:cNvPr>
            <p:cNvSpPr/>
            <p:nvPr/>
          </p:nvSpPr>
          <p:spPr>
            <a:xfrm>
              <a:off x="11111674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pic>
        <p:nvPicPr>
          <p:cNvPr id="32" name="emoji">
            <a:extLst>
              <a:ext uri="{FF2B5EF4-FFF2-40B4-BE49-F238E27FC236}">
                <a16:creationId xmlns:a16="http://schemas.microsoft.com/office/drawing/2014/main" id="{D5E21F0E-C48A-B95C-AD66-20556A0DDDF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343083" y="1938181"/>
            <a:ext cx="1085856" cy="1085856"/>
          </a:xfrm>
          <a:prstGeom prst="rect">
            <a:avLst/>
          </a:prstGeom>
          <a:effectLst>
            <a:outerShdw blurRad="635000" dist="190500" dir="2700000" algn="tl" rotWithShape="0">
              <a:prstClr val="black">
                <a:alpha val="60000"/>
              </a:prstClr>
            </a:outerShdw>
          </a:effectLst>
        </p:spPr>
      </p:pic>
      <p:pic>
        <p:nvPicPr>
          <p:cNvPr id="37" name="que pena, vc errou">
            <a:hlinkClick r:id="" action="ppaction://media"/>
            <a:extLst>
              <a:ext uri="{FF2B5EF4-FFF2-40B4-BE49-F238E27FC236}">
                <a16:creationId xmlns:a16="http://schemas.microsoft.com/office/drawing/2014/main" id="{E7877330-4976-EF07-7A6B-DC501CA5A40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-772973" y="206871"/>
            <a:ext cx="509587" cy="509587"/>
          </a:xfrm>
          <a:prstGeom prst="rect">
            <a:avLst/>
          </a:prstGeom>
        </p:spPr>
      </p:pic>
      <p:sp>
        <p:nvSpPr>
          <p:cNvPr id="33" name="Botaão Próxima">
            <a:hlinkClick r:id="rId7" action="ppaction://hlinksldjump"/>
            <a:extLst>
              <a:ext uri="{FF2B5EF4-FFF2-40B4-BE49-F238E27FC236}">
                <a16:creationId xmlns:a16="http://schemas.microsoft.com/office/drawing/2014/main" id="{53474A7E-3077-C8C5-1005-C2DA17EEE819}"/>
              </a:ext>
            </a:extLst>
          </p:cNvPr>
          <p:cNvSpPr/>
          <p:nvPr/>
        </p:nvSpPr>
        <p:spPr>
          <a:xfrm>
            <a:off x="9051455" y="5367405"/>
            <a:ext cx="2330219" cy="540000"/>
          </a:xfrm>
          <a:prstGeom prst="roundRect">
            <a:avLst/>
          </a:prstGeom>
          <a:gradFill flip="none" rotWithShape="1">
            <a:gsLst>
              <a:gs pos="0">
                <a:schemeClr val="accent6"/>
              </a:gs>
              <a:gs pos="59000">
                <a:schemeClr val="accent6">
                  <a:lumMod val="75000"/>
                </a:schemeClr>
              </a:gs>
              <a:gs pos="100000">
                <a:schemeClr val="accent6">
                  <a:lumMod val="50000"/>
                </a:schemeClr>
              </a:gs>
            </a:gsLst>
            <a:lin ang="19200000" scaled="0"/>
            <a:tileRect/>
          </a:gradFill>
          <a:ln w="19050">
            <a:solidFill>
              <a:schemeClr val="bg1"/>
            </a:solidFill>
          </a:ln>
          <a:effectLst>
            <a:outerShdw blurRad="381000" dist="1270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rIns="108000" rtlCol="0" anchor="ctr"/>
          <a:lstStyle/>
          <a:p>
            <a:pPr algn="ctr"/>
            <a:r>
              <a:rPr lang="pt-BR" sz="1400" b="1" dirty="0">
                <a:ln w="3175">
                  <a:noFill/>
                </a:ln>
                <a:effectLst>
                  <a:outerShdw blurRad="1270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Arial" panose="020B0604020202020204" pitchFamily="34" charset="0"/>
                <a:ea typeface="Open Sans Extrabold" panose="020B0906030804020204" pitchFamily="34" charset="0"/>
                <a:cs typeface="Arial" panose="020B0604020202020204" pitchFamily="34" charset="0"/>
              </a:rPr>
              <a:t>Voltar</a:t>
            </a:r>
          </a:p>
        </p:txBody>
      </p:sp>
    </p:spTree>
    <p:extLst>
      <p:ext uri="{BB962C8B-B14F-4D97-AF65-F5344CB8AC3E}">
        <p14:creationId xmlns:p14="http://schemas.microsoft.com/office/powerpoint/2010/main" val="34869119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2040" fill="hold"/>
                                            <p:tgtEl>
                                              <p:spTgt spid="37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  <p:par>
                                    <p:cTn id="7" presetID="2" presetClass="entr" presetSubtype="4" fill="hold" grpId="0" nodeType="with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9" dur="20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10" dur="20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1" presetID="2" presetClass="entr" presetSubtype="1" fill="hold" grpId="0" nodeType="with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13" dur="20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14" dur="20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5" presetID="2" presetClass="entr" presetSubtype="4" fill="hold" grpId="0" nodeType="with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17" dur="20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18" dur="20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9" presetID="2" presetClass="entr" presetSubtype="1" fill="hold" grpId="0" nodeType="with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21" dur="20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22" dur="20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3" presetID="2" presetClass="entr" presetSubtype="4" fill="hold" grpId="0" nodeType="with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25" dur="20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26" dur="20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7" presetID="2" presetClass="entr" presetSubtype="1" fill="hold" grpId="0" nodeType="with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29" dur="20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30" dur="20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1" presetID="2" presetClass="entr" presetSubtype="4" fill="hold" grpId="0" nodeType="with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33" dur="20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34" dur="20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5" presetID="23" presetClass="entr" presetSubtype="32" fill="hold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7" dur="5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4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8" dur="5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4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9" presetID="22" presetClass="entr" presetSubtype="8" fill="hold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4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41" dur="1000"/>
                                            <p:tgtEl>
                                              <p:spTgt spid="1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2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43" dur="indefinite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44" dur="indefinite"/>
                                            <p:tgtEl>
                                              <p:spTgt spid="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5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46" dur="indefinite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47" dur="indefinite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8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49" dur="indefinite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50" dur="indefinite"/>
                                            <p:tgtEl>
                                              <p:spTgt spid="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1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52" dur="indefinite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53" dur="indefinite"/>
                                            <p:tgtEl>
                                              <p:spTgt spid="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4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55" dur="indefinite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56" dur="indefinite"/>
                                            <p:tgtEl>
                                              <p:spTgt spid="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7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58" dur="indefinite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59" dur="indefinite"/>
                                            <p:tgtEl>
                                              <p:spTgt spid="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0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61" dur="indefinite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62" dur="indefinite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63" fill="hold">
                                <p:stCondLst>
                                  <p:cond delay="2040"/>
                                </p:stCondLst>
                                <p:childTnLst>
                                  <p:par>
                                    <p:cTn id="64" presetID="5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66" dur="5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7" dur="5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68" dur="500"/>
                                            <p:tgtEl>
                                              <p:spTgt spid="3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9" presetID="42" presetClass="path" presetSubtype="0" accel="50000" decel="5000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8.33333E-7 -7.40741E-7 L -8.33333E-7 0.3206 " pathEditMode="relative" rAng="0" ptsTypes="AA">
                                          <p:cBhvr>
                                            <p:cTn id="70" dur="500" spd="-1000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16019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71" fill="hold">
                                <p:stCondLst>
                                  <p:cond delay="2540"/>
                                </p:stCondLst>
                                <p:childTnLst>
                                  <p:par>
                                    <p:cTn id="72" presetID="6" presetClass="emph" presetSubtype="0" repeatCount="indefinite" autoRev="1" fill="hold" grpId="2" nodeType="afterEffect">
                                      <p:stCondLst>
                                        <p:cond delay="0"/>
                                      </p:stCondLst>
                                      <p:endCondLst>
                                        <p:cond evt="onNext" delay="0">
                                          <p:tgtEl>
                                            <p:sldTgt/>
                                          </p:tgtEl>
                                        </p:cond>
                                      </p:endCondLst>
                                      <p:childTnLst>
                                        <p:animScale>
                                          <p:cBhvr>
                                            <p:cTn id="73" dur="500" fill="hold"/>
                                            <p:tgtEl>
                                              <p:spTgt spid="33"/>
                                            </p:tgtEl>
                                          </p:cBhvr>
                                          <p:by x="90000" y="90000"/>
                                        </p:animScale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>
                    <p:cTn id="74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37"/>
                    </p:tgtEl>
                  </p:cMediaNode>
                </p:audio>
              </p:childTnLst>
            </p:cTn>
          </p:par>
        </p:tnLst>
        <p:bldLst>
          <p:bldP spid="2" grpId="0"/>
          <p:bldP spid="2" grpId="1"/>
          <p:bldP spid="8" grpId="0"/>
          <p:bldP spid="8" grpId="1"/>
          <p:bldP spid="7" grpId="0"/>
          <p:bldP spid="7" grpId="1"/>
          <p:bldP spid="6" grpId="0"/>
          <p:bldP spid="6" grpId="1"/>
          <p:bldP spid="5" grpId="0"/>
          <p:bldP spid="5" grpId="1"/>
          <p:bldP spid="4" grpId="0"/>
          <p:bldP spid="4" grpId="1"/>
          <p:bldP spid="3" grpId="0"/>
          <p:bldP spid="3" grpId="1"/>
          <p:bldP spid="33" grpId="0" animBg="1"/>
          <p:bldP spid="33" grpId="1" animBg="1"/>
          <p:bldP spid="33" grpId="2" animBg="1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2040" fill="hold"/>
                                            <p:tgtEl>
                                              <p:spTgt spid="37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  <p:par>
                                    <p:cTn id="7" presetID="2" presetClass="entr" presetSubtype="4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9" dur="20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0" dur="20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1" presetID="2" presetClass="entr" presetSubtype="1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3" dur="20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4" dur="20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5" presetID="2" presetClass="entr" presetSubtype="4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7" dur="20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8" dur="20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9" presetID="2" presetClass="entr" presetSubtype="1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1" dur="20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2" dur="20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3" presetID="2" presetClass="entr" presetSubtype="4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5" dur="20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6" dur="20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7" presetID="2" presetClass="entr" presetSubtype="1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9" dur="20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0" dur="20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1" presetID="2" presetClass="entr" presetSubtype="4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3" dur="20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4" dur="20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5" presetID="23" presetClass="entr" presetSubtype="32" fill="hold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7" dur="5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4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8" dur="5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4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9" presetID="22" presetClass="entr" presetSubtype="8" fill="hold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4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41" dur="1000"/>
                                            <p:tgtEl>
                                              <p:spTgt spid="1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2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43" dur="indefinite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44" dur="indefinite"/>
                                            <p:tgtEl>
                                              <p:spTgt spid="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5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46" dur="indefinite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47" dur="indefinite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8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49" dur="indefinite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50" dur="indefinite"/>
                                            <p:tgtEl>
                                              <p:spTgt spid="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1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52" dur="indefinite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53" dur="indefinite"/>
                                            <p:tgtEl>
                                              <p:spTgt spid="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4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55" dur="indefinite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56" dur="indefinite"/>
                                            <p:tgtEl>
                                              <p:spTgt spid="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7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58" dur="indefinite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59" dur="indefinite"/>
                                            <p:tgtEl>
                                              <p:spTgt spid="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0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61" dur="indefinite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62" dur="indefinite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63" fill="hold">
                                <p:stCondLst>
                                  <p:cond delay="2040"/>
                                </p:stCondLst>
                                <p:childTnLst>
                                  <p:par>
                                    <p:cTn id="64" presetID="5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66" dur="5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7" dur="5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68" dur="500"/>
                                            <p:tgtEl>
                                              <p:spTgt spid="3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9" presetID="42" presetClass="path" presetSubtype="0" accel="50000" decel="5000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8.33333E-7 -7.40741E-7 L -8.33333E-7 0.3206 " pathEditMode="relative" rAng="0" ptsTypes="AA">
                                          <p:cBhvr>
                                            <p:cTn id="70" dur="500" spd="-1000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16019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71" fill="hold">
                                <p:stCondLst>
                                  <p:cond delay="2540"/>
                                </p:stCondLst>
                                <p:childTnLst>
                                  <p:par>
                                    <p:cTn id="72" presetID="6" presetClass="emph" presetSubtype="0" repeatCount="indefinite" autoRev="1" fill="hold" grpId="2" nodeType="afterEffect">
                                      <p:stCondLst>
                                        <p:cond delay="0"/>
                                      </p:stCondLst>
                                      <p:endCondLst>
                                        <p:cond evt="onNext" delay="0">
                                          <p:tgtEl>
                                            <p:sldTgt/>
                                          </p:tgtEl>
                                        </p:cond>
                                      </p:endCondLst>
                                      <p:childTnLst>
                                        <p:animScale>
                                          <p:cBhvr>
                                            <p:cTn id="73" dur="500" fill="hold"/>
                                            <p:tgtEl>
                                              <p:spTgt spid="33"/>
                                            </p:tgtEl>
                                          </p:cBhvr>
                                          <p:by x="90000" y="90000"/>
                                        </p:animScale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>
                    <p:cTn id="74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37"/>
                    </p:tgtEl>
                  </p:cMediaNode>
                </p:audio>
              </p:childTnLst>
            </p:cTn>
          </p:par>
        </p:tnLst>
        <p:bldLst>
          <p:bldP spid="2" grpId="0"/>
          <p:bldP spid="2" grpId="1"/>
          <p:bldP spid="8" grpId="0"/>
          <p:bldP spid="8" grpId="1"/>
          <p:bldP spid="7" grpId="0"/>
          <p:bldP spid="7" grpId="1"/>
          <p:bldP spid="6" grpId="0"/>
          <p:bldP spid="6" grpId="1"/>
          <p:bldP spid="5" grpId="0"/>
          <p:bldP spid="5" grpId="1"/>
          <p:bldP spid="4" grpId="0"/>
          <p:bldP spid="4" grpId="1"/>
          <p:bldP spid="3" grpId="0"/>
          <p:bldP spid="3" grpId="1"/>
          <p:bldP spid="33" grpId="0" animBg="1"/>
          <p:bldP spid="33" grpId="1" animBg="1"/>
          <p:bldP spid="33" grpId="2" animBg="1"/>
        </p:bldLst>
      </p:timing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C00000"/>
            </a:gs>
            <a:gs pos="100000">
              <a:schemeClr val="tx1">
                <a:lumMod val="85000"/>
                <a:lumOff val="15000"/>
              </a:schemeClr>
            </a:gs>
          </a:gsLst>
          <a:lin ang="81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7">
            <a:extLst>
              <a:ext uri="{FF2B5EF4-FFF2-40B4-BE49-F238E27FC236}">
                <a16:creationId xmlns:a16="http://schemas.microsoft.com/office/drawing/2014/main" id="{AF47984B-59F1-7176-A115-158B29114E0E}"/>
              </a:ext>
            </a:extLst>
          </p:cNvPr>
          <p:cNvSpPr txBox="1"/>
          <p:nvPr/>
        </p:nvSpPr>
        <p:spPr>
          <a:xfrm>
            <a:off x="8746332" y="-11965950"/>
            <a:ext cx="1005403" cy="16342935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9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8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7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5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4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3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2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1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</p:txBody>
      </p:sp>
      <p:sp>
        <p:nvSpPr>
          <p:cNvPr id="8" name="N6">
            <a:extLst>
              <a:ext uri="{FF2B5EF4-FFF2-40B4-BE49-F238E27FC236}">
                <a16:creationId xmlns:a16="http://schemas.microsoft.com/office/drawing/2014/main" id="{FE3BD9AB-7F50-A4B5-5F53-70354EF481F4}"/>
              </a:ext>
            </a:extLst>
          </p:cNvPr>
          <p:cNvSpPr txBox="1"/>
          <p:nvPr/>
        </p:nvSpPr>
        <p:spPr>
          <a:xfrm>
            <a:off x="7805114" y="2671817"/>
            <a:ext cx="1005403" cy="16342935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9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8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7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5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4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3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2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1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</p:txBody>
      </p:sp>
      <p:sp>
        <p:nvSpPr>
          <p:cNvPr id="7" name="N5">
            <a:extLst>
              <a:ext uri="{FF2B5EF4-FFF2-40B4-BE49-F238E27FC236}">
                <a16:creationId xmlns:a16="http://schemas.microsoft.com/office/drawing/2014/main" id="{D60E20A6-40DE-61FF-BC52-780641776D60}"/>
              </a:ext>
            </a:extLst>
          </p:cNvPr>
          <p:cNvSpPr txBox="1"/>
          <p:nvPr/>
        </p:nvSpPr>
        <p:spPr>
          <a:xfrm>
            <a:off x="6863896" y="-11965950"/>
            <a:ext cx="1005403" cy="16342935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9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8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7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5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4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3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2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1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</p:txBody>
      </p:sp>
      <p:sp>
        <p:nvSpPr>
          <p:cNvPr id="6" name="N4">
            <a:extLst>
              <a:ext uri="{FF2B5EF4-FFF2-40B4-BE49-F238E27FC236}">
                <a16:creationId xmlns:a16="http://schemas.microsoft.com/office/drawing/2014/main" id="{B55EA620-A448-2ACD-AF8D-A6933BC4F87F}"/>
              </a:ext>
            </a:extLst>
          </p:cNvPr>
          <p:cNvSpPr txBox="1"/>
          <p:nvPr/>
        </p:nvSpPr>
        <p:spPr>
          <a:xfrm>
            <a:off x="5546009" y="2671817"/>
            <a:ext cx="1005403" cy="16342935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9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8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7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5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4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3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2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1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</p:txBody>
      </p:sp>
      <p:sp>
        <p:nvSpPr>
          <p:cNvPr id="5" name="N3">
            <a:extLst>
              <a:ext uri="{FF2B5EF4-FFF2-40B4-BE49-F238E27FC236}">
                <a16:creationId xmlns:a16="http://schemas.microsoft.com/office/drawing/2014/main" id="{EAC23BB9-25AA-23D1-BBA8-4E96A8121B22}"/>
              </a:ext>
            </a:extLst>
          </p:cNvPr>
          <p:cNvSpPr txBox="1"/>
          <p:nvPr/>
        </p:nvSpPr>
        <p:spPr>
          <a:xfrm>
            <a:off x="4604791" y="-11965950"/>
            <a:ext cx="1005403" cy="16342935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9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8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7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5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4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3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2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1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</p:txBody>
      </p:sp>
      <p:sp>
        <p:nvSpPr>
          <p:cNvPr id="4" name="N2">
            <a:extLst>
              <a:ext uri="{FF2B5EF4-FFF2-40B4-BE49-F238E27FC236}">
                <a16:creationId xmlns:a16="http://schemas.microsoft.com/office/drawing/2014/main" id="{95EF8A55-2A5D-C739-62DE-9F54AB9D7812}"/>
              </a:ext>
            </a:extLst>
          </p:cNvPr>
          <p:cNvSpPr txBox="1"/>
          <p:nvPr/>
        </p:nvSpPr>
        <p:spPr>
          <a:xfrm>
            <a:off x="3663573" y="2671817"/>
            <a:ext cx="1005403" cy="16342935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9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8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7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5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4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3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2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1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</p:txBody>
      </p:sp>
      <p:sp>
        <p:nvSpPr>
          <p:cNvPr id="3" name="N1">
            <a:extLst>
              <a:ext uri="{FF2B5EF4-FFF2-40B4-BE49-F238E27FC236}">
                <a16:creationId xmlns:a16="http://schemas.microsoft.com/office/drawing/2014/main" id="{321860B9-DC15-351B-F334-054EAF2E4D85}"/>
              </a:ext>
            </a:extLst>
          </p:cNvPr>
          <p:cNvSpPr txBox="1"/>
          <p:nvPr/>
        </p:nvSpPr>
        <p:spPr>
          <a:xfrm>
            <a:off x="2446833" y="-11965950"/>
            <a:ext cx="1005403" cy="16342935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9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8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7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5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4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3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2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1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</p:txBody>
      </p:sp>
      <p:grpSp>
        <p:nvGrpSpPr>
          <p:cNvPr id="34" name="!!mascara">
            <a:extLst>
              <a:ext uri="{FF2B5EF4-FFF2-40B4-BE49-F238E27FC236}">
                <a16:creationId xmlns:a16="http://schemas.microsoft.com/office/drawing/2014/main" id="{C287DD8F-17E0-D7CA-89A4-3F01919A018C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 useBgFill="1">
          <p:nvSpPr>
            <p:cNvPr id="9" name="Forma Livre: Forma 8">
              <a:extLst>
                <a:ext uri="{FF2B5EF4-FFF2-40B4-BE49-F238E27FC236}">
                  <a16:creationId xmlns:a16="http://schemas.microsoft.com/office/drawing/2014/main" id="{43DD7F38-D131-0688-54CD-A4DDB6A95DE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0"/>
              <a:ext cx="12192000" cy="6858000"/>
            </a:xfrm>
            <a:custGeom>
              <a:avLst/>
              <a:gdLst>
                <a:gd name="connsiteX0" fmla="*/ 2566220 w 12192000"/>
                <a:gd name="connsiteY0" fmla="*/ 2632290 h 6858000"/>
                <a:gd name="connsiteX1" fmla="*/ 2322443 w 12192000"/>
                <a:gd name="connsiteY1" fmla="*/ 2876067 h 6858000"/>
                <a:gd name="connsiteX2" fmla="*/ 2322443 w 12192000"/>
                <a:gd name="connsiteY2" fmla="*/ 3851145 h 6858000"/>
                <a:gd name="connsiteX3" fmla="*/ 2566220 w 12192000"/>
                <a:gd name="connsiteY3" fmla="*/ 4094922 h 6858000"/>
                <a:gd name="connsiteX4" fmla="*/ 9625780 w 12192000"/>
                <a:gd name="connsiteY4" fmla="*/ 4094922 h 6858000"/>
                <a:gd name="connsiteX5" fmla="*/ 9869557 w 12192000"/>
                <a:gd name="connsiteY5" fmla="*/ 3851145 h 6858000"/>
                <a:gd name="connsiteX6" fmla="*/ 9869557 w 12192000"/>
                <a:gd name="connsiteY6" fmla="*/ 2876067 h 6858000"/>
                <a:gd name="connsiteX7" fmla="*/ 9625780 w 12192000"/>
                <a:gd name="connsiteY7" fmla="*/ 2632290 h 6858000"/>
                <a:gd name="connsiteX8" fmla="*/ 0 w 12192000"/>
                <a:gd name="connsiteY8" fmla="*/ 0 h 6858000"/>
                <a:gd name="connsiteX9" fmla="*/ 12192000 w 12192000"/>
                <a:gd name="connsiteY9" fmla="*/ 0 h 6858000"/>
                <a:gd name="connsiteX10" fmla="*/ 12192000 w 12192000"/>
                <a:gd name="connsiteY10" fmla="*/ 6858000 h 6858000"/>
                <a:gd name="connsiteX11" fmla="*/ 0 w 12192000"/>
                <a:gd name="connsiteY11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192000" h="6858000">
                  <a:moveTo>
                    <a:pt x="2566220" y="2632290"/>
                  </a:moveTo>
                  <a:cubicBezTo>
                    <a:pt x="2431586" y="2632290"/>
                    <a:pt x="2322443" y="2741433"/>
                    <a:pt x="2322443" y="2876067"/>
                  </a:cubicBezTo>
                  <a:lnTo>
                    <a:pt x="2322443" y="3851145"/>
                  </a:lnTo>
                  <a:cubicBezTo>
                    <a:pt x="2322443" y="3985779"/>
                    <a:pt x="2431586" y="4094922"/>
                    <a:pt x="2566220" y="4094922"/>
                  </a:cubicBezTo>
                  <a:lnTo>
                    <a:pt x="9625780" y="4094922"/>
                  </a:lnTo>
                  <a:cubicBezTo>
                    <a:pt x="9760414" y="4094922"/>
                    <a:pt x="9869557" y="3985779"/>
                    <a:pt x="9869557" y="3851145"/>
                  </a:cubicBezTo>
                  <a:lnTo>
                    <a:pt x="9869557" y="2876067"/>
                  </a:lnTo>
                  <a:cubicBezTo>
                    <a:pt x="9869557" y="2741433"/>
                    <a:pt x="9760414" y="2632290"/>
                    <a:pt x="9625780" y="2632290"/>
                  </a:cubicBezTo>
                  <a:close/>
                  <a:moveTo>
                    <a:pt x="0" y="0"/>
                  </a:moveTo>
                  <a:lnTo>
                    <a:pt x="12192000" y="0"/>
                  </a:lnTo>
                  <a:lnTo>
                    <a:pt x="12192000" y="6858000"/>
                  </a:lnTo>
                  <a:lnTo>
                    <a:pt x="0" y="6858000"/>
                  </a:lnTo>
                  <a:close/>
                </a:path>
              </a:pathLst>
            </a:custGeom>
            <a:ln>
              <a:noFill/>
            </a:ln>
            <a:effectLst>
              <a:outerShdw blurRad="3810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0" name="CaixaDeTexto 9">
              <a:extLst>
                <a:ext uri="{FF2B5EF4-FFF2-40B4-BE49-F238E27FC236}">
                  <a16:creationId xmlns:a16="http://schemas.microsoft.com/office/drawing/2014/main" id="{4014AAB1-279C-87A1-6A54-69E5927AF183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40326" y="330615"/>
              <a:ext cx="11111348" cy="985530"/>
            </a:xfrm>
            <a:prstGeom prst="roundRect">
              <a:avLst>
                <a:gd name="adj" fmla="val 26924"/>
              </a:avLst>
            </a:prstGeom>
            <a:solidFill>
              <a:srgbClr val="FFC000"/>
            </a:solidFill>
            <a:ln w="19050">
              <a:noFill/>
            </a:ln>
            <a:effectLst>
              <a:outerShdw blurRad="635000" dist="2540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 anchorCtr="1"/>
            <a:lstStyle>
              <a:defPPr>
                <a:defRPr lang="pt-BR"/>
              </a:defPPr>
              <a:lvl1pPr algn="ctr">
                <a:defRPr b="1">
                  <a:ln w="3175">
                    <a:noFill/>
                  </a:ln>
                  <a:solidFill>
                    <a:srgbClr val="FF0000"/>
                  </a:solidFill>
                  <a:latin typeface="Arial Narrow" panose="020B0606020202030204" pitchFamily="34" charset="0"/>
                  <a:ea typeface="Open Sans Extrabold" panose="020B0906030804020204" pitchFamily="34" charset="0"/>
                  <a:cs typeface="Arial" panose="020B0604020202020204" pitchFamily="34" charset="0"/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4400" b="1" i="0" u="none" strike="noStrike" kern="1200" cap="none" spc="600" normalizeH="0" baseline="0" noProof="0">
                  <a:ln w="3175"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Open Sans Extrabold" panose="020B0906030804020204" pitchFamily="34" charset="0"/>
                  <a:cs typeface="Arial" panose="020B0604020202020204" pitchFamily="34" charset="0"/>
                </a:rPr>
                <a:t>VOCÊ ERROU!</a:t>
              </a:r>
            </a:p>
          </p:txBody>
        </p:sp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6893B8BF-F8F5-DB56-E87C-8ED5CBA7FCB6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226072" y="2180704"/>
              <a:ext cx="206883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24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Arial" panose="020B0604020202020204" pitchFamily="34" charset="0"/>
                </a:rPr>
                <a:t>Você ganhou:</a:t>
              </a:r>
            </a:p>
          </p:txBody>
        </p:sp>
        <p:sp>
          <p:nvSpPr>
            <p:cNvPr id="12" name="CaixaDeTexto 11">
              <a:extLst>
                <a:ext uri="{FF2B5EF4-FFF2-40B4-BE49-F238E27FC236}">
                  <a16:creationId xmlns:a16="http://schemas.microsoft.com/office/drawing/2014/main" id="{E77C9F72-334E-862C-ACF5-323EF2E8C72C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667254" y="2555761"/>
              <a:ext cx="64472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28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R$</a:t>
              </a:r>
            </a:p>
          </p:txBody>
        </p:sp>
        <p:sp>
          <p:nvSpPr>
            <p:cNvPr id="13" name="Elipse 12">
              <a:extLst>
                <a:ext uri="{FF2B5EF4-FFF2-40B4-BE49-F238E27FC236}">
                  <a16:creationId xmlns:a16="http://schemas.microsoft.com/office/drawing/2014/main" id="{D879FEC9-3C93-4084-1DC0-039C3A2FA1A8}"/>
                </a:ext>
              </a:extLst>
            </p:cNvPr>
            <p:cNvSpPr>
              <a:spLocks noGrp="1" noRot="1" noChangeAspect="1" noMove="1" noResize="1" noEditPoints="1" noAdjustHandles="1" noChangeArrowheads="1" noChangeShapeType="1"/>
            </p:cNvSpPr>
            <p:nvPr/>
          </p:nvSpPr>
          <p:spPr>
            <a:xfrm>
              <a:off x="3480684" y="3646074"/>
              <a:ext cx="180000" cy="180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4" name="Elipse 13">
              <a:extLst>
                <a:ext uri="{FF2B5EF4-FFF2-40B4-BE49-F238E27FC236}">
                  <a16:creationId xmlns:a16="http://schemas.microsoft.com/office/drawing/2014/main" id="{4014B435-FE21-6F3F-D0A3-96A450E125B7}"/>
                </a:ext>
              </a:extLst>
            </p:cNvPr>
            <p:cNvSpPr>
              <a:spLocks noGrp="1" noRot="1" noChangeAspect="1" noMove="1" noResize="1" noEditPoints="1" noAdjustHandles="1" noChangeArrowheads="1" noChangeShapeType="1"/>
            </p:cNvSpPr>
            <p:nvPr/>
          </p:nvSpPr>
          <p:spPr>
            <a:xfrm>
              <a:off x="6610570" y="3646074"/>
              <a:ext cx="180000" cy="180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grpSp>
        <p:nvGrpSpPr>
          <p:cNvPr id="15" name="barra de progresso">
            <a:extLst>
              <a:ext uri="{FF2B5EF4-FFF2-40B4-BE49-F238E27FC236}">
                <a16:creationId xmlns:a16="http://schemas.microsoft.com/office/drawing/2014/main" id="{D7DF4F7E-B4C8-F5D8-B5B0-9D68AE4528F9}"/>
              </a:ext>
            </a:extLst>
          </p:cNvPr>
          <p:cNvGrpSpPr/>
          <p:nvPr/>
        </p:nvGrpSpPr>
        <p:grpSpPr>
          <a:xfrm>
            <a:off x="540326" y="6168042"/>
            <a:ext cx="11111348" cy="216000"/>
            <a:chOff x="540326" y="6168042"/>
            <a:chExt cx="11111348" cy="216000"/>
          </a:xfrm>
        </p:grpSpPr>
        <p:sp useBgFill="1">
          <p:nvSpPr>
            <p:cNvPr id="16" name="Retângulo: Cantos Arredondados 15">
              <a:extLst>
                <a:ext uri="{FF2B5EF4-FFF2-40B4-BE49-F238E27FC236}">
                  <a16:creationId xmlns:a16="http://schemas.microsoft.com/office/drawing/2014/main" id="{645F6494-8FFC-74C9-3BEE-6344C16689C9}"/>
                </a:ext>
              </a:extLst>
            </p:cNvPr>
            <p:cNvSpPr/>
            <p:nvPr/>
          </p:nvSpPr>
          <p:spPr>
            <a:xfrm>
              <a:off x="540326" y="6168042"/>
              <a:ext cx="540000" cy="216000"/>
            </a:xfrm>
            <a:prstGeom prst="roundRect">
              <a:avLst>
                <a:gd name="adj" fmla="val 50000"/>
              </a:avLst>
            </a:prstGeom>
            <a:ln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17" name="Retângulo: Cantos Arredondados 16">
              <a:extLst>
                <a:ext uri="{FF2B5EF4-FFF2-40B4-BE49-F238E27FC236}">
                  <a16:creationId xmlns:a16="http://schemas.microsoft.com/office/drawing/2014/main" id="{D0360543-989E-44E5-018D-E2B5E5E7950A}"/>
                </a:ext>
              </a:extLst>
            </p:cNvPr>
            <p:cNvSpPr/>
            <p:nvPr/>
          </p:nvSpPr>
          <p:spPr>
            <a:xfrm>
              <a:off x="1245083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18" name="Retângulo: Cantos Arredondados 17">
              <a:extLst>
                <a:ext uri="{FF2B5EF4-FFF2-40B4-BE49-F238E27FC236}">
                  <a16:creationId xmlns:a16="http://schemas.microsoft.com/office/drawing/2014/main" id="{832CD0D4-B00B-66F6-AC8B-2047BB5D1C88}"/>
                </a:ext>
              </a:extLst>
            </p:cNvPr>
            <p:cNvSpPr/>
            <p:nvPr/>
          </p:nvSpPr>
          <p:spPr>
            <a:xfrm>
              <a:off x="1949840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19" name="Retângulo: Cantos Arredondados 18">
              <a:extLst>
                <a:ext uri="{FF2B5EF4-FFF2-40B4-BE49-F238E27FC236}">
                  <a16:creationId xmlns:a16="http://schemas.microsoft.com/office/drawing/2014/main" id="{09C5ED91-4829-2188-7144-57BB65B5895C}"/>
                </a:ext>
              </a:extLst>
            </p:cNvPr>
            <p:cNvSpPr/>
            <p:nvPr/>
          </p:nvSpPr>
          <p:spPr>
            <a:xfrm>
              <a:off x="2654597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20" name="Retângulo: Cantos Arredondados 19">
              <a:extLst>
                <a:ext uri="{FF2B5EF4-FFF2-40B4-BE49-F238E27FC236}">
                  <a16:creationId xmlns:a16="http://schemas.microsoft.com/office/drawing/2014/main" id="{B5F9D68A-2A87-C90C-1D98-7737129DB43B}"/>
                </a:ext>
              </a:extLst>
            </p:cNvPr>
            <p:cNvSpPr/>
            <p:nvPr/>
          </p:nvSpPr>
          <p:spPr>
            <a:xfrm>
              <a:off x="3359354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21" name="Retângulo: Cantos Arredondados 20">
              <a:extLst>
                <a:ext uri="{FF2B5EF4-FFF2-40B4-BE49-F238E27FC236}">
                  <a16:creationId xmlns:a16="http://schemas.microsoft.com/office/drawing/2014/main" id="{A3EAB60E-42B2-0210-E6AD-787A54CF5E6B}"/>
                </a:ext>
              </a:extLst>
            </p:cNvPr>
            <p:cNvSpPr/>
            <p:nvPr/>
          </p:nvSpPr>
          <p:spPr>
            <a:xfrm>
              <a:off x="4064111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22" name="Retângulo: Cantos Arredondados 21">
              <a:extLst>
                <a:ext uri="{FF2B5EF4-FFF2-40B4-BE49-F238E27FC236}">
                  <a16:creationId xmlns:a16="http://schemas.microsoft.com/office/drawing/2014/main" id="{7805FE38-3DA6-AA69-5A21-5FDF35D7E06F}"/>
                </a:ext>
              </a:extLst>
            </p:cNvPr>
            <p:cNvSpPr/>
            <p:nvPr/>
          </p:nvSpPr>
          <p:spPr>
            <a:xfrm>
              <a:off x="4768868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23" name="Retângulo: Cantos Arredondados 22">
              <a:extLst>
                <a:ext uri="{FF2B5EF4-FFF2-40B4-BE49-F238E27FC236}">
                  <a16:creationId xmlns:a16="http://schemas.microsoft.com/office/drawing/2014/main" id="{2F3233F8-5476-5095-85DB-1E53D02FFF73}"/>
                </a:ext>
              </a:extLst>
            </p:cNvPr>
            <p:cNvSpPr/>
            <p:nvPr/>
          </p:nvSpPr>
          <p:spPr>
            <a:xfrm>
              <a:off x="5473625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24" name="Retângulo: Cantos Arredondados 23">
              <a:extLst>
                <a:ext uri="{FF2B5EF4-FFF2-40B4-BE49-F238E27FC236}">
                  <a16:creationId xmlns:a16="http://schemas.microsoft.com/office/drawing/2014/main" id="{BE1456AE-ED2B-72A9-D02A-1CD0F978D85D}"/>
                </a:ext>
              </a:extLst>
            </p:cNvPr>
            <p:cNvSpPr/>
            <p:nvPr/>
          </p:nvSpPr>
          <p:spPr>
            <a:xfrm>
              <a:off x="6178382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25" name="Retângulo: Cantos Arredondados 24">
              <a:extLst>
                <a:ext uri="{FF2B5EF4-FFF2-40B4-BE49-F238E27FC236}">
                  <a16:creationId xmlns:a16="http://schemas.microsoft.com/office/drawing/2014/main" id="{4755B973-D05B-1281-55E7-74B61C8A4505}"/>
                </a:ext>
              </a:extLst>
            </p:cNvPr>
            <p:cNvSpPr/>
            <p:nvPr/>
          </p:nvSpPr>
          <p:spPr>
            <a:xfrm>
              <a:off x="6883139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26" name="Retângulo: Cantos Arredondados 25">
              <a:extLst>
                <a:ext uri="{FF2B5EF4-FFF2-40B4-BE49-F238E27FC236}">
                  <a16:creationId xmlns:a16="http://schemas.microsoft.com/office/drawing/2014/main" id="{23BB2712-A117-128D-132B-22540621C404}"/>
                </a:ext>
              </a:extLst>
            </p:cNvPr>
            <p:cNvSpPr/>
            <p:nvPr/>
          </p:nvSpPr>
          <p:spPr>
            <a:xfrm>
              <a:off x="7587896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27" name="Retângulo: Cantos Arredondados 26">
              <a:extLst>
                <a:ext uri="{FF2B5EF4-FFF2-40B4-BE49-F238E27FC236}">
                  <a16:creationId xmlns:a16="http://schemas.microsoft.com/office/drawing/2014/main" id="{1F3E133E-5E8D-EA78-A60D-62DE8FA3C825}"/>
                </a:ext>
              </a:extLst>
            </p:cNvPr>
            <p:cNvSpPr/>
            <p:nvPr/>
          </p:nvSpPr>
          <p:spPr>
            <a:xfrm>
              <a:off x="8292653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28" name="Retângulo: Cantos Arredondados 27">
              <a:extLst>
                <a:ext uri="{FF2B5EF4-FFF2-40B4-BE49-F238E27FC236}">
                  <a16:creationId xmlns:a16="http://schemas.microsoft.com/office/drawing/2014/main" id="{52F08055-4C07-9D7D-B51F-6C5520201AFF}"/>
                </a:ext>
              </a:extLst>
            </p:cNvPr>
            <p:cNvSpPr/>
            <p:nvPr/>
          </p:nvSpPr>
          <p:spPr>
            <a:xfrm>
              <a:off x="8997410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29" name="Retângulo: Cantos Arredondados 28">
              <a:extLst>
                <a:ext uri="{FF2B5EF4-FFF2-40B4-BE49-F238E27FC236}">
                  <a16:creationId xmlns:a16="http://schemas.microsoft.com/office/drawing/2014/main" id="{915F56B7-CB97-B128-3798-360BFADDFBFE}"/>
                </a:ext>
              </a:extLst>
            </p:cNvPr>
            <p:cNvSpPr/>
            <p:nvPr/>
          </p:nvSpPr>
          <p:spPr>
            <a:xfrm>
              <a:off x="9702167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30" name="Retângulo: Cantos Arredondados 29">
              <a:extLst>
                <a:ext uri="{FF2B5EF4-FFF2-40B4-BE49-F238E27FC236}">
                  <a16:creationId xmlns:a16="http://schemas.microsoft.com/office/drawing/2014/main" id="{6422418E-AA0B-8E26-FC84-D410772659AF}"/>
                </a:ext>
              </a:extLst>
            </p:cNvPr>
            <p:cNvSpPr/>
            <p:nvPr/>
          </p:nvSpPr>
          <p:spPr>
            <a:xfrm>
              <a:off x="10406924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31" name="Retângulo: Cantos Arredondados 30">
              <a:extLst>
                <a:ext uri="{FF2B5EF4-FFF2-40B4-BE49-F238E27FC236}">
                  <a16:creationId xmlns:a16="http://schemas.microsoft.com/office/drawing/2014/main" id="{E640292C-BE19-1E3C-A127-339B803D0EC0}"/>
                </a:ext>
              </a:extLst>
            </p:cNvPr>
            <p:cNvSpPr/>
            <p:nvPr/>
          </p:nvSpPr>
          <p:spPr>
            <a:xfrm>
              <a:off x="11111674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pic>
        <p:nvPicPr>
          <p:cNvPr id="32" name="emoji">
            <a:extLst>
              <a:ext uri="{FF2B5EF4-FFF2-40B4-BE49-F238E27FC236}">
                <a16:creationId xmlns:a16="http://schemas.microsoft.com/office/drawing/2014/main" id="{D5E21F0E-C48A-B95C-AD66-20556A0DDDF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343083" y="1938181"/>
            <a:ext cx="1085856" cy="1085856"/>
          </a:xfrm>
          <a:prstGeom prst="rect">
            <a:avLst/>
          </a:prstGeom>
          <a:effectLst>
            <a:outerShdw blurRad="635000" dist="190500" dir="2700000" algn="tl" rotWithShape="0">
              <a:prstClr val="black">
                <a:alpha val="60000"/>
              </a:prstClr>
            </a:outerShdw>
          </a:effectLst>
        </p:spPr>
      </p:pic>
      <p:pic>
        <p:nvPicPr>
          <p:cNvPr id="37" name="que pena, vc errou">
            <a:hlinkClick r:id="" action="ppaction://media"/>
            <a:extLst>
              <a:ext uri="{FF2B5EF4-FFF2-40B4-BE49-F238E27FC236}">
                <a16:creationId xmlns:a16="http://schemas.microsoft.com/office/drawing/2014/main" id="{E7877330-4976-EF07-7A6B-DC501CA5A40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-772973" y="206871"/>
            <a:ext cx="509587" cy="509587"/>
          </a:xfrm>
          <a:prstGeom prst="rect">
            <a:avLst/>
          </a:prstGeom>
        </p:spPr>
      </p:pic>
      <p:sp>
        <p:nvSpPr>
          <p:cNvPr id="33" name="Botaão Próxima">
            <a:hlinkClick r:id="rId7" action="ppaction://hlinksldjump"/>
            <a:extLst>
              <a:ext uri="{FF2B5EF4-FFF2-40B4-BE49-F238E27FC236}">
                <a16:creationId xmlns:a16="http://schemas.microsoft.com/office/drawing/2014/main" id="{53474A7E-3077-C8C5-1005-C2DA17EEE819}"/>
              </a:ext>
            </a:extLst>
          </p:cNvPr>
          <p:cNvSpPr/>
          <p:nvPr/>
        </p:nvSpPr>
        <p:spPr>
          <a:xfrm>
            <a:off x="9051455" y="5367405"/>
            <a:ext cx="2330219" cy="540000"/>
          </a:xfrm>
          <a:prstGeom prst="roundRect">
            <a:avLst/>
          </a:prstGeom>
          <a:gradFill flip="none" rotWithShape="1">
            <a:gsLst>
              <a:gs pos="0">
                <a:schemeClr val="accent6"/>
              </a:gs>
              <a:gs pos="59000">
                <a:schemeClr val="accent6">
                  <a:lumMod val="75000"/>
                </a:schemeClr>
              </a:gs>
              <a:gs pos="100000">
                <a:schemeClr val="accent6">
                  <a:lumMod val="50000"/>
                </a:schemeClr>
              </a:gs>
            </a:gsLst>
            <a:lin ang="19200000" scaled="0"/>
            <a:tileRect/>
          </a:gradFill>
          <a:ln w="19050">
            <a:solidFill>
              <a:schemeClr val="bg1"/>
            </a:solidFill>
          </a:ln>
          <a:effectLst>
            <a:outerShdw blurRad="381000" dist="1270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rIns="108000" rtlCol="0" anchor="ctr"/>
          <a:lstStyle/>
          <a:p>
            <a:pPr algn="ctr"/>
            <a:r>
              <a:rPr lang="pt-BR" sz="1400" b="1" dirty="0">
                <a:ln w="3175">
                  <a:noFill/>
                </a:ln>
                <a:effectLst>
                  <a:outerShdw blurRad="1270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Arial" panose="020B0604020202020204" pitchFamily="34" charset="0"/>
                <a:ea typeface="Open Sans Extrabold" panose="020B0906030804020204" pitchFamily="34" charset="0"/>
                <a:cs typeface="Arial" panose="020B0604020202020204" pitchFamily="34" charset="0"/>
              </a:rPr>
              <a:t>Voltar</a:t>
            </a:r>
          </a:p>
        </p:txBody>
      </p:sp>
    </p:spTree>
    <p:extLst>
      <p:ext uri="{BB962C8B-B14F-4D97-AF65-F5344CB8AC3E}">
        <p14:creationId xmlns:p14="http://schemas.microsoft.com/office/powerpoint/2010/main" val="351723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2040" fill="hold"/>
                                            <p:tgtEl>
                                              <p:spTgt spid="37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  <p:par>
                                    <p:cTn id="7" presetID="2" presetClass="entr" presetSubtype="4" fill="hold" grpId="0" nodeType="with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9" dur="20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10" dur="20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1" presetID="2" presetClass="entr" presetSubtype="1" fill="hold" grpId="0" nodeType="with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13" dur="20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14" dur="20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5" presetID="2" presetClass="entr" presetSubtype="4" fill="hold" grpId="0" nodeType="with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17" dur="20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18" dur="20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9" presetID="2" presetClass="entr" presetSubtype="1" fill="hold" grpId="0" nodeType="with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21" dur="20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22" dur="20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3" presetID="2" presetClass="entr" presetSubtype="4" fill="hold" grpId="0" nodeType="with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25" dur="20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26" dur="20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7" presetID="2" presetClass="entr" presetSubtype="1" fill="hold" grpId="0" nodeType="with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29" dur="20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30" dur="20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1" presetID="2" presetClass="entr" presetSubtype="4" fill="hold" grpId="0" nodeType="with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33" dur="20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34" dur="20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5" presetID="23" presetClass="entr" presetSubtype="32" fill="hold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7" dur="5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4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8" dur="5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4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9" presetID="22" presetClass="entr" presetSubtype="8" fill="hold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4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41" dur="1000"/>
                                            <p:tgtEl>
                                              <p:spTgt spid="1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2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43" dur="indefinite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44" dur="indefinite"/>
                                            <p:tgtEl>
                                              <p:spTgt spid="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5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46" dur="indefinite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47" dur="indefinite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8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49" dur="indefinite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50" dur="indefinite"/>
                                            <p:tgtEl>
                                              <p:spTgt spid="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1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52" dur="indefinite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53" dur="indefinite"/>
                                            <p:tgtEl>
                                              <p:spTgt spid="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4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55" dur="indefinite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56" dur="indefinite"/>
                                            <p:tgtEl>
                                              <p:spTgt spid="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7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58" dur="indefinite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59" dur="indefinite"/>
                                            <p:tgtEl>
                                              <p:spTgt spid="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0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61" dur="indefinite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62" dur="indefinite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63" fill="hold">
                                <p:stCondLst>
                                  <p:cond delay="2040"/>
                                </p:stCondLst>
                                <p:childTnLst>
                                  <p:par>
                                    <p:cTn id="64" presetID="5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66" dur="5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7" dur="5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68" dur="500"/>
                                            <p:tgtEl>
                                              <p:spTgt spid="3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9" presetID="42" presetClass="path" presetSubtype="0" accel="50000" decel="5000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8.33333E-7 -7.40741E-7 L -8.33333E-7 0.3206 " pathEditMode="relative" rAng="0" ptsTypes="AA">
                                          <p:cBhvr>
                                            <p:cTn id="70" dur="500" spd="-1000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16019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71" fill="hold">
                                <p:stCondLst>
                                  <p:cond delay="2540"/>
                                </p:stCondLst>
                                <p:childTnLst>
                                  <p:par>
                                    <p:cTn id="72" presetID="6" presetClass="emph" presetSubtype="0" repeatCount="indefinite" autoRev="1" fill="hold" grpId="2" nodeType="afterEffect">
                                      <p:stCondLst>
                                        <p:cond delay="0"/>
                                      </p:stCondLst>
                                      <p:endCondLst>
                                        <p:cond evt="onNext" delay="0">
                                          <p:tgtEl>
                                            <p:sldTgt/>
                                          </p:tgtEl>
                                        </p:cond>
                                      </p:endCondLst>
                                      <p:childTnLst>
                                        <p:animScale>
                                          <p:cBhvr>
                                            <p:cTn id="73" dur="500" fill="hold"/>
                                            <p:tgtEl>
                                              <p:spTgt spid="33"/>
                                            </p:tgtEl>
                                          </p:cBhvr>
                                          <p:by x="90000" y="90000"/>
                                        </p:animScale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>
                    <p:cTn id="74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37"/>
                    </p:tgtEl>
                  </p:cMediaNode>
                </p:audio>
              </p:childTnLst>
            </p:cTn>
          </p:par>
        </p:tnLst>
        <p:bldLst>
          <p:bldP spid="2" grpId="0"/>
          <p:bldP spid="2" grpId="1"/>
          <p:bldP spid="8" grpId="0"/>
          <p:bldP spid="8" grpId="1"/>
          <p:bldP spid="7" grpId="0"/>
          <p:bldP spid="7" grpId="1"/>
          <p:bldP spid="6" grpId="0"/>
          <p:bldP spid="6" grpId="1"/>
          <p:bldP spid="5" grpId="0"/>
          <p:bldP spid="5" grpId="1"/>
          <p:bldP spid="4" grpId="0"/>
          <p:bldP spid="4" grpId="1"/>
          <p:bldP spid="3" grpId="0"/>
          <p:bldP spid="3" grpId="1"/>
          <p:bldP spid="33" grpId="0" animBg="1"/>
          <p:bldP spid="33" grpId="1" animBg="1"/>
          <p:bldP spid="33" grpId="2" animBg="1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2040" fill="hold"/>
                                            <p:tgtEl>
                                              <p:spTgt spid="37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  <p:par>
                                    <p:cTn id="7" presetID="2" presetClass="entr" presetSubtype="4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9" dur="20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0" dur="20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1" presetID="2" presetClass="entr" presetSubtype="1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3" dur="20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4" dur="20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5" presetID="2" presetClass="entr" presetSubtype="4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7" dur="20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8" dur="20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9" presetID="2" presetClass="entr" presetSubtype="1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1" dur="20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2" dur="20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3" presetID="2" presetClass="entr" presetSubtype="4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5" dur="20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6" dur="20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7" presetID="2" presetClass="entr" presetSubtype="1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9" dur="20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0" dur="20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1" presetID="2" presetClass="entr" presetSubtype="4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3" dur="20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4" dur="20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5" presetID="23" presetClass="entr" presetSubtype="32" fill="hold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7" dur="5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4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8" dur="5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4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9" presetID="22" presetClass="entr" presetSubtype="8" fill="hold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4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41" dur="1000"/>
                                            <p:tgtEl>
                                              <p:spTgt spid="1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2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43" dur="indefinite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44" dur="indefinite"/>
                                            <p:tgtEl>
                                              <p:spTgt spid="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5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46" dur="indefinite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47" dur="indefinite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8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49" dur="indefinite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50" dur="indefinite"/>
                                            <p:tgtEl>
                                              <p:spTgt spid="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1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52" dur="indefinite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53" dur="indefinite"/>
                                            <p:tgtEl>
                                              <p:spTgt spid="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4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55" dur="indefinite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56" dur="indefinite"/>
                                            <p:tgtEl>
                                              <p:spTgt spid="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7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58" dur="indefinite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59" dur="indefinite"/>
                                            <p:tgtEl>
                                              <p:spTgt spid="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0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61" dur="indefinite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62" dur="indefinite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63" fill="hold">
                                <p:stCondLst>
                                  <p:cond delay="2040"/>
                                </p:stCondLst>
                                <p:childTnLst>
                                  <p:par>
                                    <p:cTn id="64" presetID="5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66" dur="5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7" dur="5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68" dur="500"/>
                                            <p:tgtEl>
                                              <p:spTgt spid="3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9" presetID="42" presetClass="path" presetSubtype="0" accel="50000" decel="5000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8.33333E-7 -7.40741E-7 L -8.33333E-7 0.3206 " pathEditMode="relative" rAng="0" ptsTypes="AA">
                                          <p:cBhvr>
                                            <p:cTn id="70" dur="500" spd="-1000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16019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71" fill="hold">
                                <p:stCondLst>
                                  <p:cond delay="2540"/>
                                </p:stCondLst>
                                <p:childTnLst>
                                  <p:par>
                                    <p:cTn id="72" presetID="6" presetClass="emph" presetSubtype="0" repeatCount="indefinite" autoRev="1" fill="hold" grpId="2" nodeType="afterEffect">
                                      <p:stCondLst>
                                        <p:cond delay="0"/>
                                      </p:stCondLst>
                                      <p:endCondLst>
                                        <p:cond evt="onNext" delay="0">
                                          <p:tgtEl>
                                            <p:sldTgt/>
                                          </p:tgtEl>
                                        </p:cond>
                                      </p:endCondLst>
                                      <p:childTnLst>
                                        <p:animScale>
                                          <p:cBhvr>
                                            <p:cTn id="73" dur="500" fill="hold"/>
                                            <p:tgtEl>
                                              <p:spTgt spid="33"/>
                                            </p:tgtEl>
                                          </p:cBhvr>
                                          <p:by x="90000" y="90000"/>
                                        </p:animScale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>
                    <p:cTn id="74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37"/>
                    </p:tgtEl>
                  </p:cMediaNode>
                </p:audio>
              </p:childTnLst>
            </p:cTn>
          </p:par>
        </p:tnLst>
        <p:bldLst>
          <p:bldP spid="2" grpId="0"/>
          <p:bldP spid="2" grpId="1"/>
          <p:bldP spid="8" grpId="0"/>
          <p:bldP spid="8" grpId="1"/>
          <p:bldP spid="7" grpId="0"/>
          <p:bldP spid="7" grpId="1"/>
          <p:bldP spid="6" grpId="0"/>
          <p:bldP spid="6" grpId="1"/>
          <p:bldP spid="5" grpId="0"/>
          <p:bldP spid="5" grpId="1"/>
          <p:bldP spid="4" grpId="0"/>
          <p:bldP spid="4" grpId="1"/>
          <p:bldP spid="3" grpId="0"/>
          <p:bldP spid="3" grpId="1"/>
          <p:bldP spid="33" grpId="0" animBg="1"/>
          <p:bldP spid="33" grpId="1" animBg="1"/>
          <p:bldP spid="33" grpId="2" animBg="1"/>
        </p:bldLst>
      </p:timing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C00000"/>
            </a:gs>
            <a:gs pos="100000">
              <a:schemeClr val="tx1">
                <a:lumMod val="85000"/>
                <a:lumOff val="15000"/>
              </a:schemeClr>
            </a:gs>
          </a:gsLst>
          <a:lin ang="81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7">
            <a:extLst>
              <a:ext uri="{FF2B5EF4-FFF2-40B4-BE49-F238E27FC236}">
                <a16:creationId xmlns:a16="http://schemas.microsoft.com/office/drawing/2014/main" id="{AF47984B-59F1-7176-A115-158B29114E0E}"/>
              </a:ext>
            </a:extLst>
          </p:cNvPr>
          <p:cNvSpPr txBox="1"/>
          <p:nvPr/>
        </p:nvSpPr>
        <p:spPr>
          <a:xfrm>
            <a:off x="8746332" y="-11965950"/>
            <a:ext cx="1005403" cy="16342935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9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8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7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5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4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3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2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1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</p:txBody>
      </p:sp>
      <p:sp>
        <p:nvSpPr>
          <p:cNvPr id="8" name="N6">
            <a:extLst>
              <a:ext uri="{FF2B5EF4-FFF2-40B4-BE49-F238E27FC236}">
                <a16:creationId xmlns:a16="http://schemas.microsoft.com/office/drawing/2014/main" id="{FE3BD9AB-7F50-A4B5-5F53-70354EF481F4}"/>
              </a:ext>
            </a:extLst>
          </p:cNvPr>
          <p:cNvSpPr txBox="1"/>
          <p:nvPr/>
        </p:nvSpPr>
        <p:spPr>
          <a:xfrm>
            <a:off x="7805114" y="2671817"/>
            <a:ext cx="1005403" cy="16342935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9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8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7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5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4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3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2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1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</p:txBody>
      </p:sp>
      <p:sp>
        <p:nvSpPr>
          <p:cNvPr id="7" name="N5">
            <a:extLst>
              <a:ext uri="{FF2B5EF4-FFF2-40B4-BE49-F238E27FC236}">
                <a16:creationId xmlns:a16="http://schemas.microsoft.com/office/drawing/2014/main" id="{D60E20A6-40DE-61FF-BC52-780641776D60}"/>
              </a:ext>
            </a:extLst>
          </p:cNvPr>
          <p:cNvSpPr txBox="1"/>
          <p:nvPr/>
        </p:nvSpPr>
        <p:spPr>
          <a:xfrm>
            <a:off x="6863896" y="-11965950"/>
            <a:ext cx="1005403" cy="16342935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9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8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7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5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4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3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2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1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</p:txBody>
      </p:sp>
      <p:sp>
        <p:nvSpPr>
          <p:cNvPr id="6" name="N4">
            <a:extLst>
              <a:ext uri="{FF2B5EF4-FFF2-40B4-BE49-F238E27FC236}">
                <a16:creationId xmlns:a16="http://schemas.microsoft.com/office/drawing/2014/main" id="{B55EA620-A448-2ACD-AF8D-A6933BC4F87F}"/>
              </a:ext>
            </a:extLst>
          </p:cNvPr>
          <p:cNvSpPr txBox="1"/>
          <p:nvPr/>
        </p:nvSpPr>
        <p:spPr>
          <a:xfrm>
            <a:off x="5546009" y="2671817"/>
            <a:ext cx="1005403" cy="16342935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9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8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7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5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4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3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2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1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</p:txBody>
      </p:sp>
      <p:sp>
        <p:nvSpPr>
          <p:cNvPr id="5" name="N3">
            <a:extLst>
              <a:ext uri="{FF2B5EF4-FFF2-40B4-BE49-F238E27FC236}">
                <a16:creationId xmlns:a16="http://schemas.microsoft.com/office/drawing/2014/main" id="{EAC23BB9-25AA-23D1-BBA8-4E96A8121B22}"/>
              </a:ext>
            </a:extLst>
          </p:cNvPr>
          <p:cNvSpPr txBox="1"/>
          <p:nvPr/>
        </p:nvSpPr>
        <p:spPr>
          <a:xfrm>
            <a:off x="4604791" y="-11965950"/>
            <a:ext cx="1005403" cy="16342935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9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8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7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5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4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3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2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1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</p:txBody>
      </p:sp>
      <p:sp>
        <p:nvSpPr>
          <p:cNvPr id="4" name="N2">
            <a:extLst>
              <a:ext uri="{FF2B5EF4-FFF2-40B4-BE49-F238E27FC236}">
                <a16:creationId xmlns:a16="http://schemas.microsoft.com/office/drawing/2014/main" id="{95EF8A55-2A5D-C739-62DE-9F54AB9D7812}"/>
              </a:ext>
            </a:extLst>
          </p:cNvPr>
          <p:cNvSpPr txBox="1"/>
          <p:nvPr/>
        </p:nvSpPr>
        <p:spPr>
          <a:xfrm>
            <a:off x="3663573" y="2671817"/>
            <a:ext cx="1005403" cy="16342935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9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8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7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5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4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3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2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1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</p:txBody>
      </p:sp>
      <p:sp>
        <p:nvSpPr>
          <p:cNvPr id="3" name="N1">
            <a:extLst>
              <a:ext uri="{FF2B5EF4-FFF2-40B4-BE49-F238E27FC236}">
                <a16:creationId xmlns:a16="http://schemas.microsoft.com/office/drawing/2014/main" id="{321860B9-DC15-351B-F334-054EAF2E4D85}"/>
              </a:ext>
            </a:extLst>
          </p:cNvPr>
          <p:cNvSpPr txBox="1"/>
          <p:nvPr/>
        </p:nvSpPr>
        <p:spPr>
          <a:xfrm>
            <a:off x="2446833" y="-11965950"/>
            <a:ext cx="1005403" cy="16342935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9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8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7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5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4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3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2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1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</p:txBody>
      </p:sp>
      <p:grpSp>
        <p:nvGrpSpPr>
          <p:cNvPr id="34" name="!!mascara">
            <a:extLst>
              <a:ext uri="{FF2B5EF4-FFF2-40B4-BE49-F238E27FC236}">
                <a16:creationId xmlns:a16="http://schemas.microsoft.com/office/drawing/2014/main" id="{C287DD8F-17E0-D7CA-89A4-3F01919A018C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 useBgFill="1">
          <p:nvSpPr>
            <p:cNvPr id="9" name="Forma Livre: Forma 8">
              <a:extLst>
                <a:ext uri="{FF2B5EF4-FFF2-40B4-BE49-F238E27FC236}">
                  <a16:creationId xmlns:a16="http://schemas.microsoft.com/office/drawing/2014/main" id="{43DD7F38-D131-0688-54CD-A4DDB6A95DE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0"/>
              <a:ext cx="12192000" cy="6858000"/>
            </a:xfrm>
            <a:custGeom>
              <a:avLst/>
              <a:gdLst>
                <a:gd name="connsiteX0" fmla="*/ 2566220 w 12192000"/>
                <a:gd name="connsiteY0" fmla="*/ 2632290 h 6858000"/>
                <a:gd name="connsiteX1" fmla="*/ 2322443 w 12192000"/>
                <a:gd name="connsiteY1" fmla="*/ 2876067 h 6858000"/>
                <a:gd name="connsiteX2" fmla="*/ 2322443 w 12192000"/>
                <a:gd name="connsiteY2" fmla="*/ 3851145 h 6858000"/>
                <a:gd name="connsiteX3" fmla="*/ 2566220 w 12192000"/>
                <a:gd name="connsiteY3" fmla="*/ 4094922 h 6858000"/>
                <a:gd name="connsiteX4" fmla="*/ 9625780 w 12192000"/>
                <a:gd name="connsiteY4" fmla="*/ 4094922 h 6858000"/>
                <a:gd name="connsiteX5" fmla="*/ 9869557 w 12192000"/>
                <a:gd name="connsiteY5" fmla="*/ 3851145 h 6858000"/>
                <a:gd name="connsiteX6" fmla="*/ 9869557 w 12192000"/>
                <a:gd name="connsiteY6" fmla="*/ 2876067 h 6858000"/>
                <a:gd name="connsiteX7" fmla="*/ 9625780 w 12192000"/>
                <a:gd name="connsiteY7" fmla="*/ 2632290 h 6858000"/>
                <a:gd name="connsiteX8" fmla="*/ 0 w 12192000"/>
                <a:gd name="connsiteY8" fmla="*/ 0 h 6858000"/>
                <a:gd name="connsiteX9" fmla="*/ 12192000 w 12192000"/>
                <a:gd name="connsiteY9" fmla="*/ 0 h 6858000"/>
                <a:gd name="connsiteX10" fmla="*/ 12192000 w 12192000"/>
                <a:gd name="connsiteY10" fmla="*/ 6858000 h 6858000"/>
                <a:gd name="connsiteX11" fmla="*/ 0 w 12192000"/>
                <a:gd name="connsiteY11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192000" h="6858000">
                  <a:moveTo>
                    <a:pt x="2566220" y="2632290"/>
                  </a:moveTo>
                  <a:cubicBezTo>
                    <a:pt x="2431586" y="2632290"/>
                    <a:pt x="2322443" y="2741433"/>
                    <a:pt x="2322443" y="2876067"/>
                  </a:cubicBezTo>
                  <a:lnTo>
                    <a:pt x="2322443" y="3851145"/>
                  </a:lnTo>
                  <a:cubicBezTo>
                    <a:pt x="2322443" y="3985779"/>
                    <a:pt x="2431586" y="4094922"/>
                    <a:pt x="2566220" y="4094922"/>
                  </a:cubicBezTo>
                  <a:lnTo>
                    <a:pt x="9625780" y="4094922"/>
                  </a:lnTo>
                  <a:cubicBezTo>
                    <a:pt x="9760414" y="4094922"/>
                    <a:pt x="9869557" y="3985779"/>
                    <a:pt x="9869557" y="3851145"/>
                  </a:cubicBezTo>
                  <a:lnTo>
                    <a:pt x="9869557" y="2876067"/>
                  </a:lnTo>
                  <a:cubicBezTo>
                    <a:pt x="9869557" y="2741433"/>
                    <a:pt x="9760414" y="2632290"/>
                    <a:pt x="9625780" y="2632290"/>
                  </a:cubicBezTo>
                  <a:close/>
                  <a:moveTo>
                    <a:pt x="0" y="0"/>
                  </a:moveTo>
                  <a:lnTo>
                    <a:pt x="12192000" y="0"/>
                  </a:lnTo>
                  <a:lnTo>
                    <a:pt x="12192000" y="6858000"/>
                  </a:lnTo>
                  <a:lnTo>
                    <a:pt x="0" y="6858000"/>
                  </a:lnTo>
                  <a:close/>
                </a:path>
              </a:pathLst>
            </a:custGeom>
            <a:ln>
              <a:noFill/>
            </a:ln>
            <a:effectLst>
              <a:outerShdw blurRad="3810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0" name="CaixaDeTexto 9">
              <a:extLst>
                <a:ext uri="{FF2B5EF4-FFF2-40B4-BE49-F238E27FC236}">
                  <a16:creationId xmlns:a16="http://schemas.microsoft.com/office/drawing/2014/main" id="{4014AAB1-279C-87A1-6A54-69E5927AF183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40326" y="330615"/>
              <a:ext cx="11111348" cy="985530"/>
            </a:xfrm>
            <a:prstGeom prst="roundRect">
              <a:avLst>
                <a:gd name="adj" fmla="val 26924"/>
              </a:avLst>
            </a:prstGeom>
            <a:solidFill>
              <a:srgbClr val="FFC000"/>
            </a:solidFill>
            <a:ln w="19050">
              <a:noFill/>
            </a:ln>
            <a:effectLst>
              <a:outerShdw blurRad="635000" dist="2540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 anchorCtr="1"/>
            <a:lstStyle>
              <a:defPPr>
                <a:defRPr lang="pt-BR"/>
              </a:defPPr>
              <a:lvl1pPr algn="ctr">
                <a:defRPr b="1">
                  <a:ln w="3175">
                    <a:noFill/>
                  </a:ln>
                  <a:solidFill>
                    <a:srgbClr val="FF0000"/>
                  </a:solidFill>
                  <a:latin typeface="Arial Narrow" panose="020B0606020202030204" pitchFamily="34" charset="0"/>
                  <a:ea typeface="Open Sans Extrabold" panose="020B0906030804020204" pitchFamily="34" charset="0"/>
                  <a:cs typeface="Arial" panose="020B0604020202020204" pitchFamily="34" charset="0"/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4400" b="1" i="0" u="none" strike="noStrike" kern="1200" cap="none" spc="600" normalizeH="0" baseline="0" noProof="0">
                  <a:ln w="3175"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Open Sans Extrabold" panose="020B0906030804020204" pitchFamily="34" charset="0"/>
                  <a:cs typeface="Arial" panose="020B0604020202020204" pitchFamily="34" charset="0"/>
                </a:rPr>
                <a:t>VOCÊ ERROU!</a:t>
              </a:r>
            </a:p>
          </p:txBody>
        </p:sp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6893B8BF-F8F5-DB56-E87C-8ED5CBA7FCB6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226072" y="2180704"/>
              <a:ext cx="206883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24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Arial" panose="020B0604020202020204" pitchFamily="34" charset="0"/>
                </a:rPr>
                <a:t>Você ganhou:</a:t>
              </a:r>
            </a:p>
          </p:txBody>
        </p:sp>
        <p:sp>
          <p:nvSpPr>
            <p:cNvPr id="12" name="CaixaDeTexto 11">
              <a:extLst>
                <a:ext uri="{FF2B5EF4-FFF2-40B4-BE49-F238E27FC236}">
                  <a16:creationId xmlns:a16="http://schemas.microsoft.com/office/drawing/2014/main" id="{E77C9F72-334E-862C-ACF5-323EF2E8C72C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667254" y="2555761"/>
              <a:ext cx="64472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28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R$</a:t>
              </a:r>
            </a:p>
          </p:txBody>
        </p:sp>
        <p:sp>
          <p:nvSpPr>
            <p:cNvPr id="13" name="Elipse 12">
              <a:extLst>
                <a:ext uri="{FF2B5EF4-FFF2-40B4-BE49-F238E27FC236}">
                  <a16:creationId xmlns:a16="http://schemas.microsoft.com/office/drawing/2014/main" id="{D879FEC9-3C93-4084-1DC0-039C3A2FA1A8}"/>
                </a:ext>
              </a:extLst>
            </p:cNvPr>
            <p:cNvSpPr>
              <a:spLocks noGrp="1" noRot="1" noChangeAspect="1" noMove="1" noResize="1" noEditPoints="1" noAdjustHandles="1" noChangeArrowheads="1" noChangeShapeType="1"/>
            </p:cNvSpPr>
            <p:nvPr/>
          </p:nvSpPr>
          <p:spPr>
            <a:xfrm>
              <a:off x="3480684" y="3646074"/>
              <a:ext cx="180000" cy="180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4" name="Elipse 13">
              <a:extLst>
                <a:ext uri="{FF2B5EF4-FFF2-40B4-BE49-F238E27FC236}">
                  <a16:creationId xmlns:a16="http://schemas.microsoft.com/office/drawing/2014/main" id="{4014B435-FE21-6F3F-D0A3-96A450E125B7}"/>
                </a:ext>
              </a:extLst>
            </p:cNvPr>
            <p:cNvSpPr>
              <a:spLocks noGrp="1" noRot="1" noChangeAspect="1" noMove="1" noResize="1" noEditPoints="1" noAdjustHandles="1" noChangeArrowheads="1" noChangeShapeType="1"/>
            </p:cNvSpPr>
            <p:nvPr/>
          </p:nvSpPr>
          <p:spPr>
            <a:xfrm>
              <a:off x="6610570" y="3646074"/>
              <a:ext cx="180000" cy="180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grpSp>
        <p:nvGrpSpPr>
          <p:cNvPr id="15" name="barra de progresso">
            <a:extLst>
              <a:ext uri="{FF2B5EF4-FFF2-40B4-BE49-F238E27FC236}">
                <a16:creationId xmlns:a16="http://schemas.microsoft.com/office/drawing/2014/main" id="{D7DF4F7E-B4C8-F5D8-B5B0-9D68AE4528F9}"/>
              </a:ext>
            </a:extLst>
          </p:cNvPr>
          <p:cNvGrpSpPr/>
          <p:nvPr/>
        </p:nvGrpSpPr>
        <p:grpSpPr>
          <a:xfrm>
            <a:off x="540326" y="6168042"/>
            <a:ext cx="11111348" cy="216000"/>
            <a:chOff x="540326" y="6168042"/>
            <a:chExt cx="11111348" cy="216000"/>
          </a:xfrm>
        </p:grpSpPr>
        <p:sp useBgFill="1">
          <p:nvSpPr>
            <p:cNvPr id="16" name="Retângulo: Cantos Arredondados 15">
              <a:extLst>
                <a:ext uri="{FF2B5EF4-FFF2-40B4-BE49-F238E27FC236}">
                  <a16:creationId xmlns:a16="http://schemas.microsoft.com/office/drawing/2014/main" id="{645F6494-8FFC-74C9-3BEE-6344C16689C9}"/>
                </a:ext>
              </a:extLst>
            </p:cNvPr>
            <p:cNvSpPr/>
            <p:nvPr/>
          </p:nvSpPr>
          <p:spPr>
            <a:xfrm>
              <a:off x="540326" y="6168042"/>
              <a:ext cx="540000" cy="216000"/>
            </a:xfrm>
            <a:prstGeom prst="roundRect">
              <a:avLst>
                <a:gd name="adj" fmla="val 50000"/>
              </a:avLst>
            </a:prstGeom>
            <a:ln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17" name="Retângulo: Cantos Arredondados 16">
              <a:extLst>
                <a:ext uri="{FF2B5EF4-FFF2-40B4-BE49-F238E27FC236}">
                  <a16:creationId xmlns:a16="http://schemas.microsoft.com/office/drawing/2014/main" id="{D0360543-989E-44E5-018D-E2B5E5E7950A}"/>
                </a:ext>
              </a:extLst>
            </p:cNvPr>
            <p:cNvSpPr/>
            <p:nvPr/>
          </p:nvSpPr>
          <p:spPr>
            <a:xfrm>
              <a:off x="1245083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18" name="Retângulo: Cantos Arredondados 17">
              <a:extLst>
                <a:ext uri="{FF2B5EF4-FFF2-40B4-BE49-F238E27FC236}">
                  <a16:creationId xmlns:a16="http://schemas.microsoft.com/office/drawing/2014/main" id="{832CD0D4-B00B-66F6-AC8B-2047BB5D1C88}"/>
                </a:ext>
              </a:extLst>
            </p:cNvPr>
            <p:cNvSpPr/>
            <p:nvPr/>
          </p:nvSpPr>
          <p:spPr>
            <a:xfrm>
              <a:off x="1949840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19" name="Retângulo: Cantos Arredondados 18">
              <a:extLst>
                <a:ext uri="{FF2B5EF4-FFF2-40B4-BE49-F238E27FC236}">
                  <a16:creationId xmlns:a16="http://schemas.microsoft.com/office/drawing/2014/main" id="{09C5ED91-4829-2188-7144-57BB65B5895C}"/>
                </a:ext>
              </a:extLst>
            </p:cNvPr>
            <p:cNvSpPr/>
            <p:nvPr/>
          </p:nvSpPr>
          <p:spPr>
            <a:xfrm>
              <a:off x="2654597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20" name="Retângulo: Cantos Arredondados 19">
              <a:extLst>
                <a:ext uri="{FF2B5EF4-FFF2-40B4-BE49-F238E27FC236}">
                  <a16:creationId xmlns:a16="http://schemas.microsoft.com/office/drawing/2014/main" id="{B5F9D68A-2A87-C90C-1D98-7737129DB43B}"/>
                </a:ext>
              </a:extLst>
            </p:cNvPr>
            <p:cNvSpPr/>
            <p:nvPr/>
          </p:nvSpPr>
          <p:spPr>
            <a:xfrm>
              <a:off x="3359354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21" name="Retângulo: Cantos Arredondados 20">
              <a:extLst>
                <a:ext uri="{FF2B5EF4-FFF2-40B4-BE49-F238E27FC236}">
                  <a16:creationId xmlns:a16="http://schemas.microsoft.com/office/drawing/2014/main" id="{A3EAB60E-42B2-0210-E6AD-787A54CF5E6B}"/>
                </a:ext>
              </a:extLst>
            </p:cNvPr>
            <p:cNvSpPr/>
            <p:nvPr/>
          </p:nvSpPr>
          <p:spPr>
            <a:xfrm>
              <a:off x="4064111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22" name="Retângulo: Cantos Arredondados 21">
              <a:extLst>
                <a:ext uri="{FF2B5EF4-FFF2-40B4-BE49-F238E27FC236}">
                  <a16:creationId xmlns:a16="http://schemas.microsoft.com/office/drawing/2014/main" id="{7805FE38-3DA6-AA69-5A21-5FDF35D7E06F}"/>
                </a:ext>
              </a:extLst>
            </p:cNvPr>
            <p:cNvSpPr/>
            <p:nvPr/>
          </p:nvSpPr>
          <p:spPr>
            <a:xfrm>
              <a:off x="4768868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23" name="Retângulo: Cantos Arredondados 22">
              <a:extLst>
                <a:ext uri="{FF2B5EF4-FFF2-40B4-BE49-F238E27FC236}">
                  <a16:creationId xmlns:a16="http://schemas.microsoft.com/office/drawing/2014/main" id="{2F3233F8-5476-5095-85DB-1E53D02FFF73}"/>
                </a:ext>
              </a:extLst>
            </p:cNvPr>
            <p:cNvSpPr/>
            <p:nvPr/>
          </p:nvSpPr>
          <p:spPr>
            <a:xfrm>
              <a:off x="5473625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24" name="Retângulo: Cantos Arredondados 23">
              <a:extLst>
                <a:ext uri="{FF2B5EF4-FFF2-40B4-BE49-F238E27FC236}">
                  <a16:creationId xmlns:a16="http://schemas.microsoft.com/office/drawing/2014/main" id="{BE1456AE-ED2B-72A9-D02A-1CD0F978D85D}"/>
                </a:ext>
              </a:extLst>
            </p:cNvPr>
            <p:cNvSpPr/>
            <p:nvPr/>
          </p:nvSpPr>
          <p:spPr>
            <a:xfrm>
              <a:off x="6178382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25" name="Retângulo: Cantos Arredondados 24">
              <a:extLst>
                <a:ext uri="{FF2B5EF4-FFF2-40B4-BE49-F238E27FC236}">
                  <a16:creationId xmlns:a16="http://schemas.microsoft.com/office/drawing/2014/main" id="{4755B973-D05B-1281-55E7-74B61C8A4505}"/>
                </a:ext>
              </a:extLst>
            </p:cNvPr>
            <p:cNvSpPr/>
            <p:nvPr/>
          </p:nvSpPr>
          <p:spPr>
            <a:xfrm>
              <a:off x="6883139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26" name="Retângulo: Cantos Arredondados 25">
              <a:extLst>
                <a:ext uri="{FF2B5EF4-FFF2-40B4-BE49-F238E27FC236}">
                  <a16:creationId xmlns:a16="http://schemas.microsoft.com/office/drawing/2014/main" id="{23BB2712-A117-128D-132B-22540621C404}"/>
                </a:ext>
              </a:extLst>
            </p:cNvPr>
            <p:cNvSpPr/>
            <p:nvPr/>
          </p:nvSpPr>
          <p:spPr>
            <a:xfrm>
              <a:off x="7587896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27" name="Retângulo: Cantos Arredondados 26">
              <a:extLst>
                <a:ext uri="{FF2B5EF4-FFF2-40B4-BE49-F238E27FC236}">
                  <a16:creationId xmlns:a16="http://schemas.microsoft.com/office/drawing/2014/main" id="{1F3E133E-5E8D-EA78-A60D-62DE8FA3C825}"/>
                </a:ext>
              </a:extLst>
            </p:cNvPr>
            <p:cNvSpPr/>
            <p:nvPr/>
          </p:nvSpPr>
          <p:spPr>
            <a:xfrm>
              <a:off x="8292653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28" name="Retângulo: Cantos Arredondados 27">
              <a:extLst>
                <a:ext uri="{FF2B5EF4-FFF2-40B4-BE49-F238E27FC236}">
                  <a16:creationId xmlns:a16="http://schemas.microsoft.com/office/drawing/2014/main" id="{52F08055-4C07-9D7D-B51F-6C5520201AFF}"/>
                </a:ext>
              </a:extLst>
            </p:cNvPr>
            <p:cNvSpPr/>
            <p:nvPr/>
          </p:nvSpPr>
          <p:spPr>
            <a:xfrm>
              <a:off x="8997410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29" name="Retângulo: Cantos Arredondados 28">
              <a:extLst>
                <a:ext uri="{FF2B5EF4-FFF2-40B4-BE49-F238E27FC236}">
                  <a16:creationId xmlns:a16="http://schemas.microsoft.com/office/drawing/2014/main" id="{915F56B7-CB97-B128-3798-360BFADDFBFE}"/>
                </a:ext>
              </a:extLst>
            </p:cNvPr>
            <p:cNvSpPr/>
            <p:nvPr/>
          </p:nvSpPr>
          <p:spPr>
            <a:xfrm>
              <a:off x="9702167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30" name="Retângulo: Cantos Arredondados 29">
              <a:extLst>
                <a:ext uri="{FF2B5EF4-FFF2-40B4-BE49-F238E27FC236}">
                  <a16:creationId xmlns:a16="http://schemas.microsoft.com/office/drawing/2014/main" id="{6422418E-AA0B-8E26-FC84-D410772659AF}"/>
                </a:ext>
              </a:extLst>
            </p:cNvPr>
            <p:cNvSpPr/>
            <p:nvPr/>
          </p:nvSpPr>
          <p:spPr>
            <a:xfrm>
              <a:off x="10406924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31" name="Retângulo: Cantos Arredondados 30">
              <a:extLst>
                <a:ext uri="{FF2B5EF4-FFF2-40B4-BE49-F238E27FC236}">
                  <a16:creationId xmlns:a16="http://schemas.microsoft.com/office/drawing/2014/main" id="{E640292C-BE19-1E3C-A127-339B803D0EC0}"/>
                </a:ext>
              </a:extLst>
            </p:cNvPr>
            <p:cNvSpPr/>
            <p:nvPr/>
          </p:nvSpPr>
          <p:spPr>
            <a:xfrm>
              <a:off x="11111674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pic>
        <p:nvPicPr>
          <p:cNvPr id="32" name="emoji">
            <a:extLst>
              <a:ext uri="{FF2B5EF4-FFF2-40B4-BE49-F238E27FC236}">
                <a16:creationId xmlns:a16="http://schemas.microsoft.com/office/drawing/2014/main" id="{D5E21F0E-C48A-B95C-AD66-20556A0DDDF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343083" y="1938181"/>
            <a:ext cx="1085856" cy="1085856"/>
          </a:xfrm>
          <a:prstGeom prst="rect">
            <a:avLst/>
          </a:prstGeom>
          <a:effectLst>
            <a:outerShdw blurRad="635000" dist="190500" dir="2700000" algn="tl" rotWithShape="0">
              <a:prstClr val="black">
                <a:alpha val="60000"/>
              </a:prstClr>
            </a:outerShdw>
          </a:effectLst>
        </p:spPr>
      </p:pic>
      <p:pic>
        <p:nvPicPr>
          <p:cNvPr id="37" name="que pena, vc errou">
            <a:hlinkClick r:id="" action="ppaction://media"/>
            <a:extLst>
              <a:ext uri="{FF2B5EF4-FFF2-40B4-BE49-F238E27FC236}">
                <a16:creationId xmlns:a16="http://schemas.microsoft.com/office/drawing/2014/main" id="{E7877330-4976-EF07-7A6B-DC501CA5A40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-772973" y="206871"/>
            <a:ext cx="509587" cy="509587"/>
          </a:xfrm>
          <a:prstGeom prst="rect">
            <a:avLst/>
          </a:prstGeom>
        </p:spPr>
      </p:pic>
      <p:sp>
        <p:nvSpPr>
          <p:cNvPr id="33" name="Botaão Próxima">
            <a:hlinkClick r:id="rId7" action="ppaction://hlinksldjump"/>
            <a:extLst>
              <a:ext uri="{FF2B5EF4-FFF2-40B4-BE49-F238E27FC236}">
                <a16:creationId xmlns:a16="http://schemas.microsoft.com/office/drawing/2014/main" id="{53474A7E-3077-C8C5-1005-C2DA17EEE819}"/>
              </a:ext>
            </a:extLst>
          </p:cNvPr>
          <p:cNvSpPr/>
          <p:nvPr/>
        </p:nvSpPr>
        <p:spPr>
          <a:xfrm>
            <a:off x="9051455" y="5367405"/>
            <a:ext cx="2330219" cy="540000"/>
          </a:xfrm>
          <a:prstGeom prst="roundRect">
            <a:avLst/>
          </a:prstGeom>
          <a:gradFill flip="none" rotWithShape="1">
            <a:gsLst>
              <a:gs pos="0">
                <a:schemeClr val="accent6"/>
              </a:gs>
              <a:gs pos="59000">
                <a:schemeClr val="accent6">
                  <a:lumMod val="75000"/>
                </a:schemeClr>
              </a:gs>
              <a:gs pos="100000">
                <a:schemeClr val="accent6">
                  <a:lumMod val="50000"/>
                </a:schemeClr>
              </a:gs>
            </a:gsLst>
            <a:lin ang="19200000" scaled="0"/>
            <a:tileRect/>
          </a:gradFill>
          <a:ln w="19050">
            <a:solidFill>
              <a:schemeClr val="bg1"/>
            </a:solidFill>
          </a:ln>
          <a:effectLst>
            <a:outerShdw blurRad="381000" dist="1270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rIns="108000" rtlCol="0" anchor="ctr"/>
          <a:lstStyle/>
          <a:p>
            <a:pPr algn="ctr"/>
            <a:r>
              <a:rPr lang="pt-BR" sz="1400" b="1" dirty="0">
                <a:ln w="3175">
                  <a:noFill/>
                </a:ln>
                <a:effectLst>
                  <a:outerShdw blurRad="1270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Arial" panose="020B0604020202020204" pitchFamily="34" charset="0"/>
                <a:ea typeface="Open Sans Extrabold" panose="020B0906030804020204" pitchFamily="34" charset="0"/>
                <a:cs typeface="Arial" panose="020B0604020202020204" pitchFamily="34" charset="0"/>
              </a:rPr>
              <a:t>Voltar</a:t>
            </a:r>
          </a:p>
        </p:txBody>
      </p:sp>
    </p:spTree>
    <p:extLst>
      <p:ext uri="{BB962C8B-B14F-4D97-AF65-F5344CB8AC3E}">
        <p14:creationId xmlns:p14="http://schemas.microsoft.com/office/powerpoint/2010/main" val="20390852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2040" fill="hold"/>
                                            <p:tgtEl>
                                              <p:spTgt spid="37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  <p:par>
                                    <p:cTn id="7" presetID="2" presetClass="entr" presetSubtype="4" fill="hold" grpId="0" nodeType="with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9" dur="20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10" dur="20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1" presetID="2" presetClass="entr" presetSubtype="1" fill="hold" grpId="0" nodeType="with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13" dur="20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14" dur="20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5" presetID="2" presetClass="entr" presetSubtype="4" fill="hold" grpId="0" nodeType="with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17" dur="20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18" dur="20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9" presetID="2" presetClass="entr" presetSubtype="1" fill="hold" grpId="0" nodeType="with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21" dur="20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22" dur="20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3" presetID="2" presetClass="entr" presetSubtype="4" fill="hold" grpId="0" nodeType="with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25" dur="20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26" dur="20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7" presetID="2" presetClass="entr" presetSubtype="1" fill="hold" grpId="0" nodeType="with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29" dur="20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30" dur="20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1" presetID="2" presetClass="entr" presetSubtype="4" fill="hold" grpId="0" nodeType="with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33" dur="20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34" dur="20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5" presetID="23" presetClass="entr" presetSubtype="32" fill="hold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7" dur="5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4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8" dur="5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4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9" presetID="22" presetClass="entr" presetSubtype="8" fill="hold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4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41" dur="1000"/>
                                            <p:tgtEl>
                                              <p:spTgt spid="1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2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43" dur="indefinite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44" dur="indefinite"/>
                                            <p:tgtEl>
                                              <p:spTgt spid="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5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46" dur="indefinite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47" dur="indefinite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8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49" dur="indefinite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50" dur="indefinite"/>
                                            <p:tgtEl>
                                              <p:spTgt spid="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1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52" dur="indefinite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53" dur="indefinite"/>
                                            <p:tgtEl>
                                              <p:spTgt spid="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4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55" dur="indefinite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56" dur="indefinite"/>
                                            <p:tgtEl>
                                              <p:spTgt spid="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7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58" dur="indefinite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59" dur="indefinite"/>
                                            <p:tgtEl>
                                              <p:spTgt spid="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0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61" dur="indefinite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62" dur="indefinite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63" fill="hold">
                                <p:stCondLst>
                                  <p:cond delay="2040"/>
                                </p:stCondLst>
                                <p:childTnLst>
                                  <p:par>
                                    <p:cTn id="64" presetID="5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66" dur="5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7" dur="5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68" dur="500"/>
                                            <p:tgtEl>
                                              <p:spTgt spid="3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9" presetID="42" presetClass="path" presetSubtype="0" accel="50000" decel="5000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8.33333E-7 -7.40741E-7 L -8.33333E-7 0.3206 " pathEditMode="relative" rAng="0" ptsTypes="AA">
                                          <p:cBhvr>
                                            <p:cTn id="70" dur="500" spd="-1000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16019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71" fill="hold">
                                <p:stCondLst>
                                  <p:cond delay="2540"/>
                                </p:stCondLst>
                                <p:childTnLst>
                                  <p:par>
                                    <p:cTn id="72" presetID="6" presetClass="emph" presetSubtype="0" repeatCount="indefinite" autoRev="1" fill="hold" grpId="2" nodeType="afterEffect">
                                      <p:stCondLst>
                                        <p:cond delay="0"/>
                                      </p:stCondLst>
                                      <p:endCondLst>
                                        <p:cond evt="onNext" delay="0">
                                          <p:tgtEl>
                                            <p:sldTgt/>
                                          </p:tgtEl>
                                        </p:cond>
                                      </p:endCondLst>
                                      <p:childTnLst>
                                        <p:animScale>
                                          <p:cBhvr>
                                            <p:cTn id="73" dur="500" fill="hold"/>
                                            <p:tgtEl>
                                              <p:spTgt spid="33"/>
                                            </p:tgtEl>
                                          </p:cBhvr>
                                          <p:by x="90000" y="90000"/>
                                        </p:animScale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>
                    <p:cTn id="74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37"/>
                    </p:tgtEl>
                  </p:cMediaNode>
                </p:audio>
              </p:childTnLst>
            </p:cTn>
          </p:par>
        </p:tnLst>
        <p:bldLst>
          <p:bldP spid="2" grpId="0"/>
          <p:bldP spid="2" grpId="1"/>
          <p:bldP spid="8" grpId="0"/>
          <p:bldP spid="8" grpId="1"/>
          <p:bldP spid="7" grpId="0"/>
          <p:bldP spid="7" grpId="1"/>
          <p:bldP spid="6" grpId="0"/>
          <p:bldP spid="6" grpId="1"/>
          <p:bldP spid="5" grpId="0"/>
          <p:bldP spid="5" grpId="1"/>
          <p:bldP spid="4" grpId="0"/>
          <p:bldP spid="4" grpId="1"/>
          <p:bldP spid="3" grpId="0"/>
          <p:bldP spid="3" grpId="1"/>
          <p:bldP spid="33" grpId="0" animBg="1"/>
          <p:bldP spid="33" grpId="1" animBg="1"/>
          <p:bldP spid="33" grpId="2" animBg="1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2040" fill="hold"/>
                                            <p:tgtEl>
                                              <p:spTgt spid="37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  <p:par>
                                    <p:cTn id="7" presetID="2" presetClass="entr" presetSubtype="4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9" dur="20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0" dur="20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1" presetID="2" presetClass="entr" presetSubtype="1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3" dur="20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4" dur="20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5" presetID="2" presetClass="entr" presetSubtype="4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7" dur="20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8" dur="20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9" presetID="2" presetClass="entr" presetSubtype="1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1" dur="20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2" dur="20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3" presetID="2" presetClass="entr" presetSubtype="4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5" dur="20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6" dur="20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7" presetID="2" presetClass="entr" presetSubtype="1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9" dur="20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0" dur="20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1" presetID="2" presetClass="entr" presetSubtype="4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3" dur="20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4" dur="20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5" presetID="23" presetClass="entr" presetSubtype="32" fill="hold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7" dur="5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4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8" dur="5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4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9" presetID="22" presetClass="entr" presetSubtype="8" fill="hold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4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41" dur="1000"/>
                                            <p:tgtEl>
                                              <p:spTgt spid="1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2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43" dur="indefinite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44" dur="indefinite"/>
                                            <p:tgtEl>
                                              <p:spTgt spid="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5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46" dur="indefinite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47" dur="indefinite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8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49" dur="indefinite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50" dur="indefinite"/>
                                            <p:tgtEl>
                                              <p:spTgt spid="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1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52" dur="indefinite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53" dur="indefinite"/>
                                            <p:tgtEl>
                                              <p:spTgt spid="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4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55" dur="indefinite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56" dur="indefinite"/>
                                            <p:tgtEl>
                                              <p:spTgt spid="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7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58" dur="indefinite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59" dur="indefinite"/>
                                            <p:tgtEl>
                                              <p:spTgt spid="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0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61" dur="indefinite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62" dur="indefinite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63" fill="hold">
                                <p:stCondLst>
                                  <p:cond delay="2040"/>
                                </p:stCondLst>
                                <p:childTnLst>
                                  <p:par>
                                    <p:cTn id="64" presetID="5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66" dur="5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7" dur="5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68" dur="500"/>
                                            <p:tgtEl>
                                              <p:spTgt spid="3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9" presetID="42" presetClass="path" presetSubtype="0" accel="50000" decel="5000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8.33333E-7 -7.40741E-7 L -8.33333E-7 0.3206 " pathEditMode="relative" rAng="0" ptsTypes="AA">
                                          <p:cBhvr>
                                            <p:cTn id="70" dur="500" spd="-1000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16019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71" fill="hold">
                                <p:stCondLst>
                                  <p:cond delay="2540"/>
                                </p:stCondLst>
                                <p:childTnLst>
                                  <p:par>
                                    <p:cTn id="72" presetID="6" presetClass="emph" presetSubtype="0" repeatCount="indefinite" autoRev="1" fill="hold" grpId="2" nodeType="afterEffect">
                                      <p:stCondLst>
                                        <p:cond delay="0"/>
                                      </p:stCondLst>
                                      <p:endCondLst>
                                        <p:cond evt="onNext" delay="0">
                                          <p:tgtEl>
                                            <p:sldTgt/>
                                          </p:tgtEl>
                                        </p:cond>
                                      </p:endCondLst>
                                      <p:childTnLst>
                                        <p:animScale>
                                          <p:cBhvr>
                                            <p:cTn id="73" dur="500" fill="hold"/>
                                            <p:tgtEl>
                                              <p:spTgt spid="33"/>
                                            </p:tgtEl>
                                          </p:cBhvr>
                                          <p:by x="90000" y="90000"/>
                                        </p:animScale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>
                    <p:cTn id="74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37"/>
                    </p:tgtEl>
                  </p:cMediaNode>
                </p:audio>
              </p:childTnLst>
            </p:cTn>
          </p:par>
        </p:tnLst>
        <p:bldLst>
          <p:bldP spid="2" grpId="0"/>
          <p:bldP spid="2" grpId="1"/>
          <p:bldP spid="8" grpId="0"/>
          <p:bldP spid="8" grpId="1"/>
          <p:bldP spid="7" grpId="0"/>
          <p:bldP spid="7" grpId="1"/>
          <p:bldP spid="6" grpId="0"/>
          <p:bldP spid="6" grpId="1"/>
          <p:bldP spid="5" grpId="0"/>
          <p:bldP spid="5" grpId="1"/>
          <p:bldP spid="4" grpId="0"/>
          <p:bldP spid="4" grpId="1"/>
          <p:bldP spid="3" grpId="0"/>
          <p:bldP spid="3" grpId="1"/>
          <p:bldP spid="33" grpId="0" animBg="1"/>
          <p:bldP spid="33" grpId="1" animBg="1"/>
          <p:bldP spid="33" grpId="2" animBg="1"/>
        </p:bldLst>
      </p:timing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C00000"/>
            </a:gs>
            <a:gs pos="100000">
              <a:schemeClr val="tx1">
                <a:lumMod val="85000"/>
                <a:lumOff val="15000"/>
              </a:schemeClr>
            </a:gs>
          </a:gsLst>
          <a:lin ang="81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7">
            <a:extLst>
              <a:ext uri="{FF2B5EF4-FFF2-40B4-BE49-F238E27FC236}">
                <a16:creationId xmlns:a16="http://schemas.microsoft.com/office/drawing/2014/main" id="{AF47984B-59F1-7176-A115-158B29114E0E}"/>
              </a:ext>
            </a:extLst>
          </p:cNvPr>
          <p:cNvSpPr txBox="1"/>
          <p:nvPr/>
        </p:nvSpPr>
        <p:spPr>
          <a:xfrm>
            <a:off x="8746332" y="-11965950"/>
            <a:ext cx="1005403" cy="16342935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9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8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7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5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4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3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2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1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</p:txBody>
      </p:sp>
      <p:sp>
        <p:nvSpPr>
          <p:cNvPr id="8" name="N6">
            <a:extLst>
              <a:ext uri="{FF2B5EF4-FFF2-40B4-BE49-F238E27FC236}">
                <a16:creationId xmlns:a16="http://schemas.microsoft.com/office/drawing/2014/main" id="{FE3BD9AB-7F50-A4B5-5F53-70354EF481F4}"/>
              </a:ext>
            </a:extLst>
          </p:cNvPr>
          <p:cNvSpPr txBox="1"/>
          <p:nvPr/>
        </p:nvSpPr>
        <p:spPr>
          <a:xfrm>
            <a:off x="7805114" y="2671817"/>
            <a:ext cx="1005403" cy="16342935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9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8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7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5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4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3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2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1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</p:txBody>
      </p:sp>
      <p:sp>
        <p:nvSpPr>
          <p:cNvPr id="7" name="N5">
            <a:extLst>
              <a:ext uri="{FF2B5EF4-FFF2-40B4-BE49-F238E27FC236}">
                <a16:creationId xmlns:a16="http://schemas.microsoft.com/office/drawing/2014/main" id="{D60E20A6-40DE-61FF-BC52-780641776D60}"/>
              </a:ext>
            </a:extLst>
          </p:cNvPr>
          <p:cNvSpPr txBox="1"/>
          <p:nvPr/>
        </p:nvSpPr>
        <p:spPr>
          <a:xfrm>
            <a:off x="6863896" y="-11965950"/>
            <a:ext cx="1005403" cy="16342935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9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8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7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5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4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3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2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1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</p:txBody>
      </p:sp>
      <p:sp>
        <p:nvSpPr>
          <p:cNvPr id="6" name="N4">
            <a:extLst>
              <a:ext uri="{FF2B5EF4-FFF2-40B4-BE49-F238E27FC236}">
                <a16:creationId xmlns:a16="http://schemas.microsoft.com/office/drawing/2014/main" id="{B55EA620-A448-2ACD-AF8D-A6933BC4F87F}"/>
              </a:ext>
            </a:extLst>
          </p:cNvPr>
          <p:cNvSpPr txBox="1"/>
          <p:nvPr/>
        </p:nvSpPr>
        <p:spPr>
          <a:xfrm>
            <a:off x="5546009" y="2671817"/>
            <a:ext cx="1005403" cy="16342935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9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8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7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5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4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3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2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1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</p:txBody>
      </p:sp>
      <p:sp>
        <p:nvSpPr>
          <p:cNvPr id="5" name="N3">
            <a:extLst>
              <a:ext uri="{FF2B5EF4-FFF2-40B4-BE49-F238E27FC236}">
                <a16:creationId xmlns:a16="http://schemas.microsoft.com/office/drawing/2014/main" id="{EAC23BB9-25AA-23D1-BBA8-4E96A8121B22}"/>
              </a:ext>
            </a:extLst>
          </p:cNvPr>
          <p:cNvSpPr txBox="1"/>
          <p:nvPr/>
        </p:nvSpPr>
        <p:spPr>
          <a:xfrm>
            <a:off x="4604791" y="-11965950"/>
            <a:ext cx="1005403" cy="16342935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9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8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7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5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4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3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2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1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</p:txBody>
      </p:sp>
      <p:sp>
        <p:nvSpPr>
          <p:cNvPr id="4" name="N2">
            <a:extLst>
              <a:ext uri="{FF2B5EF4-FFF2-40B4-BE49-F238E27FC236}">
                <a16:creationId xmlns:a16="http://schemas.microsoft.com/office/drawing/2014/main" id="{95EF8A55-2A5D-C739-62DE-9F54AB9D7812}"/>
              </a:ext>
            </a:extLst>
          </p:cNvPr>
          <p:cNvSpPr txBox="1"/>
          <p:nvPr/>
        </p:nvSpPr>
        <p:spPr>
          <a:xfrm>
            <a:off x="3663573" y="2671817"/>
            <a:ext cx="1005403" cy="16342935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9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8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7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5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4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3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2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1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</p:txBody>
      </p:sp>
      <p:sp>
        <p:nvSpPr>
          <p:cNvPr id="3" name="N1">
            <a:extLst>
              <a:ext uri="{FF2B5EF4-FFF2-40B4-BE49-F238E27FC236}">
                <a16:creationId xmlns:a16="http://schemas.microsoft.com/office/drawing/2014/main" id="{321860B9-DC15-351B-F334-054EAF2E4D85}"/>
              </a:ext>
            </a:extLst>
          </p:cNvPr>
          <p:cNvSpPr txBox="1"/>
          <p:nvPr/>
        </p:nvSpPr>
        <p:spPr>
          <a:xfrm>
            <a:off x="2446833" y="-11965950"/>
            <a:ext cx="1005403" cy="16342935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9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8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7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5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4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3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2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1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</p:txBody>
      </p:sp>
      <p:grpSp>
        <p:nvGrpSpPr>
          <p:cNvPr id="34" name="!!mascara">
            <a:extLst>
              <a:ext uri="{FF2B5EF4-FFF2-40B4-BE49-F238E27FC236}">
                <a16:creationId xmlns:a16="http://schemas.microsoft.com/office/drawing/2014/main" id="{C287DD8F-17E0-D7CA-89A4-3F01919A018C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 useBgFill="1">
          <p:nvSpPr>
            <p:cNvPr id="9" name="Forma Livre: Forma 8">
              <a:extLst>
                <a:ext uri="{FF2B5EF4-FFF2-40B4-BE49-F238E27FC236}">
                  <a16:creationId xmlns:a16="http://schemas.microsoft.com/office/drawing/2014/main" id="{43DD7F38-D131-0688-54CD-A4DDB6A95DE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0"/>
              <a:ext cx="12192000" cy="6858000"/>
            </a:xfrm>
            <a:custGeom>
              <a:avLst/>
              <a:gdLst>
                <a:gd name="connsiteX0" fmla="*/ 2566220 w 12192000"/>
                <a:gd name="connsiteY0" fmla="*/ 2632290 h 6858000"/>
                <a:gd name="connsiteX1" fmla="*/ 2322443 w 12192000"/>
                <a:gd name="connsiteY1" fmla="*/ 2876067 h 6858000"/>
                <a:gd name="connsiteX2" fmla="*/ 2322443 w 12192000"/>
                <a:gd name="connsiteY2" fmla="*/ 3851145 h 6858000"/>
                <a:gd name="connsiteX3" fmla="*/ 2566220 w 12192000"/>
                <a:gd name="connsiteY3" fmla="*/ 4094922 h 6858000"/>
                <a:gd name="connsiteX4" fmla="*/ 9625780 w 12192000"/>
                <a:gd name="connsiteY4" fmla="*/ 4094922 h 6858000"/>
                <a:gd name="connsiteX5" fmla="*/ 9869557 w 12192000"/>
                <a:gd name="connsiteY5" fmla="*/ 3851145 h 6858000"/>
                <a:gd name="connsiteX6" fmla="*/ 9869557 w 12192000"/>
                <a:gd name="connsiteY6" fmla="*/ 2876067 h 6858000"/>
                <a:gd name="connsiteX7" fmla="*/ 9625780 w 12192000"/>
                <a:gd name="connsiteY7" fmla="*/ 2632290 h 6858000"/>
                <a:gd name="connsiteX8" fmla="*/ 0 w 12192000"/>
                <a:gd name="connsiteY8" fmla="*/ 0 h 6858000"/>
                <a:gd name="connsiteX9" fmla="*/ 12192000 w 12192000"/>
                <a:gd name="connsiteY9" fmla="*/ 0 h 6858000"/>
                <a:gd name="connsiteX10" fmla="*/ 12192000 w 12192000"/>
                <a:gd name="connsiteY10" fmla="*/ 6858000 h 6858000"/>
                <a:gd name="connsiteX11" fmla="*/ 0 w 12192000"/>
                <a:gd name="connsiteY11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192000" h="6858000">
                  <a:moveTo>
                    <a:pt x="2566220" y="2632290"/>
                  </a:moveTo>
                  <a:cubicBezTo>
                    <a:pt x="2431586" y="2632290"/>
                    <a:pt x="2322443" y="2741433"/>
                    <a:pt x="2322443" y="2876067"/>
                  </a:cubicBezTo>
                  <a:lnTo>
                    <a:pt x="2322443" y="3851145"/>
                  </a:lnTo>
                  <a:cubicBezTo>
                    <a:pt x="2322443" y="3985779"/>
                    <a:pt x="2431586" y="4094922"/>
                    <a:pt x="2566220" y="4094922"/>
                  </a:cubicBezTo>
                  <a:lnTo>
                    <a:pt x="9625780" y="4094922"/>
                  </a:lnTo>
                  <a:cubicBezTo>
                    <a:pt x="9760414" y="4094922"/>
                    <a:pt x="9869557" y="3985779"/>
                    <a:pt x="9869557" y="3851145"/>
                  </a:cubicBezTo>
                  <a:lnTo>
                    <a:pt x="9869557" y="2876067"/>
                  </a:lnTo>
                  <a:cubicBezTo>
                    <a:pt x="9869557" y="2741433"/>
                    <a:pt x="9760414" y="2632290"/>
                    <a:pt x="9625780" y="2632290"/>
                  </a:cubicBezTo>
                  <a:close/>
                  <a:moveTo>
                    <a:pt x="0" y="0"/>
                  </a:moveTo>
                  <a:lnTo>
                    <a:pt x="12192000" y="0"/>
                  </a:lnTo>
                  <a:lnTo>
                    <a:pt x="12192000" y="6858000"/>
                  </a:lnTo>
                  <a:lnTo>
                    <a:pt x="0" y="6858000"/>
                  </a:lnTo>
                  <a:close/>
                </a:path>
              </a:pathLst>
            </a:custGeom>
            <a:ln>
              <a:noFill/>
            </a:ln>
            <a:effectLst>
              <a:outerShdw blurRad="3810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0" name="CaixaDeTexto 9">
              <a:extLst>
                <a:ext uri="{FF2B5EF4-FFF2-40B4-BE49-F238E27FC236}">
                  <a16:creationId xmlns:a16="http://schemas.microsoft.com/office/drawing/2014/main" id="{4014AAB1-279C-87A1-6A54-69E5927AF183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40326" y="330615"/>
              <a:ext cx="11111348" cy="985530"/>
            </a:xfrm>
            <a:prstGeom prst="roundRect">
              <a:avLst>
                <a:gd name="adj" fmla="val 26924"/>
              </a:avLst>
            </a:prstGeom>
            <a:solidFill>
              <a:srgbClr val="FFC000"/>
            </a:solidFill>
            <a:ln w="19050">
              <a:noFill/>
            </a:ln>
            <a:effectLst>
              <a:outerShdw blurRad="635000" dist="2540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 anchorCtr="1"/>
            <a:lstStyle>
              <a:defPPr>
                <a:defRPr lang="pt-BR"/>
              </a:defPPr>
              <a:lvl1pPr algn="ctr">
                <a:defRPr b="1">
                  <a:ln w="3175">
                    <a:noFill/>
                  </a:ln>
                  <a:solidFill>
                    <a:srgbClr val="FF0000"/>
                  </a:solidFill>
                  <a:latin typeface="Arial Narrow" panose="020B0606020202030204" pitchFamily="34" charset="0"/>
                  <a:ea typeface="Open Sans Extrabold" panose="020B0906030804020204" pitchFamily="34" charset="0"/>
                  <a:cs typeface="Arial" panose="020B0604020202020204" pitchFamily="34" charset="0"/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4400" b="1" i="0" u="none" strike="noStrike" kern="1200" cap="none" spc="600" normalizeH="0" baseline="0" noProof="0">
                  <a:ln w="3175"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Open Sans Extrabold" panose="020B0906030804020204" pitchFamily="34" charset="0"/>
                  <a:cs typeface="Arial" panose="020B0604020202020204" pitchFamily="34" charset="0"/>
                </a:rPr>
                <a:t>VOCÊ ERROU!</a:t>
              </a:r>
            </a:p>
          </p:txBody>
        </p:sp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6893B8BF-F8F5-DB56-E87C-8ED5CBA7FCB6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226072" y="2180704"/>
              <a:ext cx="206883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24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Arial" panose="020B0604020202020204" pitchFamily="34" charset="0"/>
                </a:rPr>
                <a:t>Você ganhou:</a:t>
              </a:r>
            </a:p>
          </p:txBody>
        </p:sp>
        <p:sp>
          <p:nvSpPr>
            <p:cNvPr id="12" name="CaixaDeTexto 11">
              <a:extLst>
                <a:ext uri="{FF2B5EF4-FFF2-40B4-BE49-F238E27FC236}">
                  <a16:creationId xmlns:a16="http://schemas.microsoft.com/office/drawing/2014/main" id="{E77C9F72-334E-862C-ACF5-323EF2E8C72C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667254" y="2555761"/>
              <a:ext cx="64472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28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R$</a:t>
              </a:r>
            </a:p>
          </p:txBody>
        </p:sp>
        <p:sp>
          <p:nvSpPr>
            <p:cNvPr id="13" name="Elipse 12">
              <a:extLst>
                <a:ext uri="{FF2B5EF4-FFF2-40B4-BE49-F238E27FC236}">
                  <a16:creationId xmlns:a16="http://schemas.microsoft.com/office/drawing/2014/main" id="{D879FEC9-3C93-4084-1DC0-039C3A2FA1A8}"/>
                </a:ext>
              </a:extLst>
            </p:cNvPr>
            <p:cNvSpPr>
              <a:spLocks noGrp="1" noRot="1" noChangeAspect="1" noMove="1" noResize="1" noEditPoints="1" noAdjustHandles="1" noChangeArrowheads="1" noChangeShapeType="1"/>
            </p:cNvSpPr>
            <p:nvPr/>
          </p:nvSpPr>
          <p:spPr>
            <a:xfrm>
              <a:off x="3480684" y="3646074"/>
              <a:ext cx="180000" cy="180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4" name="Elipse 13">
              <a:extLst>
                <a:ext uri="{FF2B5EF4-FFF2-40B4-BE49-F238E27FC236}">
                  <a16:creationId xmlns:a16="http://schemas.microsoft.com/office/drawing/2014/main" id="{4014B435-FE21-6F3F-D0A3-96A450E125B7}"/>
                </a:ext>
              </a:extLst>
            </p:cNvPr>
            <p:cNvSpPr>
              <a:spLocks noGrp="1" noRot="1" noChangeAspect="1" noMove="1" noResize="1" noEditPoints="1" noAdjustHandles="1" noChangeArrowheads="1" noChangeShapeType="1"/>
            </p:cNvSpPr>
            <p:nvPr/>
          </p:nvSpPr>
          <p:spPr>
            <a:xfrm>
              <a:off x="6610570" y="3646074"/>
              <a:ext cx="180000" cy="180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grpSp>
        <p:nvGrpSpPr>
          <p:cNvPr id="15" name="barra de progresso">
            <a:extLst>
              <a:ext uri="{FF2B5EF4-FFF2-40B4-BE49-F238E27FC236}">
                <a16:creationId xmlns:a16="http://schemas.microsoft.com/office/drawing/2014/main" id="{D7DF4F7E-B4C8-F5D8-B5B0-9D68AE4528F9}"/>
              </a:ext>
            </a:extLst>
          </p:cNvPr>
          <p:cNvGrpSpPr/>
          <p:nvPr/>
        </p:nvGrpSpPr>
        <p:grpSpPr>
          <a:xfrm>
            <a:off x="540326" y="6168042"/>
            <a:ext cx="11111348" cy="216000"/>
            <a:chOff x="540326" y="6168042"/>
            <a:chExt cx="11111348" cy="216000"/>
          </a:xfrm>
        </p:grpSpPr>
        <p:sp useBgFill="1">
          <p:nvSpPr>
            <p:cNvPr id="16" name="Retângulo: Cantos Arredondados 15">
              <a:extLst>
                <a:ext uri="{FF2B5EF4-FFF2-40B4-BE49-F238E27FC236}">
                  <a16:creationId xmlns:a16="http://schemas.microsoft.com/office/drawing/2014/main" id="{645F6494-8FFC-74C9-3BEE-6344C16689C9}"/>
                </a:ext>
              </a:extLst>
            </p:cNvPr>
            <p:cNvSpPr/>
            <p:nvPr/>
          </p:nvSpPr>
          <p:spPr>
            <a:xfrm>
              <a:off x="540326" y="6168042"/>
              <a:ext cx="540000" cy="216000"/>
            </a:xfrm>
            <a:prstGeom prst="roundRect">
              <a:avLst>
                <a:gd name="adj" fmla="val 50000"/>
              </a:avLst>
            </a:prstGeom>
            <a:ln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17" name="Retângulo: Cantos Arredondados 16">
              <a:extLst>
                <a:ext uri="{FF2B5EF4-FFF2-40B4-BE49-F238E27FC236}">
                  <a16:creationId xmlns:a16="http://schemas.microsoft.com/office/drawing/2014/main" id="{D0360543-989E-44E5-018D-E2B5E5E7950A}"/>
                </a:ext>
              </a:extLst>
            </p:cNvPr>
            <p:cNvSpPr/>
            <p:nvPr/>
          </p:nvSpPr>
          <p:spPr>
            <a:xfrm>
              <a:off x="1245083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18" name="Retângulo: Cantos Arredondados 17">
              <a:extLst>
                <a:ext uri="{FF2B5EF4-FFF2-40B4-BE49-F238E27FC236}">
                  <a16:creationId xmlns:a16="http://schemas.microsoft.com/office/drawing/2014/main" id="{832CD0D4-B00B-66F6-AC8B-2047BB5D1C88}"/>
                </a:ext>
              </a:extLst>
            </p:cNvPr>
            <p:cNvSpPr/>
            <p:nvPr/>
          </p:nvSpPr>
          <p:spPr>
            <a:xfrm>
              <a:off x="1949840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19" name="Retângulo: Cantos Arredondados 18">
              <a:extLst>
                <a:ext uri="{FF2B5EF4-FFF2-40B4-BE49-F238E27FC236}">
                  <a16:creationId xmlns:a16="http://schemas.microsoft.com/office/drawing/2014/main" id="{09C5ED91-4829-2188-7144-57BB65B5895C}"/>
                </a:ext>
              </a:extLst>
            </p:cNvPr>
            <p:cNvSpPr/>
            <p:nvPr/>
          </p:nvSpPr>
          <p:spPr>
            <a:xfrm>
              <a:off x="2654597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20" name="Retângulo: Cantos Arredondados 19">
              <a:extLst>
                <a:ext uri="{FF2B5EF4-FFF2-40B4-BE49-F238E27FC236}">
                  <a16:creationId xmlns:a16="http://schemas.microsoft.com/office/drawing/2014/main" id="{B5F9D68A-2A87-C90C-1D98-7737129DB43B}"/>
                </a:ext>
              </a:extLst>
            </p:cNvPr>
            <p:cNvSpPr/>
            <p:nvPr/>
          </p:nvSpPr>
          <p:spPr>
            <a:xfrm>
              <a:off x="3359354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21" name="Retângulo: Cantos Arredondados 20">
              <a:extLst>
                <a:ext uri="{FF2B5EF4-FFF2-40B4-BE49-F238E27FC236}">
                  <a16:creationId xmlns:a16="http://schemas.microsoft.com/office/drawing/2014/main" id="{A3EAB60E-42B2-0210-E6AD-787A54CF5E6B}"/>
                </a:ext>
              </a:extLst>
            </p:cNvPr>
            <p:cNvSpPr/>
            <p:nvPr/>
          </p:nvSpPr>
          <p:spPr>
            <a:xfrm>
              <a:off x="4064111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22" name="Retângulo: Cantos Arredondados 21">
              <a:extLst>
                <a:ext uri="{FF2B5EF4-FFF2-40B4-BE49-F238E27FC236}">
                  <a16:creationId xmlns:a16="http://schemas.microsoft.com/office/drawing/2014/main" id="{7805FE38-3DA6-AA69-5A21-5FDF35D7E06F}"/>
                </a:ext>
              </a:extLst>
            </p:cNvPr>
            <p:cNvSpPr/>
            <p:nvPr/>
          </p:nvSpPr>
          <p:spPr>
            <a:xfrm>
              <a:off x="4768868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23" name="Retângulo: Cantos Arredondados 22">
              <a:extLst>
                <a:ext uri="{FF2B5EF4-FFF2-40B4-BE49-F238E27FC236}">
                  <a16:creationId xmlns:a16="http://schemas.microsoft.com/office/drawing/2014/main" id="{2F3233F8-5476-5095-85DB-1E53D02FFF73}"/>
                </a:ext>
              </a:extLst>
            </p:cNvPr>
            <p:cNvSpPr/>
            <p:nvPr/>
          </p:nvSpPr>
          <p:spPr>
            <a:xfrm>
              <a:off x="5473625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24" name="Retângulo: Cantos Arredondados 23">
              <a:extLst>
                <a:ext uri="{FF2B5EF4-FFF2-40B4-BE49-F238E27FC236}">
                  <a16:creationId xmlns:a16="http://schemas.microsoft.com/office/drawing/2014/main" id="{BE1456AE-ED2B-72A9-D02A-1CD0F978D85D}"/>
                </a:ext>
              </a:extLst>
            </p:cNvPr>
            <p:cNvSpPr/>
            <p:nvPr/>
          </p:nvSpPr>
          <p:spPr>
            <a:xfrm>
              <a:off x="6178382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25" name="Retângulo: Cantos Arredondados 24">
              <a:extLst>
                <a:ext uri="{FF2B5EF4-FFF2-40B4-BE49-F238E27FC236}">
                  <a16:creationId xmlns:a16="http://schemas.microsoft.com/office/drawing/2014/main" id="{4755B973-D05B-1281-55E7-74B61C8A4505}"/>
                </a:ext>
              </a:extLst>
            </p:cNvPr>
            <p:cNvSpPr/>
            <p:nvPr/>
          </p:nvSpPr>
          <p:spPr>
            <a:xfrm>
              <a:off x="6883139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26" name="Retângulo: Cantos Arredondados 25">
              <a:extLst>
                <a:ext uri="{FF2B5EF4-FFF2-40B4-BE49-F238E27FC236}">
                  <a16:creationId xmlns:a16="http://schemas.microsoft.com/office/drawing/2014/main" id="{23BB2712-A117-128D-132B-22540621C404}"/>
                </a:ext>
              </a:extLst>
            </p:cNvPr>
            <p:cNvSpPr/>
            <p:nvPr/>
          </p:nvSpPr>
          <p:spPr>
            <a:xfrm>
              <a:off x="7587896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27" name="Retângulo: Cantos Arredondados 26">
              <a:extLst>
                <a:ext uri="{FF2B5EF4-FFF2-40B4-BE49-F238E27FC236}">
                  <a16:creationId xmlns:a16="http://schemas.microsoft.com/office/drawing/2014/main" id="{1F3E133E-5E8D-EA78-A60D-62DE8FA3C825}"/>
                </a:ext>
              </a:extLst>
            </p:cNvPr>
            <p:cNvSpPr/>
            <p:nvPr/>
          </p:nvSpPr>
          <p:spPr>
            <a:xfrm>
              <a:off x="8292653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28" name="Retângulo: Cantos Arredondados 27">
              <a:extLst>
                <a:ext uri="{FF2B5EF4-FFF2-40B4-BE49-F238E27FC236}">
                  <a16:creationId xmlns:a16="http://schemas.microsoft.com/office/drawing/2014/main" id="{52F08055-4C07-9D7D-B51F-6C5520201AFF}"/>
                </a:ext>
              </a:extLst>
            </p:cNvPr>
            <p:cNvSpPr/>
            <p:nvPr/>
          </p:nvSpPr>
          <p:spPr>
            <a:xfrm>
              <a:off x="8997410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29" name="Retângulo: Cantos Arredondados 28">
              <a:extLst>
                <a:ext uri="{FF2B5EF4-FFF2-40B4-BE49-F238E27FC236}">
                  <a16:creationId xmlns:a16="http://schemas.microsoft.com/office/drawing/2014/main" id="{915F56B7-CB97-B128-3798-360BFADDFBFE}"/>
                </a:ext>
              </a:extLst>
            </p:cNvPr>
            <p:cNvSpPr/>
            <p:nvPr/>
          </p:nvSpPr>
          <p:spPr>
            <a:xfrm>
              <a:off x="9702167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30" name="Retângulo: Cantos Arredondados 29">
              <a:extLst>
                <a:ext uri="{FF2B5EF4-FFF2-40B4-BE49-F238E27FC236}">
                  <a16:creationId xmlns:a16="http://schemas.microsoft.com/office/drawing/2014/main" id="{6422418E-AA0B-8E26-FC84-D410772659AF}"/>
                </a:ext>
              </a:extLst>
            </p:cNvPr>
            <p:cNvSpPr/>
            <p:nvPr/>
          </p:nvSpPr>
          <p:spPr>
            <a:xfrm>
              <a:off x="10406924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31" name="Retângulo: Cantos Arredondados 30">
              <a:extLst>
                <a:ext uri="{FF2B5EF4-FFF2-40B4-BE49-F238E27FC236}">
                  <a16:creationId xmlns:a16="http://schemas.microsoft.com/office/drawing/2014/main" id="{E640292C-BE19-1E3C-A127-339B803D0EC0}"/>
                </a:ext>
              </a:extLst>
            </p:cNvPr>
            <p:cNvSpPr/>
            <p:nvPr/>
          </p:nvSpPr>
          <p:spPr>
            <a:xfrm>
              <a:off x="11111674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pic>
        <p:nvPicPr>
          <p:cNvPr id="32" name="emoji">
            <a:extLst>
              <a:ext uri="{FF2B5EF4-FFF2-40B4-BE49-F238E27FC236}">
                <a16:creationId xmlns:a16="http://schemas.microsoft.com/office/drawing/2014/main" id="{D5E21F0E-C48A-B95C-AD66-20556A0DDDF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343083" y="1938181"/>
            <a:ext cx="1085856" cy="1085856"/>
          </a:xfrm>
          <a:prstGeom prst="rect">
            <a:avLst/>
          </a:prstGeom>
          <a:effectLst>
            <a:outerShdw blurRad="635000" dist="190500" dir="2700000" algn="tl" rotWithShape="0">
              <a:prstClr val="black">
                <a:alpha val="60000"/>
              </a:prstClr>
            </a:outerShdw>
          </a:effectLst>
        </p:spPr>
      </p:pic>
      <p:pic>
        <p:nvPicPr>
          <p:cNvPr id="37" name="que pena, vc errou">
            <a:hlinkClick r:id="" action="ppaction://media"/>
            <a:extLst>
              <a:ext uri="{FF2B5EF4-FFF2-40B4-BE49-F238E27FC236}">
                <a16:creationId xmlns:a16="http://schemas.microsoft.com/office/drawing/2014/main" id="{E7877330-4976-EF07-7A6B-DC501CA5A40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-772973" y="206871"/>
            <a:ext cx="509587" cy="509587"/>
          </a:xfrm>
          <a:prstGeom prst="rect">
            <a:avLst/>
          </a:prstGeom>
        </p:spPr>
      </p:pic>
      <p:sp>
        <p:nvSpPr>
          <p:cNvPr id="33" name="Botaão Próxima">
            <a:hlinkClick r:id="rId7" action="ppaction://hlinksldjump"/>
            <a:extLst>
              <a:ext uri="{FF2B5EF4-FFF2-40B4-BE49-F238E27FC236}">
                <a16:creationId xmlns:a16="http://schemas.microsoft.com/office/drawing/2014/main" id="{53474A7E-3077-C8C5-1005-C2DA17EEE819}"/>
              </a:ext>
            </a:extLst>
          </p:cNvPr>
          <p:cNvSpPr/>
          <p:nvPr/>
        </p:nvSpPr>
        <p:spPr>
          <a:xfrm>
            <a:off x="9051455" y="5367405"/>
            <a:ext cx="2330219" cy="540000"/>
          </a:xfrm>
          <a:prstGeom prst="roundRect">
            <a:avLst/>
          </a:prstGeom>
          <a:gradFill flip="none" rotWithShape="1">
            <a:gsLst>
              <a:gs pos="0">
                <a:schemeClr val="accent6"/>
              </a:gs>
              <a:gs pos="59000">
                <a:schemeClr val="accent6">
                  <a:lumMod val="75000"/>
                </a:schemeClr>
              </a:gs>
              <a:gs pos="100000">
                <a:schemeClr val="accent6">
                  <a:lumMod val="50000"/>
                </a:schemeClr>
              </a:gs>
            </a:gsLst>
            <a:lin ang="19200000" scaled="0"/>
            <a:tileRect/>
          </a:gradFill>
          <a:ln w="19050">
            <a:solidFill>
              <a:schemeClr val="bg1"/>
            </a:solidFill>
          </a:ln>
          <a:effectLst>
            <a:outerShdw blurRad="381000" dist="1270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rIns="108000" rtlCol="0" anchor="ctr"/>
          <a:lstStyle/>
          <a:p>
            <a:pPr algn="ctr"/>
            <a:r>
              <a:rPr lang="pt-BR" sz="1400" b="1" dirty="0">
                <a:ln w="3175">
                  <a:noFill/>
                </a:ln>
                <a:effectLst>
                  <a:outerShdw blurRad="1270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Arial" panose="020B0604020202020204" pitchFamily="34" charset="0"/>
                <a:ea typeface="Open Sans Extrabold" panose="020B0906030804020204" pitchFamily="34" charset="0"/>
                <a:cs typeface="Arial" panose="020B0604020202020204" pitchFamily="34" charset="0"/>
              </a:rPr>
              <a:t>Voltar</a:t>
            </a:r>
          </a:p>
        </p:txBody>
      </p:sp>
    </p:spTree>
    <p:extLst>
      <p:ext uri="{BB962C8B-B14F-4D97-AF65-F5344CB8AC3E}">
        <p14:creationId xmlns:p14="http://schemas.microsoft.com/office/powerpoint/2010/main" val="34886289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2040" fill="hold"/>
                                            <p:tgtEl>
                                              <p:spTgt spid="37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  <p:par>
                                    <p:cTn id="7" presetID="2" presetClass="entr" presetSubtype="4" fill="hold" grpId="0" nodeType="with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9" dur="20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10" dur="20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1" presetID="2" presetClass="entr" presetSubtype="1" fill="hold" grpId="0" nodeType="with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13" dur="20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14" dur="20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5" presetID="2" presetClass="entr" presetSubtype="4" fill="hold" grpId="0" nodeType="with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17" dur="20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18" dur="20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9" presetID="2" presetClass="entr" presetSubtype="1" fill="hold" grpId="0" nodeType="with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21" dur="20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22" dur="20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3" presetID="2" presetClass="entr" presetSubtype="4" fill="hold" grpId="0" nodeType="with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25" dur="20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26" dur="20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7" presetID="2" presetClass="entr" presetSubtype="1" fill="hold" grpId="0" nodeType="with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29" dur="20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30" dur="20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1" presetID="2" presetClass="entr" presetSubtype="4" fill="hold" grpId="0" nodeType="with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33" dur="20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34" dur="20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5" presetID="23" presetClass="entr" presetSubtype="32" fill="hold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7" dur="5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4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8" dur="5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4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9" presetID="22" presetClass="entr" presetSubtype="8" fill="hold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4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41" dur="1000"/>
                                            <p:tgtEl>
                                              <p:spTgt spid="1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2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43" dur="indefinite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44" dur="indefinite"/>
                                            <p:tgtEl>
                                              <p:spTgt spid="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5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46" dur="indefinite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47" dur="indefinite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8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49" dur="indefinite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50" dur="indefinite"/>
                                            <p:tgtEl>
                                              <p:spTgt spid="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1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52" dur="indefinite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53" dur="indefinite"/>
                                            <p:tgtEl>
                                              <p:spTgt spid="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4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55" dur="indefinite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56" dur="indefinite"/>
                                            <p:tgtEl>
                                              <p:spTgt spid="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7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58" dur="indefinite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59" dur="indefinite"/>
                                            <p:tgtEl>
                                              <p:spTgt spid="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0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61" dur="indefinite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62" dur="indefinite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63" fill="hold">
                                <p:stCondLst>
                                  <p:cond delay="2040"/>
                                </p:stCondLst>
                                <p:childTnLst>
                                  <p:par>
                                    <p:cTn id="64" presetID="5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66" dur="5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7" dur="5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68" dur="500"/>
                                            <p:tgtEl>
                                              <p:spTgt spid="3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9" presetID="42" presetClass="path" presetSubtype="0" accel="50000" decel="5000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8.33333E-7 -7.40741E-7 L -8.33333E-7 0.3206 " pathEditMode="relative" rAng="0" ptsTypes="AA">
                                          <p:cBhvr>
                                            <p:cTn id="70" dur="500" spd="-1000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16019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71" fill="hold">
                                <p:stCondLst>
                                  <p:cond delay="2540"/>
                                </p:stCondLst>
                                <p:childTnLst>
                                  <p:par>
                                    <p:cTn id="72" presetID="6" presetClass="emph" presetSubtype="0" repeatCount="indefinite" autoRev="1" fill="hold" grpId="2" nodeType="afterEffect">
                                      <p:stCondLst>
                                        <p:cond delay="0"/>
                                      </p:stCondLst>
                                      <p:endCondLst>
                                        <p:cond evt="onNext" delay="0">
                                          <p:tgtEl>
                                            <p:sldTgt/>
                                          </p:tgtEl>
                                        </p:cond>
                                      </p:endCondLst>
                                      <p:childTnLst>
                                        <p:animScale>
                                          <p:cBhvr>
                                            <p:cTn id="73" dur="500" fill="hold"/>
                                            <p:tgtEl>
                                              <p:spTgt spid="33"/>
                                            </p:tgtEl>
                                          </p:cBhvr>
                                          <p:by x="90000" y="90000"/>
                                        </p:animScale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>
                    <p:cTn id="74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37"/>
                    </p:tgtEl>
                  </p:cMediaNode>
                </p:audio>
              </p:childTnLst>
            </p:cTn>
          </p:par>
        </p:tnLst>
        <p:bldLst>
          <p:bldP spid="2" grpId="0"/>
          <p:bldP spid="2" grpId="1"/>
          <p:bldP spid="8" grpId="0"/>
          <p:bldP spid="8" grpId="1"/>
          <p:bldP spid="7" grpId="0"/>
          <p:bldP spid="7" grpId="1"/>
          <p:bldP spid="6" grpId="0"/>
          <p:bldP spid="6" grpId="1"/>
          <p:bldP spid="5" grpId="0"/>
          <p:bldP spid="5" grpId="1"/>
          <p:bldP spid="4" grpId="0"/>
          <p:bldP spid="4" grpId="1"/>
          <p:bldP spid="3" grpId="0"/>
          <p:bldP spid="3" grpId="1"/>
          <p:bldP spid="33" grpId="0" animBg="1"/>
          <p:bldP spid="33" grpId="1" animBg="1"/>
          <p:bldP spid="33" grpId="2" animBg="1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2040" fill="hold"/>
                                            <p:tgtEl>
                                              <p:spTgt spid="37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  <p:par>
                                    <p:cTn id="7" presetID="2" presetClass="entr" presetSubtype="4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9" dur="20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0" dur="20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1" presetID="2" presetClass="entr" presetSubtype="1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3" dur="20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4" dur="20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5" presetID="2" presetClass="entr" presetSubtype="4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7" dur="20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8" dur="20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9" presetID="2" presetClass="entr" presetSubtype="1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1" dur="20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2" dur="20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3" presetID="2" presetClass="entr" presetSubtype="4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5" dur="20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6" dur="20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7" presetID="2" presetClass="entr" presetSubtype="1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9" dur="20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0" dur="20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1" presetID="2" presetClass="entr" presetSubtype="4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3" dur="20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4" dur="20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5" presetID="23" presetClass="entr" presetSubtype="32" fill="hold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7" dur="5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4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8" dur="5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4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9" presetID="22" presetClass="entr" presetSubtype="8" fill="hold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4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41" dur="1000"/>
                                            <p:tgtEl>
                                              <p:spTgt spid="1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2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43" dur="indefinite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44" dur="indefinite"/>
                                            <p:tgtEl>
                                              <p:spTgt spid="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5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46" dur="indefinite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47" dur="indefinite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8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49" dur="indefinite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50" dur="indefinite"/>
                                            <p:tgtEl>
                                              <p:spTgt spid="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1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52" dur="indefinite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53" dur="indefinite"/>
                                            <p:tgtEl>
                                              <p:spTgt spid="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4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55" dur="indefinite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56" dur="indefinite"/>
                                            <p:tgtEl>
                                              <p:spTgt spid="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7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58" dur="indefinite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59" dur="indefinite"/>
                                            <p:tgtEl>
                                              <p:spTgt spid="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0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61" dur="indefinite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62" dur="indefinite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63" fill="hold">
                                <p:stCondLst>
                                  <p:cond delay="2040"/>
                                </p:stCondLst>
                                <p:childTnLst>
                                  <p:par>
                                    <p:cTn id="64" presetID="5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66" dur="5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7" dur="5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68" dur="500"/>
                                            <p:tgtEl>
                                              <p:spTgt spid="3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9" presetID="42" presetClass="path" presetSubtype="0" accel="50000" decel="5000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8.33333E-7 -7.40741E-7 L -8.33333E-7 0.3206 " pathEditMode="relative" rAng="0" ptsTypes="AA">
                                          <p:cBhvr>
                                            <p:cTn id="70" dur="500" spd="-1000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16019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71" fill="hold">
                                <p:stCondLst>
                                  <p:cond delay="2540"/>
                                </p:stCondLst>
                                <p:childTnLst>
                                  <p:par>
                                    <p:cTn id="72" presetID="6" presetClass="emph" presetSubtype="0" repeatCount="indefinite" autoRev="1" fill="hold" grpId="2" nodeType="afterEffect">
                                      <p:stCondLst>
                                        <p:cond delay="0"/>
                                      </p:stCondLst>
                                      <p:endCondLst>
                                        <p:cond evt="onNext" delay="0">
                                          <p:tgtEl>
                                            <p:sldTgt/>
                                          </p:tgtEl>
                                        </p:cond>
                                      </p:endCondLst>
                                      <p:childTnLst>
                                        <p:animScale>
                                          <p:cBhvr>
                                            <p:cTn id="73" dur="500" fill="hold"/>
                                            <p:tgtEl>
                                              <p:spTgt spid="33"/>
                                            </p:tgtEl>
                                          </p:cBhvr>
                                          <p:by x="90000" y="90000"/>
                                        </p:animScale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>
                    <p:cTn id="74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37"/>
                    </p:tgtEl>
                  </p:cMediaNode>
                </p:audio>
              </p:childTnLst>
            </p:cTn>
          </p:par>
        </p:tnLst>
        <p:bldLst>
          <p:bldP spid="2" grpId="0"/>
          <p:bldP spid="2" grpId="1"/>
          <p:bldP spid="8" grpId="0"/>
          <p:bldP spid="8" grpId="1"/>
          <p:bldP spid="7" grpId="0"/>
          <p:bldP spid="7" grpId="1"/>
          <p:bldP spid="6" grpId="0"/>
          <p:bldP spid="6" grpId="1"/>
          <p:bldP spid="5" grpId="0"/>
          <p:bldP spid="5" grpId="1"/>
          <p:bldP spid="4" grpId="0"/>
          <p:bldP spid="4" grpId="1"/>
          <p:bldP spid="3" grpId="0"/>
          <p:bldP spid="3" grpId="1"/>
          <p:bldP spid="33" grpId="0" animBg="1"/>
          <p:bldP spid="33" grpId="1" animBg="1"/>
          <p:bldP spid="33" grpId="2" animBg="1"/>
        </p:bldLst>
      </p:timing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C00000"/>
            </a:gs>
            <a:gs pos="100000">
              <a:schemeClr val="tx1">
                <a:lumMod val="85000"/>
                <a:lumOff val="15000"/>
              </a:schemeClr>
            </a:gs>
          </a:gsLst>
          <a:lin ang="81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7">
            <a:extLst>
              <a:ext uri="{FF2B5EF4-FFF2-40B4-BE49-F238E27FC236}">
                <a16:creationId xmlns:a16="http://schemas.microsoft.com/office/drawing/2014/main" id="{AF47984B-59F1-7176-A115-158B29114E0E}"/>
              </a:ext>
            </a:extLst>
          </p:cNvPr>
          <p:cNvSpPr txBox="1"/>
          <p:nvPr/>
        </p:nvSpPr>
        <p:spPr>
          <a:xfrm>
            <a:off x="8746332" y="-11965950"/>
            <a:ext cx="1005403" cy="16342935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9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8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7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5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4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3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2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1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</p:txBody>
      </p:sp>
      <p:sp>
        <p:nvSpPr>
          <p:cNvPr id="8" name="N6">
            <a:extLst>
              <a:ext uri="{FF2B5EF4-FFF2-40B4-BE49-F238E27FC236}">
                <a16:creationId xmlns:a16="http://schemas.microsoft.com/office/drawing/2014/main" id="{FE3BD9AB-7F50-A4B5-5F53-70354EF481F4}"/>
              </a:ext>
            </a:extLst>
          </p:cNvPr>
          <p:cNvSpPr txBox="1"/>
          <p:nvPr/>
        </p:nvSpPr>
        <p:spPr>
          <a:xfrm>
            <a:off x="7805114" y="2671817"/>
            <a:ext cx="1005403" cy="16342935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9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8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7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5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4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3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2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1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</p:txBody>
      </p:sp>
      <p:sp>
        <p:nvSpPr>
          <p:cNvPr id="7" name="N5">
            <a:extLst>
              <a:ext uri="{FF2B5EF4-FFF2-40B4-BE49-F238E27FC236}">
                <a16:creationId xmlns:a16="http://schemas.microsoft.com/office/drawing/2014/main" id="{D60E20A6-40DE-61FF-BC52-780641776D60}"/>
              </a:ext>
            </a:extLst>
          </p:cNvPr>
          <p:cNvSpPr txBox="1"/>
          <p:nvPr/>
        </p:nvSpPr>
        <p:spPr>
          <a:xfrm>
            <a:off x="6863896" y="-11965950"/>
            <a:ext cx="1005403" cy="16342935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9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8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7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5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4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3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2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1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</p:txBody>
      </p:sp>
      <p:sp>
        <p:nvSpPr>
          <p:cNvPr id="6" name="N4">
            <a:extLst>
              <a:ext uri="{FF2B5EF4-FFF2-40B4-BE49-F238E27FC236}">
                <a16:creationId xmlns:a16="http://schemas.microsoft.com/office/drawing/2014/main" id="{B55EA620-A448-2ACD-AF8D-A6933BC4F87F}"/>
              </a:ext>
            </a:extLst>
          </p:cNvPr>
          <p:cNvSpPr txBox="1"/>
          <p:nvPr/>
        </p:nvSpPr>
        <p:spPr>
          <a:xfrm>
            <a:off x="5546009" y="2671817"/>
            <a:ext cx="1005403" cy="16342935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9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8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7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5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4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3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2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1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</p:txBody>
      </p:sp>
      <p:sp>
        <p:nvSpPr>
          <p:cNvPr id="5" name="N3">
            <a:extLst>
              <a:ext uri="{FF2B5EF4-FFF2-40B4-BE49-F238E27FC236}">
                <a16:creationId xmlns:a16="http://schemas.microsoft.com/office/drawing/2014/main" id="{EAC23BB9-25AA-23D1-BBA8-4E96A8121B22}"/>
              </a:ext>
            </a:extLst>
          </p:cNvPr>
          <p:cNvSpPr txBox="1"/>
          <p:nvPr/>
        </p:nvSpPr>
        <p:spPr>
          <a:xfrm>
            <a:off x="4604791" y="-11965950"/>
            <a:ext cx="1005403" cy="16342935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9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8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7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5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4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3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2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1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</p:txBody>
      </p:sp>
      <p:sp>
        <p:nvSpPr>
          <p:cNvPr id="4" name="N2">
            <a:extLst>
              <a:ext uri="{FF2B5EF4-FFF2-40B4-BE49-F238E27FC236}">
                <a16:creationId xmlns:a16="http://schemas.microsoft.com/office/drawing/2014/main" id="{95EF8A55-2A5D-C739-62DE-9F54AB9D7812}"/>
              </a:ext>
            </a:extLst>
          </p:cNvPr>
          <p:cNvSpPr txBox="1"/>
          <p:nvPr/>
        </p:nvSpPr>
        <p:spPr>
          <a:xfrm>
            <a:off x="3663573" y="2671817"/>
            <a:ext cx="1005403" cy="16342935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9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8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7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5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4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3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2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1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</p:txBody>
      </p:sp>
      <p:sp>
        <p:nvSpPr>
          <p:cNvPr id="3" name="N1">
            <a:extLst>
              <a:ext uri="{FF2B5EF4-FFF2-40B4-BE49-F238E27FC236}">
                <a16:creationId xmlns:a16="http://schemas.microsoft.com/office/drawing/2014/main" id="{321860B9-DC15-351B-F334-054EAF2E4D85}"/>
              </a:ext>
            </a:extLst>
          </p:cNvPr>
          <p:cNvSpPr txBox="1"/>
          <p:nvPr/>
        </p:nvSpPr>
        <p:spPr>
          <a:xfrm>
            <a:off x="2446833" y="-11965950"/>
            <a:ext cx="1005403" cy="16342935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9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8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7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5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4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3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2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1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</p:txBody>
      </p:sp>
      <p:grpSp>
        <p:nvGrpSpPr>
          <p:cNvPr id="34" name="!!mascara">
            <a:extLst>
              <a:ext uri="{FF2B5EF4-FFF2-40B4-BE49-F238E27FC236}">
                <a16:creationId xmlns:a16="http://schemas.microsoft.com/office/drawing/2014/main" id="{C287DD8F-17E0-D7CA-89A4-3F01919A018C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 useBgFill="1">
          <p:nvSpPr>
            <p:cNvPr id="9" name="Forma Livre: Forma 8">
              <a:extLst>
                <a:ext uri="{FF2B5EF4-FFF2-40B4-BE49-F238E27FC236}">
                  <a16:creationId xmlns:a16="http://schemas.microsoft.com/office/drawing/2014/main" id="{43DD7F38-D131-0688-54CD-A4DDB6A95DE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0"/>
              <a:ext cx="12192000" cy="6858000"/>
            </a:xfrm>
            <a:custGeom>
              <a:avLst/>
              <a:gdLst>
                <a:gd name="connsiteX0" fmla="*/ 2566220 w 12192000"/>
                <a:gd name="connsiteY0" fmla="*/ 2632290 h 6858000"/>
                <a:gd name="connsiteX1" fmla="*/ 2322443 w 12192000"/>
                <a:gd name="connsiteY1" fmla="*/ 2876067 h 6858000"/>
                <a:gd name="connsiteX2" fmla="*/ 2322443 w 12192000"/>
                <a:gd name="connsiteY2" fmla="*/ 3851145 h 6858000"/>
                <a:gd name="connsiteX3" fmla="*/ 2566220 w 12192000"/>
                <a:gd name="connsiteY3" fmla="*/ 4094922 h 6858000"/>
                <a:gd name="connsiteX4" fmla="*/ 9625780 w 12192000"/>
                <a:gd name="connsiteY4" fmla="*/ 4094922 h 6858000"/>
                <a:gd name="connsiteX5" fmla="*/ 9869557 w 12192000"/>
                <a:gd name="connsiteY5" fmla="*/ 3851145 h 6858000"/>
                <a:gd name="connsiteX6" fmla="*/ 9869557 w 12192000"/>
                <a:gd name="connsiteY6" fmla="*/ 2876067 h 6858000"/>
                <a:gd name="connsiteX7" fmla="*/ 9625780 w 12192000"/>
                <a:gd name="connsiteY7" fmla="*/ 2632290 h 6858000"/>
                <a:gd name="connsiteX8" fmla="*/ 0 w 12192000"/>
                <a:gd name="connsiteY8" fmla="*/ 0 h 6858000"/>
                <a:gd name="connsiteX9" fmla="*/ 12192000 w 12192000"/>
                <a:gd name="connsiteY9" fmla="*/ 0 h 6858000"/>
                <a:gd name="connsiteX10" fmla="*/ 12192000 w 12192000"/>
                <a:gd name="connsiteY10" fmla="*/ 6858000 h 6858000"/>
                <a:gd name="connsiteX11" fmla="*/ 0 w 12192000"/>
                <a:gd name="connsiteY11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192000" h="6858000">
                  <a:moveTo>
                    <a:pt x="2566220" y="2632290"/>
                  </a:moveTo>
                  <a:cubicBezTo>
                    <a:pt x="2431586" y="2632290"/>
                    <a:pt x="2322443" y="2741433"/>
                    <a:pt x="2322443" y="2876067"/>
                  </a:cubicBezTo>
                  <a:lnTo>
                    <a:pt x="2322443" y="3851145"/>
                  </a:lnTo>
                  <a:cubicBezTo>
                    <a:pt x="2322443" y="3985779"/>
                    <a:pt x="2431586" y="4094922"/>
                    <a:pt x="2566220" y="4094922"/>
                  </a:cubicBezTo>
                  <a:lnTo>
                    <a:pt x="9625780" y="4094922"/>
                  </a:lnTo>
                  <a:cubicBezTo>
                    <a:pt x="9760414" y="4094922"/>
                    <a:pt x="9869557" y="3985779"/>
                    <a:pt x="9869557" y="3851145"/>
                  </a:cubicBezTo>
                  <a:lnTo>
                    <a:pt x="9869557" y="2876067"/>
                  </a:lnTo>
                  <a:cubicBezTo>
                    <a:pt x="9869557" y="2741433"/>
                    <a:pt x="9760414" y="2632290"/>
                    <a:pt x="9625780" y="2632290"/>
                  </a:cubicBezTo>
                  <a:close/>
                  <a:moveTo>
                    <a:pt x="0" y="0"/>
                  </a:moveTo>
                  <a:lnTo>
                    <a:pt x="12192000" y="0"/>
                  </a:lnTo>
                  <a:lnTo>
                    <a:pt x="12192000" y="6858000"/>
                  </a:lnTo>
                  <a:lnTo>
                    <a:pt x="0" y="6858000"/>
                  </a:lnTo>
                  <a:close/>
                </a:path>
              </a:pathLst>
            </a:custGeom>
            <a:ln>
              <a:noFill/>
            </a:ln>
            <a:effectLst>
              <a:outerShdw blurRad="3810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0" name="CaixaDeTexto 9">
              <a:extLst>
                <a:ext uri="{FF2B5EF4-FFF2-40B4-BE49-F238E27FC236}">
                  <a16:creationId xmlns:a16="http://schemas.microsoft.com/office/drawing/2014/main" id="{4014AAB1-279C-87A1-6A54-69E5927AF183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40326" y="330615"/>
              <a:ext cx="11111348" cy="985530"/>
            </a:xfrm>
            <a:prstGeom prst="roundRect">
              <a:avLst>
                <a:gd name="adj" fmla="val 26924"/>
              </a:avLst>
            </a:prstGeom>
            <a:solidFill>
              <a:srgbClr val="FFC000"/>
            </a:solidFill>
            <a:ln w="19050">
              <a:noFill/>
            </a:ln>
            <a:effectLst>
              <a:outerShdw blurRad="635000" dist="2540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 anchorCtr="1"/>
            <a:lstStyle>
              <a:defPPr>
                <a:defRPr lang="pt-BR"/>
              </a:defPPr>
              <a:lvl1pPr algn="ctr">
                <a:defRPr b="1">
                  <a:ln w="3175">
                    <a:noFill/>
                  </a:ln>
                  <a:solidFill>
                    <a:srgbClr val="FF0000"/>
                  </a:solidFill>
                  <a:latin typeface="Arial Narrow" panose="020B0606020202030204" pitchFamily="34" charset="0"/>
                  <a:ea typeface="Open Sans Extrabold" panose="020B0906030804020204" pitchFamily="34" charset="0"/>
                  <a:cs typeface="Arial" panose="020B0604020202020204" pitchFamily="34" charset="0"/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4400" b="1" i="0" u="none" strike="noStrike" kern="1200" cap="none" spc="600" normalizeH="0" baseline="0" noProof="0">
                  <a:ln w="3175"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Open Sans Extrabold" panose="020B0906030804020204" pitchFamily="34" charset="0"/>
                  <a:cs typeface="Arial" panose="020B0604020202020204" pitchFamily="34" charset="0"/>
                </a:rPr>
                <a:t>VOCÊ ERROU!</a:t>
              </a:r>
            </a:p>
          </p:txBody>
        </p:sp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6893B8BF-F8F5-DB56-E87C-8ED5CBA7FCB6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226072" y="2180704"/>
              <a:ext cx="206883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24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Arial" panose="020B0604020202020204" pitchFamily="34" charset="0"/>
                </a:rPr>
                <a:t>Você ganhou:</a:t>
              </a:r>
            </a:p>
          </p:txBody>
        </p:sp>
        <p:sp>
          <p:nvSpPr>
            <p:cNvPr id="12" name="CaixaDeTexto 11">
              <a:extLst>
                <a:ext uri="{FF2B5EF4-FFF2-40B4-BE49-F238E27FC236}">
                  <a16:creationId xmlns:a16="http://schemas.microsoft.com/office/drawing/2014/main" id="{E77C9F72-334E-862C-ACF5-323EF2E8C72C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667254" y="2555761"/>
              <a:ext cx="64472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28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R$</a:t>
              </a:r>
            </a:p>
          </p:txBody>
        </p:sp>
        <p:sp>
          <p:nvSpPr>
            <p:cNvPr id="13" name="Elipse 12">
              <a:extLst>
                <a:ext uri="{FF2B5EF4-FFF2-40B4-BE49-F238E27FC236}">
                  <a16:creationId xmlns:a16="http://schemas.microsoft.com/office/drawing/2014/main" id="{D879FEC9-3C93-4084-1DC0-039C3A2FA1A8}"/>
                </a:ext>
              </a:extLst>
            </p:cNvPr>
            <p:cNvSpPr>
              <a:spLocks noGrp="1" noRot="1" noChangeAspect="1" noMove="1" noResize="1" noEditPoints="1" noAdjustHandles="1" noChangeArrowheads="1" noChangeShapeType="1"/>
            </p:cNvSpPr>
            <p:nvPr/>
          </p:nvSpPr>
          <p:spPr>
            <a:xfrm>
              <a:off x="3480684" y="3646074"/>
              <a:ext cx="180000" cy="180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4" name="Elipse 13">
              <a:extLst>
                <a:ext uri="{FF2B5EF4-FFF2-40B4-BE49-F238E27FC236}">
                  <a16:creationId xmlns:a16="http://schemas.microsoft.com/office/drawing/2014/main" id="{4014B435-FE21-6F3F-D0A3-96A450E125B7}"/>
                </a:ext>
              </a:extLst>
            </p:cNvPr>
            <p:cNvSpPr>
              <a:spLocks noGrp="1" noRot="1" noChangeAspect="1" noMove="1" noResize="1" noEditPoints="1" noAdjustHandles="1" noChangeArrowheads="1" noChangeShapeType="1"/>
            </p:cNvSpPr>
            <p:nvPr/>
          </p:nvSpPr>
          <p:spPr>
            <a:xfrm>
              <a:off x="6610570" y="3646074"/>
              <a:ext cx="180000" cy="180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grpSp>
        <p:nvGrpSpPr>
          <p:cNvPr id="15" name="barra de progresso">
            <a:extLst>
              <a:ext uri="{FF2B5EF4-FFF2-40B4-BE49-F238E27FC236}">
                <a16:creationId xmlns:a16="http://schemas.microsoft.com/office/drawing/2014/main" id="{D7DF4F7E-B4C8-F5D8-B5B0-9D68AE4528F9}"/>
              </a:ext>
            </a:extLst>
          </p:cNvPr>
          <p:cNvGrpSpPr/>
          <p:nvPr/>
        </p:nvGrpSpPr>
        <p:grpSpPr>
          <a:xfrm>
            <a:off x="540326" y="6168042"/>
            <a:ext cx="11111348" cy="216000"/>
            <a:chOff x="540326" y="6168042"/>
            <a:chExt cx="11111348" cy="216000"/>
          </a:xfrm>
        </p:grpSpPr>
        <p:sp useBgFill="1">
          <p:nvSpPr>
            <p:cNvPr id="16" name="Retângulo: Cantos Arredondados 15">
              <a:extLst>
                <a:ext uri="{FF2B5EF4-FFF2-40B4-BE49-F238E27FC236}">
                  <a16:creationId xmlns:a16="http://schemas.microsoft.com/office/drawing/2014/main" id="{645F6494-8FFC-74C9-3BEE-6344C16689C9}"/>
                </a:ext>
              </a:extLst>
            </p:cNvPr>
            <p:cNvSpPr/>
            <p:nvPr/>
          </p:nvSpPr>
          <p:spPr>
            <a:xfrm>
              <a:off x="540326" y="6168042"/>
              <a:ext cx="540000" cy="216000"/>
            </a:xfrm>
            <a:prstGeom prst="roundRect">
              <a:avLst>
                <a:gd name="adj" fmla="val 50000"/>
              </a:avLst>
            </a:prstGeom>
            <a:ln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17" name="Retângulo: Cantos Arredondados 16">
              <a:extLst>
                <a:ext uri="{FF2B5EF4-FFF2-40B4-BE49-F238E27FC236}">
                  <a16:creationId xmlns:a16="http://schemas.microsoft.com/office/drawing/2014/main" id="{D0360543-989E-44E5-018D-E2B5E5E7950A}"/>
                </a:ext>
              </a:extLst>
            </p:cNvPr>
            <p:cNvSpPr/>
            <p:nvPr/>
          </p:nvSpPr>
          <p:spPr>
            <a:xfrm>
              <a:off x="1245083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18" name="Retângulo: Cantos Arredondados 17">
              <a:extLst>
                <a:ext uri="{FF2B5EF4-FFF2-40B4-BE49-F238E27FC236}">
                  <a16:creationId xmlns:a16="http://schemas.microsoft.com/office/drawing/2014/main" id="{832CD0D4-B00B-66F6-AC8B-2047BB5D1C88}"/>
                </a:ext>
              </a:extLst>
            </p:cNvPr>
            <p:cNvSpPr/>
            <p:nvPr/>
          </p:nvSpPr>
          <p:spPr>
            <a:xfrm>
              <a:off x="1949840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19" name="Retângulo: Cantos Arredondados 18">
              <a:extLst>
                <a:ext uri="{FF2B5EF4-FFF2-40B4-BE49-F238E27FC236}">
                  <a16:creationId xmlns:a16="http://schemas.microsoft.com/office/drawing/2014/main" id="{09C5ED91-4829-2188-7144-57BB65B5895C}"/>
                </a:ext>
              </a:extLst>
            </p:cNvPr>
            <p:cNvSpPr/>
            <p:nvPr/>
          </p:nvSpPr>
          <p:spPr>
            <a:xfrm>
              <a:off x="2654597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20" name="Retângulo: Cantos Arredondados 19">
              <a:extLst>
                <a:ext uri="{FF2B5EF4-FFF2-40B4-BE49-F238E27FC236}">
                  <a16:creationId xmlns:a16="http://schemas.microsoft.com/office/drawing/2014/main" id="{B5F9D68A-2A87-C90C-1D98-7737129DB43B}"/>
                </a:ext>
              </a:extLst>
            </p:cNvPr>
            <p:cNvSpPr/>
            <p:nvPr/>
          </p:nvSpPr>
          <p:spPr>
            <a:xfrm>
              <a:off x="3359354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21" name="Retângulo: Cantos Arredondados 20">
              <a:extLst>
                <a:ext uri="{FF2B5EF4-FFF2-40B4-BE49-F238E27FC236}">
                  <a16:creationId xmlns:a16="http://schemas.microsoft.com/office/drawing/2014/main" id="{A3EAB60E-42B2-0210-E6AD-787A54CF5E6B}"/>
                </a:ext>
              </a:extLst>
            </p:cNvPr>
            <p:cNvSpPr/>
            <p:nvPr/>
          </p:nvSpPr>
          <p:spPr>
            <a:xfrm>
              <a:off x="4064111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22" name="Retângulo: Cantos Arredondados 21">
              <a:extLst>
                <a:ext uri="{FF2B5EF4-FFF2-40B4-BE49-F238E27FC236}">
                  <a16:creationId xmlns:a16="http://schemas.microsoft.com/office/drawing/2014/main" id="{7805FE38-3DA6-AA69-5A21-5FDF35D7E06F}"/>
                </a:ext>
              </a:extLst>
            </p:cNvPr>
            <p:cNvSpPr/>
            <p:nvPr/>
          </p:nvSpPr>
          <p:spPr>
            <a:xfrm>
              <a:off x="4768868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23" name="Retângulo: Cantos Arredondados 22">
              <a:extLst>
                <a:ext uri="{FF2B5EF4-FFF2-40B4-BE49-F238E27FC236}">
                  <a16:creationId xmlns:a16="http://schemas.microsoft.com/office/drawing/2014/main" id="{2F3233F8-5476-5095-85DB-1E53D02FFF73}"/>
                </a:ext>
              </a:extLst>
            </p:cNvPr>
            <p:cNvSpPr/>
            <p:nvPr/>
          </p:nvSpPr>
          <p:spPr>
            <a:xfrm>
              <a:off x="5473625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24" name="Retângulo: Cantos Arredondados 23">
              <a:extLst>
                <a:ext uri="{FF2B5EF4-FFF2-40B4-BE49-F238E27FC236}">
                  <a16:creationId xmlns:a16="http://schemas.microsoft.com/office/drawing/2014/main" id="{BE1456AE-ED2B-72A9-D02A-1CD0F978D85D}"/>
                </a:ext>
              </a:extLst>
            </p:cNvPr>
            <p:cNvSpPr/>
            <p:nvPr/>
          </p:nvSpPr>
          <p:spPr>
            <a:xfrm>
              <a:off x="6178382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25" name="Retângulo: Cantos Arredondados 24">
              <a:extLst>
                <a:ext uri="{FF2B5EF4-FFF2-40B4-BE49-F238E27FC236}">
                  <a16:creationId xmlns:a16="http://schemas.microsoft.com/office/drawing/2014/main" id="{4755B973-D05B-1281-55E7-74B61C8A4505}"/>
                </a:ext>
              </a:extLst>
            </p:cNvPr>
            <p:cNvSpPr/>
            <p:nvPr/>
          </p:nvSpPr>
          <p:spPr>
            <a:xfrm>
              <a:off x="6883139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26" name="Retângulo: Cantos Arredondados 25">
              <a:extLst>
                <a:ext uri="{FF2B5EF4-FFF2-40B4-BE49-F238E27FC236}">
                  <a16:creationId xmlns:a16="http://schemas.microsoft.com/office/drawing/2014/main" id="{23BB2712-A117-128D-132B-22540621C404}"/>
                </a:ext>
              </a:extLst>
            </p:cNvPr>
            <p:cNvSpPr/>
            <p:nvPr/>
          </p:nvSpPr>
          <p:spPr>
            <a:xfrm>
              <a:off x="7587896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27" name="Retângulo: Cantos Arredondados 26">
              <a:extLst>
                <a:ext uri="{FF2B5EF4-FFF2-40B4-BE49-F238E27FC236}">
                  <a16:creationId xmlns:a16="http://schemas.microsoft.com/office/drawing/2014/main" id="{1F3E133E-5E8D-EA78-A60D-62DE8FA3C825}"/>
                </a:ext>
              </a:extLst>
            </p:cNvPr>
            <p:cNvSpPr/>
            <p:nvPr/>
          </p:nvSpPr>
          <p:spPr>
            <a:xfrm>
              <a:off x="8292653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28" name="Retângulo: Cantos Arredondados 27">
              <a:extLst>
                <a:ext uri="{FF2B5EF4-FFF2-40B4-BE49-F238E27FC236}">
                  <a16:creationId xmlns:a16="http://schemas.microsoft.com/office/drawing/2014/main" id="{52F08055-4C07-9D7D-B51F-6C5520201AFF}"/>
                </a:ext>
              </a:extLst>
            </p:cNvPr>
            <p:cNvSpPr/>
            <p:nvPr/>
          </p:nvSpPr>
          <p:spPr>
            <a:xfrm>
              <a:off x="8997410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29" name="Retângulo: Cantos Arredondados 28">
              <a:extLst>
                <a:ext uri="{FF2B5EF4-FFF2-40B4-BE49-F238E27FC236}">
                  <a16:creationId xmlns:a16="http://schemas.microsoft.com/office/drawing/2014/main" id="{915F56B7-CB97-B128-3798-360BFADDFBFE}"/>
                </a:ext>
              </a:extLst>
            </p:cNvPr>
            <p:cNvSpPr/>
            <p:nvPr/>
          </p:nvSpPr>
          <p:spPr>
            <a:xfrm>
              <a:off x="9702167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30" name="Retângulo: Cantos Arredondados 29">
              <a:extLst>
                <a:ext uri="{FF2B5EF4-FFF2-40B4-BE49-F238E27FC236}">
                  <a16:creationId xmlns:a16="http://schemas.microsoft.com/office/drawing/2014/main" id="{6422418E-AA0B-8E26-FC84-D410772659AF}"/>
                </a:ext>
              </a:extLst>
            </p:cNvPr>
            <p:cNvSpPr/>
            <p:nvPr/>
          </p:nvSpPr>
          <p:spPr>
            <a:xfrm>
              <a:off x="10406924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31" name="Retângulo: Cantos Arredondados 30">
              <a:extLst>
                <a:ext uri="{FF2B5EF4-FFF2-40B4-BE49-F238E27FC236}">
                  <a16:creationId xmlns:a16="http://schemas.microsoft.com/office/drawing/2014/main" id="{E640292C-BE19-1E3C-A127-339B803D0EC0}"/>
                </a:ext>
              </a:extLst>
            </p:cNvPr>
            <p:cNvSpPr/>
            <p:nvPr/>
          </p:nvSpPr>
          <p:spPr>
            <a:xfrm>
              <a:off x="11111674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pic>
        <p:nvPicPr>
          <p:cNvPr id="32" name="emoji">
            <a:extLst>
              <a:ext uri="{FF2B5EF4-FFF2-40B4-BE49-F238E27FC236}">
                <a16:creationId xmlns:a16="http://schemas.microsoft.com/office/drawing/2014/main" id="{D5E21F0E-C48A-B95C-AD66-20556A0DDDF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343083" y="1938181"/>
            <a:ext cx="1085856" cy="1085856"/>
          </a:xfrm>
          <a:prstGeom prst="rect">
            <a:avLst/>
          </a:prstGeom>
          <a:effectLst>
            <a:outerShdw blurRad="635000" dist="190500" dir="2700000" algn="tl" rotWithShape="0">
              <a:prstClr val="black">
                <a:alpha val="60000"/>
              </a:prstClr>
            </a:outerShdw>
          </a:effectLst>
        </p:spPr>
      </p:pic>
      <p:pic>
        <p:nvPicPr>
          <p:cNvPr id="37" name="que pena, vc errou">
            <a:hlinkClick r:id="" action="ppaction://media"/>
            <a:extLst>
              <a:ext uri="{FF2B5EF4-FFF2-40B4-BE49-F238E27FC236}">
                <a16:creationId xmlns:a16="http://schemas.microsoft.com/office/drawing/2014/main" id="{E7877330-4976-EF07-7A6B-DC501CA5A40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-772973" y="206871"/>
            <a:ext cx="509587" cy="509587"/>
          </a:xfrm>
          <a:prstGeom prst="rect">
            <a:avLst/>
          </a:prstGeom>
        </p:spPr>
      </p:pic>
      <p:sp>
        <p:nvSpPr>
          <p:cNvPr id="33" name="Botaão Próxima">
            <a:hlinkClick r:id="rId7" action="ppaction://hlinksldjump"/>
            <a:extLst>
              <a:ext uri="{FF2B5EF4-FFF2-40B4-BE49-F238E27FC236}">
                <a16:creationId xmlns:a16="http://schemas.microsoft.com/office/drawing/2014/main" id="{53474A7E-3077-C8C5-1005-C2DA17EEE819}"/>
              </a:ext>
            </a:extLst>
          </p:cNvPr>
          <p:cNvSpPr/>
          <p:nvPr/>
        </p:nvSpPr>
        <p:spPr>
          <a:xfrm>
            <a:off x="9051455" y="5367405"/>
            <a:ext cx="2330219" cy="540000"/>
          </a:xfrm>
          <a:prstGeom prst="roundRect">
            <a:avLst/>
          </a:prstGeom>
          <a:gradFill flip="none" rotWithShape="1">
            <a:gsLst>
              <a:gs pos="0">
                <a:schemeClr val="accent6"/>
              </a:gs>
              <a:gs pos="59000">
                <a:schemeClr val="accent6">
                  <a:lumMod val="75000"/>
                </a:schemeClr>
              </a:gs>
              <a:gs pos="100000">
                <a:schemeClr val="accent6">
                  <a:lumMod val="50000"/>
                </a:schemeClr>
              </a:gs>
            </a:gsLst>
            <a:lin ang="19200000" scaled="0"/>
            <a:tileRect/>
          </a:gradFill>
          <a:ln w="19050">
            <a:solidFill>
              <a:schemeClr val="bg1"/>
            </a:solidFill>
          </a:ln>
          <a:effectLst>
            <a:outerShdw blurRad="381000" dist="1270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rIns="108000" rtlCol="0" anchor="ctr"/>
          <a:lstStyle/>
          <a:p>
            <a:pPr algn="ctr"/>
            <a:r>
              <a:rPr lang="pt-BR" sz="1400" b="1" dirty="0">
                <a:ln w="3175">
                  <a:noFill/>
                </a:ln>
                <a:effectLst>
                  <a:outerShdw blurRad="1270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Arial" panose="020B0604020202020204" pitchFamily="34" charset="0"/>
                <a:ea typeface="Open Sans Extrabold" panose="020B0906030804020204" pitchFamily="34" charset="0"/>
                <a:cs typeface="Arial" panose="020B0604020202020204" pitchFamily="34" charset="0"/>
              </a:rPr>
              <a:t>Voltar</a:t>
            </a:r>
          </a:p>
        </p:txBody>
      </p:sp>
    </p:spTree>
    <p:extLst>
      <p:ext uri="{BB962C8B-B14F-4D97-AF65-F5344CB8AC3E}">
        <p14:creationId xmlns:p14="http://schemas.microsoft.com/office/powerpoint/2010/main" val="20514771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2040" fill="hold"/>
                                            <p:tgtEl>
                                              <p:spTgt spid="37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  <p:par>
                                    <p:cTn id="7" presetID="2" presetClass="entr" presetSubtype="4" fill="hold" grpId="0" nodeType="with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9" dur="20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10" dur="20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1" presetID="2" presetClass="entr" presetSubtype="1" fill="hold" grpId="0" nodeType="with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13" dur="20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14" dur="20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5" presetID="2" presetClass="entr" presetSubtype="4" fill="hold" grpId="0" nodeType="with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17" dur="20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18" dur="20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9" presetID="2" presetClass="entr" presetSubtype="1" fill="hold" grpId="0" nodeType="with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21" dur="20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22" dur="20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3" presetID="2" presetClass="entr" presetSubtype="4" fill="hold" grpId="0" nodeType="with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25" dur="20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26" dur="20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7" presetID="2" presetClass="entr" presetSubtype="1" fill="hold" grpId="0" nodeType="with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29" dur="20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30" dur="20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1" presetID="2" presetClass="entr" presetSubtype="4" fill="hold" grpId="0" nodeType="with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33" dur="20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34" dur="20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5" presetID="23" presetClass="entr" presetSubtype="32" fill="hold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7" dur="5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4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8" dur="5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4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9" presetID="22" presetClass="entr" presetSubtype="8" fill="hold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4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41" dur="1000"/>
                                            <p:tgtEl>
                                              <p:spTgt spid="1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2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43" dur="indefinite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44" dur="indefinite"/>
                                            <p:tgtEl>
                                              <p:spTgt spid="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5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46" dur="indefinite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47" dur="indefinite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8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49" dur="indefinite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50" dur="indefinite"/>
                                            <p:tgtEl>
                                              <p:spTgt spid="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1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52" dur="indefinite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53" dur="indefinite"/>
                                            <p:tgtEl>
                                              <p:spTgt spid="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4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55" dur="indefinite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56" dur="indefinite"/>
                                            <p:tgtEl>
                                              <p:spTgt spid="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7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58" dur="indefinite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59" dur="indefinite"/>
                                            <p:tgtEl>
                                              <p:spTgt spid="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0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61" dur="indefinite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62" dur="indefinite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63" fill="hold">
                                <p:stCondLst>
                                  <p:cond delay="2040"/>
                                </p:stCondLst>
                                <p:childTnLst>
                                  <p:par>
                                    <p:cTn id="64" presetID="5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66" dur="5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7" dur="5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68" dur="500"/>
                                            <p:tgtEl>
                                              <p:spTgt spid="3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9" presetID="42" presetClass="path" presetSubtype="0" accel="50000" decel="5000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8.33333E-7 -7.40741E-7 L -8.33333E-7 0.3206 " pathEditMode="relative" rAng="0" ptsTypes="AA">
                                          <p:cBhvr>
                                            <p:cTn id="70" dur="500" spd="-1000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16019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71" fill="hold">
                                <p:stCondLst>
                                  <p:cond delay="2540"/>
                                </p:stCondLst>
                                <p:childTnLst>
                                  <p:par>
                                    <p:cTn id="72" presetID="6" presetClass="emph" presetSubtype="0" repeatCount="indefinite" autoRev="1" fill="hold" grpId="2" nodeType="afterEffect">
                                      <p:stCondLst>
                                        <p:cond delay="0"/>
                                      </p:stCondLst>
                                      <p:endCondLst>
                                        <p:cond evt="onNext" delay="0">
                                          <p:tgtEl>
                                            <p:sldTgt/>
                                          </p:tgtEl>
                                        </p:cond>
                                      </p:endCondLst>
                                      <p:childTnLst>
                                        <p:animScale>
                                          <p:cBhvr>
                                            <p:cTn id="73" dur="500" fill="hold"/>
                                            <p:tgtEl>
                                              <p:spTgt spid="33"/>
                                            </p:tgtEl>
                                          </p:cBhvr>
                                          <p:by x="90000" y="90000"/>
                                        </p:animScale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>
                    <p:cTn id="74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37"/>
                    </p:tgtEl>
                  </p:cMediaNode>
                </p:audio>
              </p:childTnLst>
            </p:cTn>
          </p:par>
        </p:tnLst>
        <p:bldLst>
          <p:bldP spid="2" grpId="0"/>
          <p:bldP spid="2" grpId="1"/>
          <p:bldP spid="8" grpId="0"/>
          <p:bldP spid="8" grpId="1"/>
          <p:bldP spid="7" grpId="0"/>
          <p:bldP spid="7" grpId="1"/>
          <p:bldP spid="6" grpId="0"/>
          <p:bldP spid="6" grpId="1"/>
          <p:bldP spid="5" grpId="0"/>
          <p:bldP spid="5" grpId="1"/>
          <p:bldP spid="4" grpId="0"/>
          <p:bldP spid="4" grpId="1"/>
          <p:bldP spid="3" grpId="0"/>
          <p:bldP spid="3" grpId="1"/>
          <p:bldP spid="33" grpId="0" animBg="1"/>
          <p:bldP spid="33" grpId="1" animBg="1"/>
          <p:bldP spid="33" grpId="2" animBg="1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2040" fill="hold"/>
                                            <p:tgtEl>
                                              <p:spTgt spid="37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  <p:par>
                                    <p:cTn id="7" presetID="2" presetClass="entr" presetSubtype="4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9" dur="20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0" dur="20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1" presetID="2" presetClass="entr" presetSubtype="1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3" dur="20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4" dur="20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5" presetID="2" presetClass="entr" presetSubtype="4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7" dur="20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8" dur="20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9" presetID="2" presetClass="entr" presetSubtype="1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1" dur="20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2" dur="20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3" presetID="2" presetClass="entr" presetSubtype="4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5" dur="20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6" dur="20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7" presetID="2" presetClass="entr" presetSubtype="1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9" dur="20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0" dur="20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1" presetID="2" presetClass="entr" presetSubtype="4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3" dur="20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4" dur="20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5" presetID="23" presetClass="entr" presetSubtype="32" fill="hold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7" dur="5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4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8" dur="5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4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9" presetID="22" presetClass="entr" presetSubtype="8" fill="hold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4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41" dur="1000"/>
                                            <p:tgtEl>
                                              <p:spTgt spid="1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2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43" dur="indefinite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44" dur="indefinite"/>
                                            <p:tgtEl>
                                              <p:spTgt spid="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5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46" dur="indefinite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47" dur="indefinite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8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49" dur="indefinite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50" dur="indefinite"/>
                                            <p:tgtEl>
                                              <p:spTgt spid="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1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52" dur="indefinite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53" dur="indefinite"/>
                                            <p:tgtEl>
                                              <p:spTgt spid="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4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55" dur="indefinite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56" dur="indefinite"/>
                                            <p:tgtEl>
                                              <p:spTgt spid="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7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58" dur="indefinite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59" dur="indefinite"/>
                                            <p:tgtEl>
                                              <p:spTgt spid="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0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61" dur="indefinite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62" dur="indefinite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63" fill="hold">
                                <p:stCondLst>
                                  <p:cond delay="2040"/>
                                </p:stCondLst>
                                <p:childTnLst>
                                  <p:par>
                                    <p:cTn id="64" presetID="5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66" dur="5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7" dur="5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68" dur="500"/>
                                            <p:tgtEl>
                                              <p:spTgt spid="3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9" presetID="42" presetClass="path" presetSubtype="0" accel="50000" decel="5000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8.33333E-7 -7.40741E-7 L -8.33333E-7 0.3206 " pathEditMode="relative" rAng="0" ptsTypes="AA">
                                          <p:cBhvr>
                                            <p:cTn id="70" dur="500" spd="-1000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16019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71" fill="hold">
                                <p:stCondLst>
                                  <p:cond delay="2540"/>
                                </p:stCondLst>
                                <p:childTnLst>
                                  <p:par>
                                    <p:cTn id="72" presetID="6" presetClass="emph" presetSubtype="0" repeatCount="indefinite" autoRev="1" fill="hold" grpId="2" nodeType="afterEffect">
                                      <p:stCondLst>
                                        <p:cond delay="0"/>
                                      </p:stCondLst>
                                      <p:endCondLst>
                                        <p:cond evt="onNext" delay="0">
                                          <p:tgtEl>
                                            <p:sldTgt/>
                                          </p:tgtEl>
                                        </p:cond>
                                      </p:endCondLst>
                                      <p:childTnLst>
                                        <p:animScale>
                                          <p:cBhvr>
                                            <p:cTn id="73" dur="500" fill="hold"/>
                                            <p:tgtEl>
                                              <p:spTgt spid="33"/>
                                            </p:tgtEl>
                                          </p:cBhvr>
                                          <p:by x="90000" y="90000"/>
                                        </p:animScale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>
                    <p:cTn id="74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37"/>
                    </p:tgtEl>
                  </p:cMediaNode>
                </p:audio>
              </p:childTnLst>
            </p:cTn>
          </p:par>
        </p:tnLst>
        <p:bldLst>
          <p:bldP spid="2" grpId="0"/>
          <p:bldP spid="2" grpId="1"/>
          <p:bldP spid="8" grpId="0"/>
          <p:bldP spid="8" grpId="1"/>
          <p:bldP spid="7" grpId="0"/>
          <p:bldP spid="7" grpId="1"/>
          <p:bldP spid="6" grpId="0"/>
          <p:bldP spid="6" grpId="1"/>
          <p:bldP spid="5" grpId="0"/>
          <p:bldP spid="5" grpId="1"/>
          <p:bldP spid="4" grpId="0"/>
          <p:bldP spid="4" grpId="1"/>
          <p:bldP spid="3" grpId="0"/>
          <p:bldP spid="3" grpId="1"/>
          <p:bldP spid="33" grpId="0" animBg="1"/>
          <p:bldP spid="33" grpId="1" animBg="1"/>
          <p:bldP spid="33" grpId="2" animBg="1"/>
        </p:bldLst>
      </p:timing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C00000"/>
            </a:gs>
            <a:gs pos="100000">
              <a:schemeClr val="tx1">
                <a:lumMod val="85000"/>
                <a:lumOff val="15000"/>
              </a:schemeClr>
            </a:gs>
          </a:gsLst>
          <a:lin ang="81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7">
            <a:extLst>
              <a:ext uri="{FF2B5EF4-FFF2-40B4-BE49-F238E27FC236}">
                <a16:creationId xmlns:a16="http://schemas.microsoft.com/office/drawing/2014/main" id="{AF47984B-59F1-7176-A115-158B29114E0E}"/>
              </a:ext>
            </a:extLst>
          </p:cNvPr>
          <p:cNvSpPr txBox="1"/>
          <p:nvPr/>
        </p:nvSpPr>
        <p:spPr>
          <a:xfrm>
            <a:off x="8746332" y="-11965950"/>
            <a:ext cx="1005403" cy="16342935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9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8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7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5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4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3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2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1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</p:txBody>
      </p:sp>
      <p:sp>
        <p:nvSpPr>
          <p:cNvPr id="8" name="N6">
            <a:extLst>
              <a:ext uri="{FF2B5EF4-FFF2-40B4-BE49-F238E27FC236}">
                <a16:creationId xmlns:a16="http://schemas.microsoft.com/office/drawing/2014/main" id="{FE3BD9AB-7F50-A4B5-5F53-70354EF481F4}"/>
              </a:ext>
            </a:extLst>
          </p:cNvPr>
          <p:cNvSpPr txBox="1"/>
          <p:nvPr/>
        </p:nvSpPr>
        <p:spPr>
          <a:xfrm>
            <a:off x="7805114" y="2671817"/>
            <a:ext cx="1005403" cy="16342935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9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8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7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5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4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3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2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1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</p:txBody>
      </p:sp>
      <p:sp>
        <p:nvSpPr>
          <p:cNvPr id="7" name="N5">
            <a:extLst>
              <a:ext uri="{FF2B5EF4-FFF2-40B4-BE49-F238E27FC236}">
                <a16:creationId xmlns:a16="http://schemas.microsoft.com/office/drawing/2014/main" id="{D60E20A6-40DE-61FF-BC52-780641776D60}"/>
              </a:ext>
            </a:extLst>
          </p:cNvPr>
          <p:cNvSpPr txBox="1"/>
          <p:nvPr/>
        </p:nvSpPr>
        <p:spPr>
          <a:xfrm>
            <a:off x="6863896" y="-11965950"/>
            <a:ext cx="1005403" cy="16342935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9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8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7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5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4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3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2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1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</p:txBody>
      </p:sp>
      <p:sp>
        <p:nvSpPr>
          <p:cNvPr id="6" name="N4">
            <a:extLst>
              <a:ext uri="{FF2B5EF4-FFF2-40B4-BE49-F238E27FC236}">
                <a16:creationId xmlns:a16="http://schemas.microsoft.com/office/drawing/2014/main" id="{B55EA620-A448-2ACD-AF8D-A6933BC4F87F}"/>
              </a:ext>
            </a:extLst>
          </p:cNvPr>
          <p:cNvSpPr txBox="1"/>
          <p:nvPr/>
        </p:nvSpPr>
        <p:spPr>
          <a:xfrm>
            <a:off x="5546009" y="2671817"/>
            <a:ext cx="1005403" cy="16342935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9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8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7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5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4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3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2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1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</p:txBody>
      </p:sp>
      <p:sp>
        <p:nvSpPr>
          <p:cNvPr id="5" name="N3">
            <a:extLst>
              <a:ext uri="{FF2B5EF4-FFF2-40B4-BE49-F238E27FC236}">
                <a16:creationId xmlns:a16="http://schemas.microsoft.com/office/drawing/2014/main" id="{EAC23BB9-25AA-23D1-BBA8-4E96A8121B22}"/>
              </a:ext>
            </a:extLst>
          </p:cNvPr>
          <p:cNvSpPr txBox="1"/>
          <p:nvPr/>
        </p:nvSpPr>
        <p:spPr>
          <a:xfrm>
            <a:off x="4604791" y="-11965950"/>
            <a:ext cx="1005403" cy="16342935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9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8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7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5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4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3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2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1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</p:txBody>
      </p:sp>
      <p:sp>
        <p:nvSpPr>
          <p:cNvPr id="4" name="N2">
            <a:extLst>
              <a:ext uri="{FF2B5EF4-FFF2-40B4-BE49-F238E27FC236}">
                <a16:creationId xmlns:a16="http://schemas.microsoft.com/office/drawing/2014/main" id="{95EF8A55-2A5D-C739-62DE-9F54AB9D7812}"/>
              </a:ext>
            </a:extLst>
          </p:cNvPr>
          <p:cNvSpPr txBox="1"/>
          <p:nvPr/>
        </p:nvSpPr>
        <p:spPr>
          <a:xfrm>
            <a:off x="3663573" y="2671817"/>
            <a:ext cx="1005403" cy="16342935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9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8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7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5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4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3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2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1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</p:txBody>
      </p:sp>
      <p:sp>
        <p:nvSpPr>
          <p:cNvPr id="3" name="N1">
            <a:extLst>
              <a:ext uri="{FF2B5EF4-FFF2-40B4-BE49-F238E27FC236}">
                <a16:creationId xmlns:a16="http://schemas.microsoft.com/office/drawing/2014/main" id="{321860B9-DC15-351B-F334-054EAF2E4D85}"/>
              </a:ext>
            </a:extLst>
          </p:cNvPr>
          <p:cNvSpPr txBox="1"/>
          <p:nvPr/>
        </p:nvSpPr>
        <p:spPr>
          <a:xfrm>
            <a:off x="2446833" y="-11965950"/>
            <a:ext cx="1005403" cy="16342935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9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8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7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5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4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3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2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1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</p:txBody>
      </p:sp>
      <p:grpSp>
        <p:nvGrpSpPr>
          <p:cNvPr id="34" name="!!mascara">
            <a:extLst>
              <a:ext uri="{FF2B5EF4-FFF2-40B4-BE49-F238E27FC236}">
                <a16:creationId xmlns:a16="http://schemas.microsoft.com/office/drawing/2014/main" id="{C287DD8F-17E0-D7CA-89A4-3F01919A018C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 useBgFill="1">
          <p:nvSpPr>
            <p:cNvPr id="9" name="Forma Livre: Forma 8">
              <a:extLst>
                <a:ext uri="{FF2B5EF4-FFF2-40B4-BE49-F238E27FC236}">
                  <a16:creationId xmlns:a16="http://schemas.microsoft.com/office/drawing/2014/main" id="{43DD7F38-D131-0688-54CD-A4DDB6A95DE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0"/>
              <a:ext cx="12192000" cy="6858000"/>
            </a:xfrm>
            <a:custGeom>
              <a:avLst/>
              <a:gdLst>
                <a:gd name="connsiteX0" fmla="*/ 2566220 w 12192000"/>
                <a:gd name="connsiteY0" fmla="*/ 2632290 h 6858000"/>
                <a:gd name="connsiteX1" fmla="*/ 2322443 w 12192000"/>
                <a:gd name="connsiteY1" fmla="*/ 2876067 h 6858000"/>
                <a:gd name="connsiteX2" fmla="*/ 2322443 w 12192000"/>
                <a:gd name="connsiteY2" fmla="*/ 3851145 h 6858000"/>
                <a:gd name="connsiteX3" fmla="*/ 2566220 w 12192000"/>
                <a:gd name="connsiteY3" fmla="*/ 4094922 h 6858000"/>
                <a:gd name="connsiteX4" fmla="*/ 9625780 w 12192000"/>
                <a:gd name="connsiteY4" fmla="*/ 4094922 h 6858000"/>
                <a:gd name="connsiteX5" fmla="*/ 9869557 w 12192000"/>
                <a:gd name="connsiteY5" fmla="*/ 3851145 h 6858000"/>
                <a:gd name="connsiteX6" fmla="*/ 9869557 w 12192000"/>
                <a:gd name="connsiteY6" fmla="*/ 2876067 h 6858000"/>
                <a:gd name="connsiteX7" fmla="*/ 9625780 w 12192000"/>
                <a:gd name="connsiteY7" fmla="*/ 2632290 h 6858000"/>
                <a:gd name="connsiteX8" fmla="*/ 0 w 12192000"/>
                <a:gd name="connsiteY8" fmla="*/ 0 h 6858000"/>
                <a:gd name="connsiteX9" fmla="*/ 12192000 w 12192000"/>
                <a:gd name="connsiteY9" fmla="*/ 0 h 6858000"/>
                <a:gd name="connsiteX10" fmla="*/ 12192000 w 12192000"/>
                <a:gd name="connsiteY10" fmla="*/ 6858000 h 6858000"/>
                <a:gd name="connsiteX11" fmla="*/ 0 w 12192000"/>
                <a:gd name="connsiteY11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192000" h="6858000">
                  <a:moveTo>
                    <a:pt x="2566220" y="2632290"/>
                  </a:moveTo>
                  <a:cubicBezTo>
                    <a:pt x="2431586" y="2632290"/>
                    <a:pt x="2322443" y="2741433"/>
                    <a:pt x="2322443" y="2876067"/>
                  </a:cubicBezTo>
                  <a:lnTo>
                    <a:pt x="2322443" y="3851145"/>
                  </a:lnTo>
                  <a:cubicBezTo>
                    <a:pt x="2322443" y="3985779"/>
                    <a:pt x="2431586" y="4094922"/>
                    <a:pt x="2566220" y="4094922"/>
                  </a:cubicBezTo>
                  <a:lnTo>
                    <a:pt x="9625780" y="4094922"/>
                  </a:lnTo>
                  <a:cubicBezTo>
                    <a:pt x="9760414" y="4094922"/>
                    <a:pt x="9869557" y="3985779"/>
                    <a:pt x="9869557" y="3851145"/>
                  </a:cubicBezTo>
                  <a:lnTo>
                    <a:pt x="9869557" y="2876067"/>
                  </a:lnTo>
                  <a:cubicBezTo>
                    <a:pt x="9869557" y="2741433"/>
                    <a:pt x="9760414" y="2632290"/>
                    <a:pt x="9625780" y="2632290"/>
                  </a:cubicBezTo>
                  <a:close/>
                  <a:moveTo>
                    <a:pt x="0" y="0"/>
                  </a:moveTo>
                  <a:lnTo>
                    <a:pt x="12192000" y="0"/>
                  </a:lnTo>
                  <a:lnTo>
                    <a:pt x="12192000" y="6858000"/>
                  </a:lnTo>
                  <a:lnTo>
                    <a:pt x="0" y="6858000"/>
                  </a:lnTo>
                  <a:close/>
                </a:path>
              </a:pathLst>
            </a:custGeom>
            <a:ln>
              <a:noFill/>
            </a:ln>
            <a:effectLst>
              <a:outerShdw blurRad="3810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0" name="CaixaDeTexto 9">
              <a:extLst>
                <a:ext uri="{FF2B5EF4-FFF2-40B4-BE49-F238E27FC236}">
                  <a16:creationId xmlns:a16="http://schemas.microsoft.com/office/drawing/2014/main" id="{4014AAB1-279C-87A1-6A54-69E5927AF183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40326" y="330615"/>
              <a:ext cx="11111348" cy="985530"/>
            </a:xfrm>
            <a:prstGeom prst="roundRect">
              <a:avLst>
                <a:gd name="adj" fmla="val 26924"/>
              </a:avLst>
            </a:prstGeom>
            <a:solidFill>
              <a:srgbClr val="FFC000"/>
            </a:solidFill>
            <a:ln w="19050">
              <a:noFill/>
            </a:ln>
            <a:effectLst>
              <a:outerShdw blurRad="635000" dist="2540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 anchorCtr="1"/>
            <a:lstStyle>
              <a:defPPr>
                <a:defRPr lang="pt-BR"/>
              </a:defPPr>
              <a:lvl1pPr algn="ctr">
                <a:defRPr b="1">
                  <a:ln w="3175">
                    <a:noFill/>
                  </a:ln>
                  <a:solidFill>
                    <a:srgbClr val="FF0000"/>
                  </a:solidFill>
                  <a:latin typeface="Arial Narrow" panose="020B0606020202030204" pitchFamily="34" charset="0"/>
                  <a:ea typeface="Open Sans Extrabold" panose="020B0906030804020204" pitchFamily="34" charset="0"/>
                  <a:cs typeface="Arial" panose="020B0604020202020204" pitchFamily="34" charset="0"/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4400" b="1" i="0" u="none" strike="noStrike" kern="1200" cap="none" spc="600" normalizeH="0" baseline="0" noProof="0">
                  <a:ln w="3175"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Open Sans Extrabold" panose="020B0906030804020204" pitchFamily="34" charset="0"/>
                  <a:cs typeface="Arial" panose="020B0604020202020204" pitchFamily="34" charset="0"/>
                </a:rPr>
                <a:t>VOCÊ ERROU!</a:t>
              </a:r>
            </a:p>
          </p:txBody>
        </p:sp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6893B8BF-F8F5-DB56-E87C-8ED5CBA7FCB6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226072" y="2180704"/>
              <a:ext cx="206883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24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Arial" panose="020B0604020202020204" pitchFamily="34" charset="0"/>
                </a:rPr>
                <a:t>Você ganhou:</a:t>
              </a:r>
            </a:p>
          </p:txBody>
        </p:sp>
        <p:sp>
          <p:nvSpPr>
            <p:cNvPr id="12" name="CaixaDeTexto 11">
              <a:extLst>
                <a:ext uri="{FF2B5EF4-FFF2-40B4-BE49-F238E27FC236}">
                  <a16:creationId xmlns:a16="http://schemas.microsoft.com/office/drawing/2014/main" id="{E77C9F72-334E-862C-ACF5-323EF2E8C72C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667254" y="2555761"/>
              <a:ext cx="64472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28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R$</a:t>
              </a:r>
            </a:p>
          </p:txBody>
        </p:sp>
        <p:sp>
          <p:nvSpPr>
            <p:cNvPr id="13" name="Elipse 12">
              <a:extLst>
                <a:ext uri="{FF2B5EF4-FFF2-40B4-BE49-F238E27FC236}">
                  <a16:creationId xmlns:a16="http://schemas.microsoft.com/office/drawing/2014/main" id="{D879FEC9-3C93-4084-1DC0-039C3A2FA1A8}"/>
                </a:ext>
              </a:extLst>
            </p:cNvPr>
            <p:cNvSpPr>
              <a:spLocks noGrp="1" noRot="1" noChangeAspect="1" noMove="1" noResize="1" noEditPoints="1" noAdjustHandles="1" noChangeArrowheads="1" noChangeShapeType="1"/>
            </p:cNvSpPr>
            <p:nvPr/>
          </p:nvSpPr>
          <p:spPr>
            <a:xfrm>
              <a:off x="3480684" y="3646074"/>
              <a:ext cx="180000" cy="180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4" name="Elipse 13">
              <a:extLst>
                <a:ext uri="{FF2B5EF4-FFF2-40B4-BE49-F238E27FC236}">
                  <a16:creationId xmlns:a16="http://schemas.microsoft.com/office/drawing/2014/main" id="{4014B435-FE21-6F3F-D0A3-96A450E125B7}"/>
                </a:ext>
              </a:extLst>
            </p:cNvPr>
            <p:cNvSpPr>
              <a:spLocks noGrp="1" noRot="1" noChangeAspect="1" noMove="1" noResize="1" noEditPoints="1" noAdjustHandles="1" noChangeArrowheads="1" noChangeShapeType="1"/>
            </p:cNvSpPr>
            <p:nvPr/>
          </p:nvSpPr>
          <p:spPr>
            <a:xfrm>
              <a:off x="6610570" y="3646074"/>
              <a:ext cx="180000" cy="180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grpSp>
        <p:nvGrpSpPr>
          <p:cNvPr id="15" name="barra de progresso">
            <a:extLst>
              <a:ext uri="{FF2B5EF4-FFF2-40B4-BE49-F238E27FC236}">
                <a16:creationId xmlns:a16="http://schemas.microsoft.com/office/drawing/2014/main" id="{D7DF4F7E-B4C8-F5D8-B5B0-9D68AE4528F9}"/>
              </a:ext>
            </a:extLst>
          </p:cNvPr>
          <p:cNvGrpSpPr/>
          <p:nvPr/>
        </p:nvGrpSpPr>
        <p:grpSpPr>
          <a:xfrm>
            <a:off x="540326" y="6168042"/>
            <a:ext cx="11111348" cy="216000"/>
            <a:chOff x="540326" y="6168042"/>
            <a:chExt cx="11111348" cy="216000"/>
          </a:xfrm>
        </p:grpSpPr>
        <p:sp useBgFill="1">
          <p:nvSpPr>
            <p:cNvPr id="16" name="Retângulo: Cantos Arredondados 15">
              <a:extLst>
                <a:ext uri="{FF2B5EF4-FFF2-40B4-BE49-F238E27FC236}">
                  <a16:creationId xmlns:a16="http://schemas.microsoft.com/office/drawing/2014/main" id="{645F6494-8FFC-74C9-3BEE-6344C16689C9}"/>
                </a:ext>
              </a:extLst>
            </p:cNvPr>
            <p:cNvSpPr/>
            <p:nvPr/>
          </p:nvSpPr>
          <p:spPr>
            <a:xfrm>
              <a:off x="540326" y="6168042"/>
              <a:ext cx="540000" cy="216000"/>
            </a:xfrm>
            <a:prstGeom prst="roundRect">
              <a:avLst>
                <a:gd name="adj" fmla="val 50000"/>
              </a:avLst>
            </a:prstGeom>
            <a:ln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17" name="Retângulo: Cantos Arredondados 16">
              <a:extLst>
                <a:ext uri="{FF2B5EF4-FFF2-40B4-BE49-F238E27FC236}">
                  <a16:creationId xmlns:a16="http://schemas.microsoft.com/office/drawing/2014/main" id="{D0360543-989E-44E5-018D-E2B5E5E7950A}"/>
                </a:ext>
              </a:extLst>
            </p:cNvPr>
            <p:cNvSpPr/>
            <p:nvPr/>
          </p:nvSpPr>
          <p:spPr>
            <a:xfrm>
              <a:off x="1245083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18" name="Retângulo: Cantos Arredondados 17">
              <a:extLst>
                <a:ext uri="{FF2B5EF4-FFF2-40B4-BE49-F238E27FC236}">
                  <a16:creationId xmlns:a16="http://schemas.microsoft.com/office/drawing/2014/main" id="{832CD0D4-B00B-66F6-AC8B-2047BB5D1C88}"/>
                </a:ext>
              </a:extLst>
            </p:cNvPr>
            <p:cNvSpPr/>
            <p:nvPr/>
          </p:nvSpPr>
          <p:spPr>
            <a:xfrm>
              <a:off x="1949840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19" name="Retângulo: Cantos Arredondados 18">
              <a:extLst>
                <a:ext uri="{FF2B5EF4-FFF2-40B4-BE49-F238E27FC236}">
                  <a16:creationId xmlns:a16="http://schemas.microsoft.com/office/drawing/2014/main" id="{09C5ED91-4829-2188-7144-57BB65B5895C}"/>
                </a:ext>
              </a:extLst>
            </p:cNvPr>
            <p:cNvSpPr/>
            <p:nvPr/>
          </p:nvSpPr>
          <p:spPr>
            <a:xfrm>
              <a:off x="2654597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20" name="Retângulo: Cantos Arredondados 19">
              <a:extLst>
                <a:ext uri="{FF2B5EF4-FFF2-40B4-BE49-F238E27FC236}">
                  <a16:creationId xmlns:a16="http://schemas.microsoft.com/office/drawing/2014/main" id="{B5F9D68A-2A87-C90C-1D98-7737129DB43B}"/>
                </a:ext>
              </a:extLst>
            </p:cNvPr>
            <p:cNvSpPr/>
            <p:nvPr/>
          </p:nvSpPr>
          <p:spPr>
            <a:xfrm>
              <a:off x="3359354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21" name="Retângulo: Cantos Arredondados 20">
              <a:extLst>
                <a:ext uri="{FF2B5EF4-FFF2-40B4-BE49-F238E27FC236}">
                  <a16:creationId xmlns:a16="http://schemas.microsoft.com/office/drawing/2014/main" id="{A3EAB60E-42B2-0210-E6AD-787A54CF5E6B}"/>
                </a:ext>
              </a:extLst>
            </p:cNvPr>
            <p:cNvSpPr/>
            <p:nvPr/>
          </p:nvSpPr>
          <p:spPr>
            <a:xfrm>
              <a:off x="4064111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22" name="Retângulo: Cantos Arredondados 21">
              <a:extLst>
                <a:ext uri="{FF2B5EF4-FFF2-40B4-BE49-F238E27FC236}">
                  <a16:creationId xmlns:a16="http://schemas.microsoft.com/office/drawing/2014/main" id="{7805FE38-3DA6-AA69-5A21-5FDF35D7E06F}"/>
                </a:ext>
              </a:extLst>
            </p:cNvPr>
            <p:cNvSpPr/>
            <p:nvPr/>
          </p:nvSpPr>
          <p:spPr>
            <a:xfrm>
              <a:off x="4768868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23" name="Retângulo: Cantos Arredondados 22">
              <a:extLst>
                <a:ext uri="{FF2B5EF4-FFF2-40B4-BE49-F238E27FC236}">
                  <a16:creationId xmlns:a16="http://schemas.microsoft.com/office/drawing/2014/main" id="{2F3233F8-5476-5095-85DB-1E53D02FFF73}"/>
                </a:ext>
              </a:extLst>
            </p:cNvPr>
            <p:cNvSpPr/>
            <p:nvPr/>
          </p:nvSpPr>
          <p:spPr>
            <a:xfrm>
              <a:off x="5473625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24" name="Retângulo: Cantos Arredondados 23">
              <a:extLst>
                <a:ext uri="{FF2B5EF4-FFF2-40B4-BE49-F238E27FC236}">
                  <a16:creationId xmlns:a16="http://schemas.microsoft.com/office/drawing/2014/main" id="{BE1456AE-ED2B-72A9-D02A-1CD0F978D85D}"/>
                </a:ext>
              </a:extLst>
            </p:cNvPr>
            <p:cNvSpPr/>
            <p:nvPr/>
          </p:nvSpPr>
          <p:spPr>
            <a:xfrm>
              <a:off x="6178382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25" name="Retângulo: Cantos Arredondados 24">
              <a:extLst>
                <a:ext uri="{FF2B5EF4-FFF2-40B4-BE49-F238E27FC236}">
                  <a16:creationId xmlns:a16="http://schemas.microsoft.com/office/drawing/2014/main" id="{4755B973-D05B-1281-55E7-74B61C8A4505}"/>
                </a:ext>
              </a:extLst>
            </p:cNvPr>
            <p:cNvSpPr/>
            <p:nvPr/>
          </p:nvSpPr>
          <p:spPr>
            <a:xfrm>
              <a:off x="6883139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26" name="Retângulo: Cantos Arredondados 25">
              <a:extLst>
                <a:ext uri="{FF2B5EF4-FFF2-40B4-BE49-F238E27FC236}">
                  <a16:creationId xmlns:a16="http://schemas.microsoft.com/office/drawing/2014/main" id="{23BB2712-A117-128D-132B-22540621C404}"/>
                </a:ext>
              </a:extLst>
            </p:cNvPr>
            <p:cNvSpPr/>
            <p:nvPr/>
          </p:nvSpPr>
          <p:spPr>
            <a:xfrm>
              <a:off x="7587896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27" name="Retângulo: Cantos Arredondados 26">
              <a:extLst>
                <a:ext uri="{FF2B5EF4-FFF2-40B4-BE49-F238E27FC236}">
                  <a16:creationId xmlns:a16="http://schemas.microsoft.com/office/drawing/2014/main" id="{1F3E133E-5E8D-EA78-A60D-62DE8FA3C825}"/>
                </a:ext>
              </a:extLst>
            </p:cNvPr>
            <p:cNvSpPr/>
            <p:nvPr/>
          </p:nvSpPr>
          <p:spPr>
            <a:xfrm>
              <a:off x="8292653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28" name="Retângulo: Cantos Arredondados 27">
              <a:extLst>
                <a:ext uri="{FF2B5EF4-FFF2-40B4-BE49-F238E27FC236}">
                  <a16:creationId xmlns:a16="http://schemas.microsoft.com/office/drawing/2014/main" id="{52F08055-4C07-9D7D-B51F-6C5520201AFF}"/>
                </a:ext>
              </a:extLst>
            </p:cNvPr>
            <p:cNvSpPr/>
            <p:nvPr/>
          </p:nvSpPr>
          <p:spPr>
            <a:xfrm>
              <a:off x="8997410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29" name="Retângulo: Cantos Arredondados 28">
              <a:extLst>
                <a:ext uri="{FF2B5EF4-FFF2-40B4-BE49-F238E27FC236}">
                  <a16:creationId xmlns:a16="http://schemas.microsoft.com/office/drawing/2014/main" id="{915F56B7-CB97-B128-3798-360BFADDFBFE}"/>
                </a:ext>
              </a:extLst>
            </p:cNvPr>
            <p:cNvSpPr/>
            <p:nvPr/>
          </p:nvSpPr>
          <p:spPr>
            <a:xfrm>
              <a:off x="9702167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30" name="Retângulo: Cantos Arredondados 29">
              <a:extLst>
                <a:ext uri="{FF2B5EF4-FFF2-40B4-BE49-F238E27FC236}">
                  <a16:creationId xmlns:a16="http://schemas.microsoft.com/office/drawing/2014/main" id="{6422418E-AA0B-8E26-FC84-D410772659AF}"/>
                </a:ext>
              </a:extLst>
            </p:cNvPr>
            <p:cNvSpPr/>
            <p:nvPr/>
          </p:nvSpPr>
          <p:spPr>
            <a:xfrm>
              <a:off x="10406924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31" name="Retângulo: Cantos Arredondados 30">
              <a:extLst>
                <a:ext uri="{FF2B5EF4-FFF2-40B4-BE49-F238E27FC236}">
                  <a16:creationId xmlns:a16="http://schemas.microsoft.com/office/drawing/2014/main" id="{E640292C-BE19-1E3C-A127-339B803D0EC0}"/>
                </a:ext>
              </a:extLst>
            </p:cNvPr>
            <p:cNvSpPr/>
            <p:nvPr/>
          </p:nvSpPr>
          <p:spPr>
            <a:xfrm>
              <a:off x="11111674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pic>
        <p:nvPicPr>
          <p:cNvPr id="32" name="emoji">
            <a:extLst>
              <a:ext uri="{FF2B5EF4-FFF2-40B4-BE49-F238E27FC236}">
                <a16:creationId xmlns:a16="http://schemas.microsoft.com/office/drawing/2014/main" id="{D5E21F0E-C48A-B95C-AD66-20556A0DDDF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343083" y="1938181"/>
            <a:ext cx="1085856" cy="1085856"/>
          </a:xfrm>
          <a:prstGeom prst="rect">
            <a:avLst/>
          </a:prstGeom>
          <a:effectLst>
            <a:outerShdw blurRad="635000" dist="190500" dir="2700000" algn="tl" rotWithShape="0">
              <a:prstClr val="black">
                <a:alpha val="60000"/>
              </a:prstClr>
            </a:outerShdw>
          </a:effectLst>
        </p:spPr>
      </p:pic>
      <p:pic>
        <p:nvPicPr>
          <p:cNvPr id="37" name="que pena, vc errou">
            <a:hlinkClick r:id="" action="ppaction://media"/>
            <a:extLst>
              <a:ext uri="{FF2B5EF4-FFF2-40B4-BE49-F238E27FC236}">
                <a16:creationId xmlns:a16="http://schemas.microsoft.com/office/drawing/2014/main" id="{E7877330-4976-EF07-7A6B-DC501CA5A40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-772973" y="206871"/>
            <a:ext cx="509587" cy="509587"/>
          </a:xfrm>
          <a:prstGeom prst="rect">
            <a:avLst/>
          </a:prstGeom>
        </p:spPr>
      </p:pic>
      <p:sp>
        <p:nvSpPr>
          <p:cNvPr id="33" name="Botaão Próxima">
            <a:hlinkClick r:id="rId7" action="ppaction://hlinksldjump"/>
            <a:extLst>
              <a:ext uri="{FF2B5EF4-FFF2-40B4-BE49-F238E27FC236}">
                <a16:creationId xmlns:a16="http://schemas.microsoft.com/office/drawing/2014/main" id="{53474A7E-3077-C8C5-1005-C2DA17EEE819}"/>
              </a:ext>
            </a:extLst>
          </p:cNvPr>
          <p:cNvSpPr/>
          <p:nvPr/>
        </p:nvSpPr>
        <p:spPr>
          <a:xfrm>
            <a:off x="9051455" y="5367405"/>
            <a:ext cx="2330219" cy="540000"/>
          </a:xfrm>
          <a:prstGeom prst="roundRect">
            <a:avLst/>
          </a:prstGeom>
          <a:gradFill flip="none" rotWithShape="1">
            <a:gsLst>
              <a:gs pos="0">
                <a:schemeClr val="accent6"/>
              </a:gs>
              <a:gs pos="59000">
                <a:schemeClr val="accent6">
                  <a:lumMod val="75000"/>
                </a:schemeClr>
              </a:gs>
              <a:gs pos="100000">
                <a:schemeClr val="accent6">
                  <a:lumMod val="50000"/>
                </a:schemeClr>
              </a:gs>
            </a:gsLst>
            <a:lin ang="19200000" scaled="0"/>
            <a:tileRect/>
          </a:gradFill>
          <a:ln w="19050">
            <a:solidFill>
              <a:schemeClr val="bg1"/>
            </a:solidFill>
          </a:ln>
          <a:effectLst>
            <a:outerShdw blurRad="381000" dist="1270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rIns="108000" rtlCol="0" anchor="ctr"/>
          <a:lstStyle/>
          <a:p>
            <a:pPr algn="ctr"/>
            <a:r>
              <a:rPr lang="pt-BR" sz="1400" b="1" dirty="0">
                <a:ln w="3175">
                  <a:noFill/>
                </a:ln>
                <a:effectLst>
                  <a:outerShdw blurRad="1270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Arial" panose="020B0604020202020204" pitchFamily="34" charset="0"/>
                <a:ea typeface="Open Sans Extrabold" panose="020B0906030804020204" pitchFamily="34" charset="0"/>
                <a:cs typeface="Arial" panose="020B0604020202020204" pitchFamily="34" charset="0"/>
              </a:rPr>
              <a:t>Voltar</a:t>
            </a:r>
          </a:p>
        </p:txBody>
      </p:sp>
    </p:spTree>
    <p:extLst>
      <p:ext uri="{BB962C8B-B14F-4D97-AF65-F5344CB8AC3E}">
        <p14:creationId xmlns:p14="http://schemas.microsoft.com/office/powerpoint/2010/main" val="18333152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2040" fill="hold"/>
                                            <p:tgtEl>
                                              <p:spTgt spid="37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  <p:par>
                                    <p:cTn id="7" presetID="2" presetClass="entr" presetSubtype="4" fill="hold" grpId="0" nodeType="with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9" dur="20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10" dur="20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1" presetID="2" presetClass="entr" presetSubtype="1" fill="hold" grpId="0" nodeType="with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13" dur="20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14" dur="20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5" presetID="2" presetClass="entr" presetSubtype="4" fill="hold" grpId="0" nodeType="with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17" dur="20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18" dur="20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9" presetID="2" presetClass="entr" presetSubtype="1" fill="hold" grpId="0" nodeType="with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21" dur="20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22" dur="20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3" presetID="2" presetClass="entr" presetSubtype="4" fill="hold" grpId="0" nodeType="with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25" dur="20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26" dur="20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7" presetID="2" presetClass="entr" presetSubtype="1" fill="hold" grpId="0" nodeType="with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29" dur="20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30" dur="20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1" presetID="2" presetClass="entr" presetSubtype="4" fill="hold" grpId="0" nodeType="with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33" dur="20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34" dur="20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5" presetID="23" presetClass="entr" presetSubtype="32" fill="hold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7" dur="5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4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8" dur="5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4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9" presetID="22" presetClass="entr" presetSubtype="8" fill="hold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4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41" dur="1000"/>
                                            <p:tgtEl>
                                              <p:spTgt spid="1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2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43" dur="indefinite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44" dur="indefinite"/>
                                            <p:tgtEl>
                                              <p:spTgt spid="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5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46" dur="indefinite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47" dur="indefinite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8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49" dur="indefinite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50" dur="indefinite"/>
                                            <p:tgtEl>
                                              <p:spTgt spid="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1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52" dur="indefinite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53" dur="indefinite"/>
                                            <p:tgtEl>
                                              <p:spTgt spid="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4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55" dur="indefinite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56" dur="indefinite"/>
                                            <p:tgtEl>
                                              <p:spTgt spid="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7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58" dur="indefinite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59" dur="indefinite"/>
                                            <p:tgtEl>
                                              <p:spTgt spid="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0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61" dur="indefinite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62" dur="indefinite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63" fill="hold">
                                <p:stCondLst>
                                  <p:cond delay="2040"/>
                                </p:stCondLst>
                                <p:childTnLst>
                                  <p:par>
                                    <p:cTn id="64" presetID="5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66" dur="5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7" dur="5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68" dur="500"/>
                                            <p:tgtEl>
                                              <p:spTgt spid="3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9" presetID="42" presetClass="path" presetSubtype="0" accel="50000" decel="5000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8.33333E-7 -7.40741E-7 L -8.33333E-7 0.3206 " pathEditMode="relative" rAng="0" ptsTypes="AA">
                                          <p:cBhvr>
                                            <p:cTn id="70" dur="500" spd="-1000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16019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71" fill="hold">
                                <p:stCondLst>
                                  <p:cond delay="2540"/>
                                </p:stCondLst>
                                <p:childTnLst>
                                  <p:par>
                                    <p:cTn id="72" presetID="6" presetClass="emph" presetSubtype="0" repeatCount="indefinite" autoRev="1" fill="hold" grpId="2" nodeType="afterEffect">
                                      <p:stCondLst>
                                        <p:cond delay="0"/>
                                      </p:stCondLst>
                                      <p:endCondLst>
                                        <p:cond evt="onNext" delay="0">
                                          <p:tgtEl>
                                            <p:sldTgt/>
                                          </p:tgtEl>
                                        </p:cond>
                                      </p:endCondLst>
                                      <p:childTnLst>
                                        <p:animScale>
                                          <p:cBhvr>
                                            <p:cTn id="73" dur="500" fill="hold"/>
                                            <p:tgtEl>
                                              <p:spTgt spid="33"/>
                                            </p:tgtEl>
                                          </p:cBhvr>
                                          <p:by x="90000" y="90000"/>
                                        </p:animScale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>
                    <p:cTn id="74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37"/>
                    </p:tgtEl>
                  </p:cMediaNode>
                </p:audio>
              </p:childTnLst>
            </p:cTn>
          </p:par>
        </p:tnLst>
        <p:bldLst>
          <p:bldP spid="2" grpId="0"/>
          <p:bldP spid="2" grpId="1"/>
          <p:bldP spid="8" grpId="0"/>
          <p:bldP spid="8" grpId="1"/>
          <p:bldP spid="7" grpId="0"/>
          <p:bldP spid="7" grpId="1"/>
          <p:bldP spid="6" grpId="0"/>
          <p:bldP spid="6" grpId="1"/>
          <p:bldP spid="5" grpId="0"/>
          <p:bldP spid="5" grpId="1"/>
          <p:bldP spid="4" grpId="0"/>
          <p:bldP spid="4" grpId="1"/>
          <p:bldP spid="3" grpId="0"/>
          <p:bldP spid="3" grpId="1"/>
          <p:bldP spid="33" grpId="0" animBg="1"/>
          <p:bldP spid="33" grpId="1" animBg="1"/>
          <p:bldP spid="33" grpId="2" animBg="1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2040" fill="hold"/>
                                            <p:tgtEl>
                                              <p:spTgt spid="37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  <p:par>
                                    <p:cTn id="7" presetID="2" presetClass="entr" presetSubtype="4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9" dur="20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0" dur="20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1" presetID="2" presetClass="entr" presetSubtype="1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3" dur="20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4" dur="20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5" presetID="2" presetClass="entr" presetSubtype="4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7" dur="20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8" dur="20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9" presetID="2" presetClass="entr" presetSubtype="1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1" dur="20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2" dur="20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3" presetID="2" presetClass="entr" presetSubtype="4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5" dur="20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6" dur="20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7" presetID="2" presetClass="entr" presetSubtype="1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9" dur="20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0" dur="20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1" presetID="2" presetClass="entr" presetSubtype="4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3" dur="20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4" dur="20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5" presetID="23" presetClass="entr" presetSubtype="32" fill="hold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7" dur="5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4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8" dur="5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4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9" presetID="22" presetClass="entr" presetSubtype="8" fill="hold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4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41" dur="1000"/>
                                            <p:tgtEl>
                                              <p:spTgt spid="1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2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43" dur="indefinite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44" dur="indefinite"/>
                                            <p:tgtEl>
                                              <p:spTgt spid="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5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46" dur="indefinite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47" dur="indefinite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8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49" dur="indefinite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50" dur="indefinite"/>
                                            <p:tgtEl>
                                              <p:spTgt spid="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1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52" dur="indefinite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53" dur="indefinite"/>
                                            <p:tgtEl>
                                              <p:spTgt spid="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4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55" dur="indefinite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56" dur="indefinite"/>
                                            <p:tgtEl>
                                              <p:spTgt spid="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7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58" dur="indefinite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59" dur="indefinite"/>
                                            <p:tgtEl>
                                              <p:spTgt spid="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0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61" dur="indefinite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62" dur="indefinite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63" fill="hold">
                                <p:stCondLst>
                                  <p:cond delay="2040"/>
                                </p:stCondLst>
                                <p:childTnLst>
                                  <p:par>
                                    <p:cTn id="64" presetID="5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66" dur="5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7" dur="5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68" dur="500"/>
                                            <p:tgtEl>
                                              <p:spTgt spid="3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9" presetID="42" presetClass="path" presetSubtype="0" accel="50000" decel="5000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8.33333E-7 -7.40741E-7 L -8.33333E-7 0.3206 " pathEditMode="relative" rAng="0" ptsTypes="AA">
                                          <p:cBhvr>
                                            <p:cTn id="70" dur="500" spd="-1000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16019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71" fill="hold">
                                <p:stCondLst>
                                  <p:cond delay="2540"/>
                                </p:stCondLst>
                                <p:childTnLst>
                                  <p:par>
                                    <p:cTn id="72" presetID="6" presetClass="emph" presetSubtype="0" repeatCount="indefinite" autoRev="1" fill="hold" grpId="2" nodeType="afterEffect">
                                      <p:stCondLst>
                                        <p:cond delay="0"/>
                                      </p:stCondLst>
                                      <p:endCondLst>
                                        <p:cond evt="onNext" delay="0">
                                          <p:tgtEl>
                                            <p:sldTgt/>
                                          </p:tgtEl>
                                        </p:cond>
                                      </p:endCondLst>
                                      <p:childTnLst>
                                        <p:animScale>
                                          <p:cBhvr>
                                            <p:cTn id="73" dur="500" fill="hold"/>
                                            <p:tgtEl>
                                              <p:spTgt spid="33"/>
                                            </p:tgtEl>
                                          </p:cBhvr>
                                          <p:by x="90000" y="90000"/>
                                        </p:animScale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>
                    <p:cTn id="74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37"/>
                    </p:tgtEl>
                  </p:cMediaNode>
                </p:audio>
              </p:childTnLst>
            </p:cTn>
          </p:par>
        </p:tnLst>
        <p:bldLst>
          <p:bldP spid="2" grpId="0"/>
          <p:bldP spid="2" grpId="1"/>
          <p:bldP spid="8" grpId="0"/>
          <p:bldP spid="8" grpId="1"/>
          <p:bldP spid="7" grpId="0"/>
          <p:bldP spid="7" grpId="1"/>
          <p:bldP spid="6" grpId="0"/>
          <p:bldP spid="6" grpId="1"/>
          <p:bldP spid="5" grpId="0"/>
          <p:bldP spid="5" grpId="1"/>
          <p:bldP spid="4" grpId="0"/>
          <p:bldP spid="4" grpId="1"/>
          <p:bldP spid="3" grpId="0"/>
          <p:bldP spid="3" grpId="1"/>
          <p:bldP spid="33" grpId="0" animBg="1"/>
          <p:bldP spid="33" grpId="1" animBg="1"/>
          <p:bldP spid="33" grpId="2" animBg="1"/>
        </p:bldLst>
      </p:timing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C00000"/>
            </a:gs>
            <a:gs pos="100000">
              <a:schemeClr val="tx1">
                <a:lumMod val="85000"/>
                <a:lumOff val="15000"/>
              </a:schemeClr>
            </a:gs>
          </a:gsLst>
          <a:lin ang="81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7">
            <a:extLst>
              <a:ext uri="{FF2B5EF4-FFF2-40B4-BE49-F238E27FC236}">
                <a16:creationId xmlns:a16="http://schemas.microsoft.com/office/drawing/2014/main" id="{AF47984B-59F1-7176-A115-158B29114E0E}"/>
              </a:ext>
            </a:extLst>
          </p:cNvPr>
          <p:cNvSpPr txBox="1"/>
          <p:nvPr/>
        </p:nvSpPr>
        <p:spPr>
          <a:xfrm>
            <a:off x="8746332" y="-11965950"/>
            <a:ext cx="1005403" cy="16342935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9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8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7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5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4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3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2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1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</p:txBody>
      </p:sp>
      <p:sp>
        <p:nvSpPr>
          <p:cNvPr id="8" name="N6">
            <a:extLst>
              <a:ext uri="{FF2B5EF4-FFF2-40B4-BE49-F238E27FC236}">
                <a16:creationId xmlns:a16="http://schemas.microsoft.com/office/drawing/2014/main" id="{FE3BD9AB-7F50-A4B5-5F53-70354EF481F4}"/>
              </a:ext>
            </a:extLst>
          </p:cNvPr>
          <p:cNvSpPr txBox="1"/>
          <p:nvPr/>
        </p:nvSpPr>
        <p:spPr>
          <a:xfrm>
            <a:off x="7805114" y="2671817"/>
            <a:ext cx="1005403" cy="16342935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9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8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7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5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4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3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2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1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</p:txBody>
      </p:sp>
      <p:sp>
        <p:nvSpPr>
          <p:cNvPr id="7" name="N5">
            <a:extLst>
              <a:ext uri="{FF2B5EF4-FFF2-40B4-BE49-F238E27FC236}">
                <a16:creationId xmlns:a16="http://schemas.microsoft.com/office/drawing/2014/main" id="{D60E20A6-40DE-61FF-BC52-780641776D60}"/>
              </a:ext>
            </a:extLst>
          </p:cNvPr>
          <p:cNvSpPr txBox="1"/>
          <p:nvPr/>
        </p:nvSpPr>
        <p:spPr>
          <a:xfrm>
            <a:off x="6863896" y="-11965950"/>
            <a:ext cx="1005403" cy="16342935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9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8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7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5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4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3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2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1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</p:txBody>
      </p:sp>
      <p:sp>
        <p:nvSpPr>
          <p:cNvPr id="6" name="N4">
            <a:extLst>
              <a:ext uri="{FF2B5EF4-FFF2-40B4-BE49-F238E27FC236}">
                <a16:creationId xmlns:a16="http://schemas.microsoft.com/office/drawing/2014/main" id="{B55EA620-A448-2ACD-AF8D-A6933BC4F87F}"/>
              </a:ext>
            </a:extLst>
          </p:cNvPr>
          <p:cNvSpPr txBox="1"/>
          <p:nvPr/>
        </p:nvSpPr>
        <p:spPr>
          <a:xfrm>
            <a:off x="5546009" y="2671817"/>
            <a:ext cx="1005403" cy="16342935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9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8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7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5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4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3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2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1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</p:txBody>
      </p:sp>
      <p:sp>
        <p:nvSpPr>
          <p:cNvPr id="5" name="N3">
            <a:extLst>
              <a:ext uri="{FF2B5EF4-FFF2-40B4-BE49-F238E27FC236}">
                <a16:creationId xmlns:a16="http://schemas.microsoft.com/office/drawing/2014/main" id="{EAC23BB9-25AA-23D1-BBA8-4E96A8121B22}"/>
              </a:ext>
            </a:extLst>
          </p:cNvPr>
          <p:cNvSpPr txBox="1"/>
          <p:nvPr/>
        </p:nvSpPr>
        <p:spPr>
          <a:xfrm>
            <a:off x="4604791" y="-11965950"/>
            <a:ext cx="1005403" cy="16342935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9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8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7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5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4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3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2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1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</p:txBody>
      </p:sp>
      <p:sp>
        <p:nvSpPr>
          <p:cNvPr id="4" name="N2">
            <a:extLst>
              <a:ext uri="{FF2B5EF4-FFF2-40B4-BE49-F238E27FC236}">
                <a16:creationId xmlns:a16="http://schemas.microsoft.com/office/drawing/2014/main" id="{95EF8A55-2A5D-C739-62DE-9F54AB9D7812}"/>
              </a:ext>
            </a:extLst>
          </p:cNvPr>
          <p:cNvSpPr txBox="1"/>
          <p:nvPr/>
        </p:nvSpPr>
        <p:spPr>
          <a:xfrm>
            <a:off x="3663573" y="2671817"/>
            <a:ext cx="1005403" cy="16342935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9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8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7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5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4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3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2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1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</p:txBody>
      </p:sp>
      <p:sp>
        <p:nvSpPr>
          <p:cNvPr id="3" name="N1">
            <a:extLst>
              <a:ext uri="{FF2B5EF4-FFF2-40B4-BE49-F238E27FC236}">
                <a16:creationId xmlns:a16="http://schemas.microsoft.com/office/drawing/2014/main" id="{321860B9-DC15-351B-F334-054EAF2E4D85}"/>
              </a:ext>
            </a:extLst>
          </p:cNvPr>
          <p:cNvSpPr txBox="1"/>
          <p:nvPr/>
        </p:nvSpPr>
        <p:spPr>
          <a:xfrm>
            <a:off x="2446833" y="-11965950"/>
            <a:ext cx="1005403" cy="16342935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9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8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7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5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4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3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2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1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</p:txBody>
      </p:sp>
      <p:grpSp>
        <p:nvGrpSpPr>
          <p:cNvPr id="34" name="!!mascara">
            <a:extLst>
              <a:ext uri="{FF2B5EF4-FFF2-40B4-BE49-F238E27FC236}">
                <a16:creationId xmlns:a16="http://schemas.microsoft.com/office/drawing/2014/main" id="{C287DD8F-17E0-D7CA-89A4-3F01919A018C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 useBgFill="1">
          <p:nvSpPr>
            <p:cNvPr id="9" name="Forma Livre: Forma 8">
              <a:extLst>
                <a:ext uri="{FF2B5EF4-FFF2-40B4-BE49-F238E27FC236}">
                  <a16:creationId xmlns:a16="http://schemas.microsoft.com/office/drawing/2014/main" id="{43DD7F38-D131-0688-54CD-A4DDB6A95DE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0"/>
              <a:ext cx="12192000" cy="6858000"/>
            </a:xfrm>
            <a:custGeom>
              <a:avLst/>
              <a:gdLst>
                <a:gd name="connsiteX0" fmla="*/ 2566220 w 12192000"/>
                <a:gd name="connsiteY0" fmla="*/ 2632290 h 6858000"/>
                <a:gd name="connsiteX1" fmla="*/ 2322443 w 12192000"/>
                <a:gd name="connsiteY1" fmla="*/ 2876067 h 6858000"/>
                <a:gd name="connsiteX2" fmla="*/ 2322443 w 12192000"/>
                <a:gd name="connsiteY2" fmla="*/ 3851145 h 6858000"/>
                <a:gd name="connsiteX3" fmla="*/ 2566220 w 12192000"/>
                <a:gd name="connsiteY3" fmla="*/ 4094922 h 6858000"/>
                <a:gd name="connsiteX4" fmla="*/ 9625780 w 12192000"/>
                <a:gd name="connsiteY4" fmla="*/ 4094922 h 6858000"/>
                <a:gd name="connsiteX5" fmla="*/ 9869557 w 12192000"/>
                <a:gd name="connsiteY5" fmla="*/ 3851145 h 6858000"/>
                <a:gd name="connsiteX6" fmla="*/ 9869557 w 12192000"/>
                <a:gd name="connsiteY6" fmla="*/ 2876067 h 6858000"/>
                <a:gd name="connsiteX7" fmla="*/ 9625780 w 12192000"/>
                <a:gd name="connsiteY7" fmla="*/ 2632290 h 6858000"/>
                <a:gd name="connsiteX8" fmla="*/ 0 w 12192000"/>
                <a:gd name="connsiteY8" fmla="*/ 0 h 6858000"/>
                <a:gd name="connsiteX9" fmla="*/ 12192000 w 12192000"/>
                <a:gd name="connsiteY9" fmla="*/ 0 h 6858000"/>
                <a:gd name="connsiteX10" fmla="*/ 12192000 w 12192000"/>
                <a:gd name="connsiteY10" fmla="*/ 6858000 h 6858000"/>
                <a:gd name="connsiteX11" fmla="*/ 0 w 12192000"/>
                <a:gd name="connsiteY11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192000" h="6858000">
                  <a:moveTo>
                    <a:pt x="2566220" y="2632290"/>
                  </a:moveTo>
                  <a:cubicBezTo>
                    <a:pt x="2431586" y="2632290"/>
                    <a:pt x="2322443" y="2741433"/>
                    <a:pt x="2322443" y="2876067"/>
                  </a:cubicBezTo>
                  <a:lnTo>
                    <a:pt x="2322443" y="3851145"/>
                  </a:lnTo>
                  <a:cubicBezTo>
                    <a:pt x="2322443" y="3985779"/>
                    <a:pt x="2431586" y="4094922"/>
                    <a:pt x="2566220" y="4094922"/>
                  </a:cubicBezTo>
                  <a:lnTo>
                    <a:pt x="9625780" y="4094922"/>
                  </a:lnTo>
                  <a:cubicBezTo>
                    <a:pt x="9760414" y="4094922"/>
                    <a:pt x="9869557" y="3985779"/>
                    <a:pt x="9869557" y="3851145"/>
                  </a:cubicBezTo>
                  <a:lnTo>
                    <a:pt x="9869557" y="2876067"/>
                  </a:lnTo>
                  <a:cubicBezTo>
                    <a:pt x="9869557" y="2741433"/>
                    <a:pt x="9760414" y="2632290"/>
                    <a:pt x="9625780" y="2632290"/>
                  </a:cubicBezTo>
                  <a:close/>
                  <a:moveTo>
                    <a:pt x="0" y="0"/>
                  </a:moveTo>
                  <a:lnTo>
                    <a:pt x="12192000" y="0"/>
                  </a:lnTo>
                  <a:lnTo>
                    <a:pt x="12192000" y="6858000"/>
                  </a:lnTo>
                  <a:lnTo>
                    <a:pt x="0" y="6858000"/>
                  </a:lnTo>
                  <a:close/>
                </a:path>
              </a:pathLst>
            </a:custGeom>
            <a:ln>
              <a:noFill/>
            </a:ln>
            <a:effectLst>
              <a:outerShdw blurRad="3810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0" name="CaixaDeTexto 9">
              <a:extLst>
                <a:ext uri="{FF2B5EF4-FFF2-40B4-BE49-F238E27FC236}">
                  <a16:creationId xmlns:a16="http://schemas.microsoft.com/office/drawing/2014/main" id="{4014AAB1-279C-87A1-6A54-69E5927AF183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40326" y="330615"/>
              <a:ext cx="11111348" cy="985530"/>
            </a:xfrm>
            <a:prstGeom prst="roundRect">
              <a:avLst>
                <a:gd name="adj" fmla="val 26924"/>
              </a:avLst>
            </a:prstGeom>
            <a:solidFill>
              <a:srgbClr val="FFC000"/>
            </a:solidFill>
            <a:ln w="19050">
              <a:noFill/>
            </a:ln>
            <a:effectLst>
              <a:outerShdw blurRad="635000" dist="2540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 anchorCtr="1"/>
            <a:lstStyle>
              <a:defPPr>
                <a:defRPr lang="pt-BR"/>
              </a:defPPr>
              <a:lvl1pPr algn="ctr">
                <a:defRPr b="1">
                  <a:ln w="3175">
                    <a:noFill/>
                  </a:ln>
                  <a:solidFill>
                    <a:srgbClr val="FF0000"/>
                  </a:solidFill>
                  <a:latin typeface="Arial Narrow" panose="020B0606020202030204" pitchFamily="34" charset="0"/>
                  <a:ea typeface="Open Sans Extrabold" panose="020B0906030804020204" pitchFamily="34" charset="0"/>
                  <a:cs typeface="Arial" panose="020B0604020202020204" pitchFamily="34" charset="0"/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4400" b="1" i="0" u="none" strike="noStrike" kern="1200" cap="none" spc="600" normalizeH="0" baseline="0" noProof="0">
                  <a:ln w="3175"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Open Sans Extrabold" panose="020B0906030804020204" pitchFamily="34" charset="0"/>
                  <a:cs typeface="Arial" panose="020B0604020202020204" pitchFamily="34" charset="0"/>
                </a:rPr>
                <a:t>VOCÊ ERROU!</a:t>
              </a:r>
            </a:p>
          </p:txBody>
        </p:sp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6893B8BF-F8F5-DB56-E87C-8ED5CBA7FCB6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226072" y="2180704"/>
              <a:ext cx="206883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24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Arial" panose="020B0604020202020204" pitchFamily="34" charset="0"/>
                </a:rPr>
                <a:t>Você ganhou:</a:t>
              </a:r>
            </a:p>
          </p:txBody>
        </p:sp>
        <p:sp>
          <p:nvSpPr>
            <p:cNvPr id="12" name="CaixaDeTexto 11">
              <a:extLst>
                <a:ext uri="{FF2B5EF4-FFF2-40B4-BE49-F238E27FC236}">
                  <a16:creationId xmlns:a16="http://schemas.microsoft.com/office/drawing/2014/main" id="{E77C9F72-334E-862C-ACF5-323EF2E8C72C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667254" y="2555761"/>
              <a:ext cx="64472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28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R$</a:t>
              </a:r>
            </a:p>
          </p:txBody>
        </p:sp>
        <p:sp>
          <p:nvSpPr>
            <p:cNvPr id="13" name="Elipse 12">
              <a:extLst>
                <a:ext uri="{FF2B5EF4-FFF2-40B4-BE49-F238E27FC236}">
                  <a16:creationId xmlns:a16="http://schemas.microsoft.com/office/drawing/2014/main" id="{D879FEC9-3C93-4084-1DC0-039C3A2FA1A8}"/>
                </a:ext>
              </a:extLst>
            </p:cNvPr>
            <p:cNvSpPr>
              <a:spLocks noGrp="1" noRot="1" noChangeAspect="1" noMove="1" noResize="1" noEditPoints="1" noAdjustHandles="1" noChangeArrowheads="1" noChangeShapeType="1"/>
            </p:cNvSpPr>
            <p:nvPr/>
          </p:nvSpPr>
          <p:spPr>
            <a:xfrm>
              <a:off x="3480684" y="3646074"/>
              <a:ext cx="180000" cy="180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4" name="Elipse 13">
              <a:extLst>
                <a:ext uri="{FF2B5EF4-FFF2-40B4-BE49-F238E27FC236}">
                  <a16:creationId xmlns:a16="http://schemas.microsoft.com/office/drawing/2014/main" id="{4014B435-FE21-6F3F-D0A3-96A450E125B7}"/>
                </a:ext>
              </a:extLst>
            </p:cNvPr>
            <p:cNvSpPr>
              <a:spLocks noGrp="1" noRot="1" noChangeAspect="1" noMove="1" noResize="1" noEditPoints="1" noAdjustHandles="1" noChangeArrowheads="1" noChangeShapeType="1"/>
            </p:cNvSpPr>
            <p:nvPr/>
          </p:nvSpPr>
          <p:spPr>
            <a:xfrm>
              <a:off x="6610570" y="3646074"/>
              <a:ext cx="180000" cy="180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grpSp>
        <p:nvGrpSpPr>
          <p:cNvPr id="15" name="barra de progresso">
            <a:extLst>
              <a:ext uri="{FF2B5EF4-FFF2-40B4-BE49-F238E27FC236}">
                <a16:creationId xmlns:a16="http://schemas.microsoft.com/office/drawing/2014/main" id="{D7DF4F7E-B4C8-F5D8-B5B0-9D68AE4528F9}"/>
              </a:ext>
            </a:extLst>
          </p:cNvPr>
          <p:cNvGrpSpPr/>
          <p:nvPr/>
        </p:nvGrpSpPr>
        <p:grpSpPr>
          <a:xfrm>
            <a:off x="540326" y="6168042"/>
            <a:ext cx="11111348" cy="216000"/>
            <a:chOff x="540326" y="6168042"/>
            <a:chExt cx="11111348" cy="216000"/>
          </a:xfrm>
        </p:grpSpPr>
        <p:sp useBgFill="1">
          <p:nvSpPr>
            <p:cNvPr id="16" name="Retângulo: Cantos Arredondados 15">
              <a:extLst>
                <a:ext uri="{FF2B5EF4-FFF2-40B4-BE49-F238E27FC236}">
                  <a16:creationId xmlns:a16="http://schemas.microsoft.com/office/drawing/2014/main" id="{645F6494-8FFC-74C9-3BEE-6344C16689C9}"/>
                </a:ext>
              </a:extLst>
            </p:cNvPr>
            <p:cNvSpPr/>
            <p:nvPr/>
          </p:nvSpPr>
          <p:spPr>
            <a:xfrm>
              <a:off x="540326" y="6168042"/>
              <a:ext cx="540000" cy="216000"/>
            </a:xfrm>
            <a:prstGeom prst="roundRect">
              <a:avLst>
                <a:gd name="adj" fmla="val 50000"/>
              </a:avLst>
            </a:prstGeom>
            <a:ln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17" name="Retângulo: Cantos Arredondados 16">
              <a:extLst>
                <a:ext uri="{FF2B5EF4-FFF2-40B4-BE49-F238E27FC236}">
                  <a16:creationId xmlns:a16="http://schemas.microsoft.com/office/drawing/2014/main" id="{D0360543-989E-44E5-018D-E2B5E5E7950A}"/>
                </a:ext>
              </a:extLst>
            </p:cNvPr>
            <p:cNvSpPr/>
            <p:nvPr/>
          </p:nvSpPr>
          <p:spPr>
            <a:xfrm>
              <a:off x="1245083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18" name="Retângulo: Cantos Arredondados 17">
              <a:extLst>
                <a:ext uri="{FF2B5EF4-FFF2-40B4-BE49-F238E27FC236}">
                  <a16:creationId xmlns:a16="http://schemas.microsoft.com/office/drawing/2014/main" id="{832CD0D4-B00B-66F6-AC8B-2047BB5D1C88}"/>
                </a:ext>
              </a:extLst>
            </p:cNvPr>
            <p:cNvSpPr/>
            <p:nvPr/>
          </p:nvSpPr>
          <p:spPr>
            <a:xfrm>
              <a:off x="1949840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19" name="Retângulo: Cantos Arredondados 18">
              <a:extLst>
                <a:ext uri="{FF2B5EF4-FFF2-40B4-BE49-F238E27FC236}">
                  <a16:creationId xmlns:a16="http://schemas.microsoft.com/office/drawing/2014/main" id="{09C5ED91-4829-2188-7144-57BB65B5895C}"/>
                </a:ext>
              </a:extLst>
            </p:cNvPr>
            <p:cNvSpPr/>
            <p:nvPr/>
          </p:nvSpPr>
          <p:spPr>
            <a:xfrm>
              <a:off x="2654597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20" name="Retângulo: Cantos Arredondados 19">
              <a:extLst>
                <a:ext uri="{FF2B5EF4-FFF2-40B4-BE49-F238E27FC236}">
                  <a16:creationId xmlns:a16="http://schemas.microsoft.com/office/drawing/2014/main" id="{B5F9D68A-2A87-C90C-1D98-7737129DB43B}"/>
                </a:ext>
              </a:extLst>
            </p:cNvPr>
            <p:cNvSpPr/>
            <p:nvPr/>
          </p:nvSpPr>
          <p:spPr>
            <a:xfrm>
              <a:off x="3359354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21" name="Retângulo: Cantos Arredondados 20">
              <a:extLst>
                <a:ext uri="{FF2B5EF4-FFF2-40B4-BE49-F238E27FC236}">
                  <a16:creationId xmlns:a16="http://schemas.microsoft.com/office/drawing/2014/main" id="{A3EAB60E-42B2-0210-E6AD-787A54CF5E6B}"/>
                </a:ext>
              </a:extLst>
            </p:cNvPr>
            <p:cNvSpPr/>
            <p:nvPr/>
          </p:nvSpPr>
          <p:spPr>
            <a:xfrm>
              <a:off x="4064111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22" name="Retângulo: Cantos Arredondados 21">
              <a:extLst>
                <a:ext uri="{FF2B5EF4-FFF2-40B4-BE49-F238E27FC236}">
                  <a16:creationId xmlns:a16="http://schemas.microsoft.com/office/drawing/2014/main" id="{7805FE38-3DA6-AA69-5A21-5FDF35D7E06F}"/>
                </a:ext>
              </a:extLst>
            </p:cNvPr>
            <p:cNvSpPr/>
            <p:nvPr/>
          </p:nvSpPr>
          <p:spPr>
            <a:xfrm>
              <a:off x="4768868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23" name="Retângulo: Cantos Arredondados 22">
              <a:extLst>
                <a:ext uri="{FF2B5EF4-FFF2-40B4-BE49-F238E27FC236}">
                  <a16:creationId xmlns:a16="http://schemas.microsoft.com/office/drawing/2014/main" id="{2F3233F8-5476-5095-85DB-1E53D02FFF73}"/>
                </a:ext>
              </a:extLst>
            </p:cNvPr>
            <p:cNvSpPr/>
            <p:nvPr/>
          </p:nvSpPr>
          <p:spPr>
            <a:xfrm>
              <a:off x="5473625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24" name="Retângulo: Cantos Arredondados 23">
              <a:extLst>
                <a:ext uri="{FF2B5EF4-FFF2-40B4-BE49-F238E27FC236}">
                  <a16:creationId xmlns:a16="http://schemas.microsoft.com/office/drawing/2014/main" id="{BE1456AE-ED2B-72A9-D02A-1CD0F978D85D}"/>
                </a:ext>
              </a:extLst>
            </p:cNvPr>
            <p:cNvSpPr/>
            <p:nvPr/>
          </p:nvSpPr>
          <p:spPr>
            <a:xfrm>
              <a:off x="6178382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25" name="Retângulo: Cantos Arredondados 24">
              <a:extLst>
                <a:ext uri="{FF2B5EF4-FFF2-40B4-BE49-F238E27FC236}">
                  <a16:creationId xmlns:a16="http://schemas.microsoft.com/office/drawing/2014/main" id="{4755B973-D05B-1281-55E7-74B61C8A4505}"/>
                </a:ext>
              </a:extLst>
            </p:cNvPr>
            <p:cNvSpPr/>
            <p:nvPr/>
          </p:nvSpPr>
          <p:spPr>
            <a:xfrm>
              <a:off x="6883139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26" name="Retângulo: Cantos Arredondados 25">
              <a:extLst>
                <a:ext uri="{FF2B5EF4-FFF2-40B4-BE49-F238E27FC236}">
                  <a16:creationId xmlns:a16="http://schemas.microsoft.com/office/drawing/2014/main" id="{23BB2712-A117-128D-132B-22540621C404}"/>
                </a:ext>
              </a:extLst>
            </p:cNvPr>
            <p:cNvSpPr/>
            <p:nvPr/>
          </p:nvSpPr>
          <p:spPr>
            <a:xfrm>
              <a:off x="7587896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27" name="Retângulo: Cantos Arredondados 26">
              <a:extLst>
                <a:ext uri="{FF2B5EF4-FFF2-40B4-BE49-F238E27FC236}">
                  <a16:creationId xmlns:a16="http://schemas.microsoft.com/office/drawing/2014/main" id="{1F3E133E-5E8D-EA78-A60D-62DE8FA3C825}"/>
                </a:ext>
              </a:extLst>
            </p:cNvPr>
            <p:cNvSpPr/>
            <p:nvPr/>
          </p:nvSpPr>
          <p:spPr>
            <a:xfrm>
              <a:off x="8292653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28" name="Retângulo: Cantos Arredondados 27">
              <a:extLst>
                <a:ext uri="{FF2B5EF4-FFF2-40B4-BE49-F238E27FC236}">
                  <a16:creationId xmlns:a16="http://schemas.microsoft.com/office/drawing/2014/main" id="{52F08055-4C07-9D7D-B51F-6C5520201AFF}"/>
                </a:ext>
              </a:extLst>
            </p:cNvPr>
            <p:cNvSpPr/>
            <p:nvPr/>
          </p:nvSpPr>
          <p:spPr>
            <a:xfrm>
              <a:off x="8997410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29" name="Retângulo: Cantos Arredondados 28">
              <a:extLst>
                <a:ext uri="{FF2B5EF4-FFF2-40B4-BE49-F238E27FC236}">
                  <a16:creationId xmlns:a16="http://schemas.microsoft.com/office/drawing/2014/main" id="{915F56B7-CB97-B128-3798-360BFADDFBFE}"/>
                </a:ext>
              </a:extLst>
            </p:cNvPr>
            <p:cNvSpPr/>
            <p:nvPr/>
          </p:nvSpPr>
          <p:spPr>
            <a:xfrm>
              <a:off x="9702167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30" name="Retângulo: Cantos Arredondados 29">
              <a:extLst>
                <a:ext uri="{FF2B5EF4-FFF2-40B4-BE49-F238E27FC236}">
                  <a16:creationId xmlns:a16="http://schemas.microsoft.com/office/drawing/2014/main" id="{6422418E-AA0B-8E26-FC84-D410772659AF}"/>
                </a:ext>
              </a:extLst>
            </p:cNvPr>
            <p:cNvSpPr/>
            <p:nvPr/>
          </p:nvSpPr>
          <p:spPr>
            <a:xfrm>
              <a:off x="10406924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31" name="Retângulo: Cantos Arredondados 30">
              <a:extLst>
                <a:ext uri="{FF2B5EF4-FFF2-40B4-BE49-F238E27FC236}">
                  <a16:creationId xmlns:a16="http://schemas.microsoft.com/office/drawing/2014/main" id="{E640292C-BE19-1E3C-A127-339B803D0EC0}"/>
                </a:ext>
              </a:extLst>
            </p:cNvPr>
            <p:cNvSpPr/>
            <p:nvPr/>
          </p:nvSpPr>
          <p:spPr>
            <a:xfrm>
              <a:off x="11111674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pic>
        <p:nvPicPr>
          <p:cNvPr id="32" name="emoji">
            <a:extLst>
              <a:ext uri="{FF2B5EF4-FFF2-40B4-BE49-F238E27FC236}">
                <a16:creationId xmlns:a16="http://schemas.microsoft.com/office/drawing/2014/main" id="{D5E21F0E-C48A-B95C-AD66-20556A0DDDF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343083" y="1938181"/>
            <a:ext cx="1085856" cy="1085856"/>
          </a:xfrm>
          <a:prstGeom prst="rect">
            <a:avLst/>
          </a:prstGeom>
          <a:effectLst>
            <a:outerShdw blurRad="635000" dist="190500" dir="2700000" algn="tl" rotWithShape="0">
              <a:prstClr val="black">
                <a:alpha val="60000"/>
              </a:prstClr>
            </a:outerShdw>
          </a:effectLst>
        </p:spPr>
      </p:pic>
      <p:pic>
        <p:nvPicPr>
          <p:cNvPr id="37" name="que pena, vc errou">
            <a:hlinkClick r:id="" action="ppaction://media"/>
            <a:extLst>
              <a:ext uri="{FF2B5EF4-FFF2-40B4-BE49-F238E27FC236}">
                <a16:creationId xmlns:a16="http://schemas.microsoft.com/office/drawing/2014/main" id="{E7877330-4976-EF07-7A6B-DC501CA5A40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-772973" y="206871"/>
            <a:ext cx="509587" cy="509587"/>
          </a:xfrm>
          <a:prstGeom prst="rect">
            <a:avLst/>
          </a:prstGeom>
        </p:spPr>
      </p:pic>
      <p:sp>
        <p:nvSpPr>
          <p:cNvPr id="33" name="Botaão Próxima">
            <a:hlinkClick r:id="rId7" action="ppaction://hlinksldjump"/>
            <a:extLst>
              <a:ext uri="{FF2B5EF4-FFF2-40B4-BE49-F238E27FC236}">
                <a16:creationId xmlns:a16="http://schemas.microsoft.com/office/drawing/2014/main" id="{53474A7E-3077-C8C5-1005-C2DA17EEE819}"/>
              </a:ext>
            </a:extLst>
          </p:cNvPr>
          <p:cNvSpPr/>
          <p:nvPr/>
        </p:nvSpPr>
        <p:spPr>
          <a:xfrm>
            <a:off x="9051455" y="5367405"/>
            <a:ext cx="2330219" cy="540000"/>
          </a:xfrm>
          <a:prstGeom prst="roundRect">
            <a:avLst/>
          </a:prstGeom>
          <a:gradFill flip="none" rotWithShape="1">
            <a:gsLst>
              <a:gs pos="0">
                <a:schemeClr val="accent6"/>
              </a:gs>
              <a:gs pos="59000">
                <a:schemeClr val="accent6">
                  <a:lumMod val="75000"/>
                </a:schemeClr>
              </a:gs>
              <a:gs pos="100000">
                <a:schemeClr val="accent6">
                  <a:lumMod val="50000"/>
                </a:schemeClr>
              </a:gs>
            </a:gsLst>
            <a:lin ang="19200000" scaled="0"/>
            <a:tileRect/>
          </a:gradFill>
          <a:ln w="19050">
            <a:solidFill>
              <a:schemeClr val="bg1"/>
            </a:solidFill>
          </a:ln>
          <a:effectLst>
            <a:outerShdw blurRad="381000" dist="1270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rIns="108000" rtlCol="0" anchor="ctr"/>
          <a:lstStyle/>
          <a:p>
            <a:pPr algn="ctr"/>
            <a:r>
              <a:rPr lang="pt-BR" sz="1400" b="1" dirty="0">
                <a:ln w="3175">
                  <a:noFill/>
                </a:ln>
                <a:effectLst>
                  <a:outerShdw blurRad="1270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Arial" panose="020B0604020202020204" pitchFamily="34" charset="0"/>
                <a:ea typeface="Open Sans Extrabold" panose="020B0906030804020204" pitchFamily="34" charset="0"/>
                <a:cs typeface="Arial" panose="020B0604020202020204" pitchFamily="34" charset="0"/>
              </a:rPr>
              <a:t>Voltar</a:t>
            </a:r>
          </a:p>
        </p:txBody>
      </p:sp>
    </p:spTree>
    <p:extLst>
      <p:ext uri="{BB962C8B-B14F-4D97-AF65-F5344CB8AC3E}">
        <p14:creationId xmlns:p14="http://schemas.microsoft.com/office/powerpoint/2010/main" val="32165102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2040" fill="hold"/>
                                            <p:tgtEl>
                                              <p:spTgt spid="37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  <p:par>
                                    <p:cTn id="7" presetID="2" presetClass="entr" presetSubtype="4" fill="hold" grpId="0" nodeType="with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9" dur="20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10" dur="20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1" presetID="2" presetClass="entr" presetSubtype="1" fill="hold" grpId="0" nodeType="with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13" dur="20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14" dur="20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5" presetID="2" presetClass="entr" presetSubtype="4" fill="hold" grpId="0" nodeType="with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17" dur="20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18" dur="20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9" presetID="2" presetClass="entr" presetSubtype="1" fill="hold" grpId="0" nodeType="with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21" dur="20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22" dur="20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3" presetID="2" presetClass="entr" presetSubtype="4" fill="hold" grpId="0" nodeType="with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25" dur="20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26" dur="20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7" presetID="2" presetClass="entr" presetSubtype="1" fill="hold" grpId="0" nodeType="with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29" dur="20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30" dur="20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1" presetID="2" presetClass="entr" presetSubtype="4" fill="hold" grpId="0" nodeType="with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33" dur="20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34" dur="20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5" presetID="23" presetClass="entr" presetSubtype="32" fill="hold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7" dur="5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4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8" dur="5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4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9" presetID="22" presetClass="entr" presetSubtype="8" fill="hold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4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41" dur="1000"/>
                                            <p:tgtEl>
                                              <p:spTgt spid="1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2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43" dur="indefinite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44" dur="indefinite"/>
                                            <p:tgtEl>
                                              <p:spTgt spid="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5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46" dur="indefinite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47" dur="indefinite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8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49" dur="indefinite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50" dur="indefinite"/>
                                            <p:tgtEl>
                                              <p:spTgt spid="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1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52" dur="indefinite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53" dur="indefinite"/>
                                            <p:tgtEl>
                                              <p:spTgt spid="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4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55" dur="indefinite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56" dur="indefinite"/>
                                            <p:tgtEl>
                                              <p:spTgt spid="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7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58" dur="indefinite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59" dur="indefinite"/>
                                            <p:tgtEl>
                                              <p:spTgt spid="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0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61" dur="indefinite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62" dur="indefinite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63" fill="hold">
                                <p:stCondLst>
                                  <p:cond delay="2040"/>
                                </p:stCondLst>
                                <p:childTnLst>
                                  <p:par>
                                    <p:cTn id="64" presetID="5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66" dur="5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7" dur="5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68" dur="500"/>
                                            <p:tgtEl>
                                              <p:spTgt spid="3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9" presetID="42" presetClass="path" presetSubtype="0" accel="50000" decel="5000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8.33333E-7 -7.40741E-7 L -8.33333E-7 0.3206 " pathEditMode="relative" rAng="0" ptsTypes="AA">
                                          <p:cBhvr>
                                            <p:cTn id="70" dur="500" spd="-1000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16019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71" fill="hold">
                                <p:stCondLst>
                                  <p:cond delay="2540"/>
                                </p:stCondLst>
                                <p:childTnLst>
                                  <p:par>
                                    <p:cTn id="72" presetID="6" presetClass="emph" presetSubtype="0" repeatCount="indefinite" autoRev="1" fill="hold" grpId="2" nodeType="afterEffect">
                                      <p:stCondLst>
                                        <p:cond delay="0"/>
                                      </p:stCondLst>
                                      <p:endCondLst>
                                        <p:cond evt="onNext" delay="0">
                                          <p:tgtEl>
                                            <p:sldTgt/>
                                          </p:tgtEl>
                                        </p:cond>
                                      </p:endCondLst>
                                      <p:childTnLst>
                                        <p:animScale>
                                          <p:cBhvr>
                                            <p:cTn id="73" dur="500" fill="hold"/>
                                            <p:tgtEl>
                                              <p:spTgt spid="33"/>
                                            </p:tgtEl>
                                          </p:cBhvr>
                                          <p:by x="90000" y="90000"/>
                                        </p:animScale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>
                    <p:cTn id="74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37"/>
                    </p:tgtEl>
                  </p:cMediaNode>
                </p:audio>
              </p:childTnLst>
            </p:cTn>
          </p:par>
        </p:tnLst>
        <p:bldLst>
          <p:bldP spid="2" grpId="0"/>
          <p:bldP spid="2" grpId="1"/>
          <p:bldP spid="8" grpId="0"/>
          <p:bldP spid="8" grpId="1"/>
          <p:bldP spid="7" grpId="0"/>
          <p:bldP spid="7" grpId="1"/>
          <p:bldP spid="6" grpId="0"/>
          <p:bldP spid="6" grpId="1"/>
          <p:bldP spid="5" grpId="0"/>
          <p:bldP spid="5" grpId="1"/>
          <p:bldP spid="4" grpId="0"/>
          <p:bldP spid="4" grpId="1"/>
          <p:bldP spid="3" grpId="0"/>
          <p:bldP spid="3" grpId="1"/>
          <p:bldP spid="33" grpId="0" animBg="1"/>
          <p:bldP spid="33" grpId="1" animBg="1"/>
          <p:bldP spid="33" grpId="2" animBg="1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2040" fill="hold"/>
                                            <p:tgtEl>
                                              <p:spTgt spid="37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  <p:par>
                                    <p:cTn id="7" presetID="2" presetClass="entr" presetSubtype="4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9" dur="20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0" dur="20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1" presetID="2" presetClass="entr" presetSubtype="1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3" dur="20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4" dur="20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5" presetID="2" presetClass="entr" presetSubtype="4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7" dur="20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8" dur="20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9" presetID="2" presetClass="entr" presetSubtype="1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1" dur="20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2" dur="20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3" presetID="2" presetClass="entr" presetSubtype="4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5" dur="20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6" dur="20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7" presetID="2" presetClass="entr" presetSubtype="1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9" dur="20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0" dur="20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1" presetID="2" presetClass="entr" presetSubtype="4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3" dur="20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4" dur="20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5" presetID="23" presetClass="entr" presetSubtype="32" fill="hold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7" dur="5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4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8" dur="5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4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9" presetID="22" presetClass="entr" presetSubtype="8" fill="hold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4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41" dur="1000"/>
                                            <p:tgtEl>
                                              <p:spTgt spid="1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2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43" dur="indefinite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44" dur="indefinite"/>
                                            <p:tgtEl>
                                              <p:spTgt spid="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5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46" dur="indefinite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47" dur="indefinite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8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49" dur="indefinite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50" dur="indefinite"/>
                                            <p:tgtEl>
                                              <p:spTgt spid="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1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52" dur="indefinite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53" dur="indefinite"/>
                                            <p:tgtEl>
                                              <p:spTgt spid="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4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55" dur="indefinite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56" dur="indefinite"/>
                                            <p:tgtEl>
                                              <p:spTgt spid="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7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58" dur="indefinite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59" dur="indefinite"/>
                                            <p:tgtEl>
                                              <p:spTgt spid="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0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61" dur="indefinite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62" dur="indefinite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63" fill="hold">
                                <p:stCondLst>
                                  <p:cond delay="2040"/>
                                </p:stCondLst>
                                <p:childTnLst>
                                  <p:par>
                                    <p:cTn id="64" presetID="5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66" dur="5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7" dur="5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68" dur="500"/>
                                            <p:tgtEl>
                                              <p:spTgt spid="3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9" presetID="42" presetClass="path" presetSubtype="0" accel="50000" decel="5000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8.33333E-7 -7.40741E-7 L -8.33333E-7 0.3206 " pathEditMode="relative" rAng="0" ptsTypes="AA">
                                          <p:cBhvr>
                                            <p:cTn id="70" dur="500" spd="-1000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16019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71" fill="hold">
                                <p:stCondLst>
                                  <p:cond delay="2540"/>
                                </p:stCondLst>
                                <p:childTnLst>
                                  <p:par>
                                    <p:cTn id="72" presetID="6" presetClass="emph" presetSubtype="0" repeatCount="indefinite" autoRev="1" fill="hold" grpId="2" nodeType="afterEffect">
                                      <p:stCondLst>
                                        <p:cond delay="0"/>
                                      </p:stCondLst>
                                      <p:endCondLst>
                                        <p:cond evt="onNext" delay="0">
                                          <p:tgtEl>
                                            <p:sldTgt/>
                                          </p:tgtEl>
                                        </p:cond>
                                      </p:endCondLst>
                                      <p:childTnLst>
                                        <p:animScale>
                                          <p:cBhvr>
                                            <p:cTn id="73" dur="500" fill="hold"/>
                                            <p:tgtEl>
                                              <p:spTgt spid="33"/>
                                            </p:tgtEl>
                                          </p:cBhvr>
                                          <p:by x="90000" y="90000"/>
                                        </p:animScale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>
                    <p:cTn id="74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37"/>
                    </p:tgtEl>
                  </p:cMediaNode>
                </p:audio>
              </p:childTnLst>
            </p:cTn>
          </p:par>
        </p:tnLst>
        <p:bldLst>
          <p:bldP spid="2" grpId="0"/>
          <p:bldP spid="2" grpId="1"/>
          <p:bldP spid="8" grpId="0"/>
          <p:bldP spid="8" grpId="1"/>
          <p:bldP spid="7" grpId="0"/>
          <p:bldP spid="7" grpId="1"/>
          <p:bldP spid="6" grpId="0"/>
          <p:bldP spid="6" grpId="1"/>
          <p:bldP spid="5" grpId="0"/>
          <p:bldP spid="5" grpId="1"/>
          <p:bldP spid="4" grpId="0"/>
          <p:bldP spid="4" grpId="1"/>
          <p:bldP spid="3" grpId="0"/>
          <p:bldP spid="3" grpId="1"/>
          <p:bldP spid="33" grpId="0" animBg="1"/>
          <p:bldP spid="33" grpId="1" animBg="1"/>
          <p:bldP spid="33" grpId="2" animBg="1"/>
        </p:bldLst>
      </p:timing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C00000"/>
            </a:gs>
            <a:gs pos="100000">
              <a:schemeClr val="tx1">
                <a:lumMod val="85000"/>
                <a:lumOff val="15000"/>
              </a:schemeClr>
            </a:gs>
          </a:gsLst>
          <a:lin ang="81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7">
            <a:extLst>
              <a:ext uri="{FF2B5EF4-FFF2-40B4-BE49-F238E27FC236}">
                <a16:creationId xmlns:a16="http://schemas.microsoft.com/office/drawing/2014/main" id="{AF47984B-59F1-7176-A115-158B29114E0E}"/>
              </a:ext>
            </a:extLst>
          </p:cNvPr>
          <p:cNvSpPr txBox="1"/>
          <p:nvPr/>
        </p:nvSpPr>
        <p:spPr>
          <a:xfrm>
            <a:off x="8746332" y="-11965950"/>
            <a:ext cx="1005403" cy="16342935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9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8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7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5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4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3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2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1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</p:txBody>
      </p:sp>
      <p:sp>
        <p:nvSpPr>
          <p:cNvPr id="8" name="N6">
            <a:extLst>
              <a:ext uri="{FF2B5EF4-FFF2-40B4-BE49-F238E27FC236}">
                <a16:creationId xmlns:a16="http://schemas.microsoft.com/office/drawing/2014/main" id="{FE3BD9AB-7F50-A4B5-5F53-70354EF481F4}"/>
              </a:ext>
            </a:extLst>
          </p:cNvPr>
          <p:cNvSpPr txBox="1"/>
          <p:nvPr/>
        </p:nvSpPr>
        <p:spPr>
          <a:xfrm>
            <a:off x="7805114" y="2671817"/>
            <a:ext cx="1005403" cy="16342935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9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8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7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5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4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3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2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1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</p:txBody>
      </p:sp>
      <p:sp>
        <p:nvSpPr>
          <p:cNvPr id="7" name="N5">
            <a:extLst>
              <a:ext uri="{FF2B5EF4-FFF2-40B4-BE49-F238E27FC236}">
                <a16:creationId xmlns:a16="http://schemas.microsoft.com/office/drawing/2014/main" id="{D60E20A6-40DE-61FF-BC52-780641776D60}"/>
              </a:ext>
            </a:extLst>
          </p:cNvPr>
          <p:cNvSpPr txBox="1"/>
          <p:nvPr/>
        </p:nvSpPr>
        <p:spPr>
          <a:xfrm>
            <a:off x="6863896" y="-11965950"/>
            <a:ext cx="1005403" cy="16342935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9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8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7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5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4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3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2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1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</p:txBody>
      </p:sp>
      <p:sp>
        <p:nvSpPr>
          <p:cNvPr id="6" name="N4">
            <a:extLst>
              <a:ext uri="{FF2B5EF4-FFF2-40B4-BE49-F238E27FC236}">
                <a16:creationId xmlns:a16="http://schemas.microsoft.com/office/drawing/2014/main" id="{B55EA620-A448-2ACD-AF8D-A6933BC4F87F}"/>
              </a:ext>
            </a:extLst>
          </p:cNvPr>
          <p:cNvSpPr txBox="1"/>
          <p:nvPr/>
        </p:nvSpPr>
        <p:spPr>
          <a:xfrm>
            <a:off x="5546009" y="2671817"/>
            <a:ext cx="1005403" cy="16342935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9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8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7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5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4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3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2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1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</p:txBody>
      </p:sp>
      <p:sp>
        <p:nvSpPr>
          <p:cNvPr id="5" name="N3">
            <a:extLst>
              <a:ext uri="{FF2B5EF4-FFF2-40B4-BE49-F238E27FC236}">
                <a16:creationId xmlns:a16="http://schemas.microsoft.com/office/drawing/2014/main" id="{EAC23BB9-25AA-23D1-BBA8-4E96A8121B22}"/>
              </a:ext>
            </a:extLst>
          </p:cNvPr>
          <p:cNvSpPr txBox="1"/>
          <p:nvPr/>
        </p:nvSpPr>
        <p:spPr>
          <a:xfrm>
            <a:off x="4604791" y="-11965950"/>
            <a:ext cx="1005403" cy="16342935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9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8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7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5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4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3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2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1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</p:txBody>
      </p:sp>
      <p:sp>
        <p:nvSpPr>
          <p:cNvPr id="4" name="N2">
            <a:extLst>
              <a:ext uri="{FF2B5EF4-FFF2-40B4-BE49-F238E27FC236}">
                <a16:creationId xmlns:a16="http://schemas.microsoft.com/office/drawing/2014/main" id="{95EF8A55-2A5D-C739-62DE-9F54AB9D7812}"/>
              </a:ext>
            </a:extLst>
          </p:cNvPr>
          <p:cNvSpPr txBox="1"/>
          <p:nvPr/>
        </p:nvSpPr>
        <p:spPr>
          <a:xfrm>
            <a:off x="3663573" y="2671817"/>
            <a:ext cx="1005403" cy="16342935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9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8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7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5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4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3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2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1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</p:txBody>
      </p:sp>
      <p:sp>
        <p:nvSpPr>
          <p:cNvPr id="3" name="N1">
            <a:extLst>
              <a:ext uri="{FF2B5EF4-FFF2-40B4-BE49-F238E27FC236}">
                <a16:creationId xmlns:a16="http://schemas.microsoft.com/office/drawing/2014/main" id="{321860B9-DC15-351B-F334-054EAF2E4D85}"/>
              </a:ext>
            </a:extLst>
          </p:cNvPr>
          <p:cNvSpPr txBox="1"/>
          <p:nvPr/>
        </p:nvSpPr>
        <p:spPr>
          <a:xfrm>
            <a:off x="2446833" y="-11965950"/>
            <a:ext cx="1005403" cy="16342935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9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8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7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5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4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3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2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1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</p:txBody>
      </p:sp>
      <p:grpSp>
        <p:nvGrpSpPr>
          <p:cNvPr id="34" name="!!mascara">
            <a:extLst>
              <a:ext uri="{FF2B5EF4-FFF2-40B4-BE49-F238E27FC236}">
                <a16:creationId xmlns:a16="http://schemas.microsoft.com/office/drawing/2014/main" id="{C287DD8F-17E0-D7CA-89A4-3F01919A018C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 useBgFill="1">
          <p:nvSpPr>
            <p:cNvPr id="9" name="Forma Livre: Forma 8">
              <a:extLst>
                <a:ext uri="{FF2B5EF4-FFF2-40B4-BE49-F238E27FC236}">
                  <a16:creationId xmlns:a16="http://schemas.microsoft.com/office/drawing/2014/main" id="{43DD7F38-D131-0688-54CD-A4DDB6A95DE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0"/>
              <a:ext cx="12192000" cy="6858000"/>
            </a:xfrm>
            <a:custGeom>
              <a:avLst/>
              <a:gdLst>
                <a:gd name="connsiteX0" fmla="*/ 2566220 w 12192000"/>
                <a:gd name="connsiteY0" fmla="*/ 2632290 h 6858000"/>
                <a:gd name="connsiteX1" fmla="*/ 2322443 w 12192000"/>
                <a:gd name="connsiteY1" fmla="*/ 2876067 h 6858000"/>
                <a:gd name="connsiteX2" fmla="*/ 2322443 w 12192000"/>
                <a:gd name="connsiteY2" fmla="*/ 3851145 h 6858000"/>
                <a:gd name="connsiteX3" fmla="*/ 2566220 w 12192000"/>
                <a:gd name="connsiteY3" fmla="*/ 4094922 h 6858000"/>
                <a:gd name="connsiteX4" fmla="*/ 9625780 w 12192000"/>
                <a:gd name="connsiteY4" fmla="*/ 4094922 h 6858000"/>
                <a:gd name="connsiteX5" fmla="*/ 9869557 w 12192000"/>
                <a:gd name="connsiteY5" fmla="*/ 3851145 h 6858000"/>
                <a:gd name="connsiteX6" fmla="*/ 9869557 w 12192000"/>
                <a:gd name="connsiteY6" fmla="*/ 2876067 h 6858000"/>
                <a:gd name="connsiteX7" fmla="*/ 9625780 w 12192000"/>
                <a:gd name="connsiteY7" fmla="*/ 2632290 h 6858000"/>
                <a:gd name="connsiteX8" fmla="*/ 0 w 12192000"/>
                <a:gd name="connsiteY8" fmla="*/ 0 h 6858000"/>
                <a:gd name="connsiteX9" fmla="*/ 12192000 w 12192000"/>
                <a:gd name="connsiteY9" fmla="*/ 0 h 6858000"/>
                <a:gd name="connsiteX10" fmla="*/ 12192000 w 12192000"/>
                <a:gd name="connsiteY10" fmla="*/ 6858000 h 6858000"/>
                <a:gd name="connsiteX11" fmla="*/ 0 w 12192000"/>
                <a:gd name="connsiteY11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192000" h="6858000">
                  <a:moveTo>
                    <a:pt x="2566220" y="2632290"/>
                  </a:moveTo>
                  <a:cubicBezTo>
                    <a:pt x="2431586" y="2632290"/>
                    <a:pt x="2322443" y="2741433"/>
                    <a:pt x="2322443" y="2876067"/>
                  </a:cubicBezTo>
                  <a:lnTo>
                    <a:pt x="2322443" y="3851145"/>
                  </a:lnTo>
                  <a:cubicBezTo>
                    <a:pt x="2322443" y="3985779"/>
                    <a:pt x="2431586" y="4094922"/>
                    <a:pt x="2566220" y="4094922"/>
                  </a:cubicBezTo>
                  <a:lnTo>
                    <a:pt x="9625780" y="4094922"/>
                  </a:lnTo>
                  <a:cubicBezTo>
                    <a:pt x="9760414" y="4094922"/>
                    <a:pt x="9869557" y="3985779"/>
                    <a:pt x="9869557" y="3851145"/>
                  </a:cubicBezTo>
                  <a:lnTo>
                    <a:pt x="9869557" y="2876067"/>
                  </a:lnTo>
                  <a:cubicBezTo>
                    <a:pt x="9869557" y="2741433"/>
                    <a:pt x="9760414" y="2632290"/>
                    <a:pt x="9625780" y="2632290"/>
                  </a:cubicBezTo>
                  <a:close/>
                  <a:moveTo>
                    <a:pt x="0" y="0"/>
                  </a:moveTo>
                  <a:lnTo>
                    <a:pt x="12192000" y="0"/>
                  </a:lnTo>
                  <a:lnTo>
                    <a:pt x="12192000" y="6858000"/>
                  </a:lnTo>
                  <a:lnTo>
                    <a:pt x="0" y="6858000"/>
                  </a:lnTo>
                  <a:close/>
                </a:path>
              </a:pathLst>
            </a:custGeom>
            <a:ln>
              <a:noFill/>
            </a:ln>
            <a:effectLst>
              <a:outerShdw blurRad="3810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0" name="CaixaDeTexto 9">
              <a:extLst>
                <a:ext uri="{FF2B5EF4-FFF2-40B4-BE49-F238E27FC236}">
                  <a16:creationId xmlns:a16="http://schemas.microsoft.com/office/drawing/2014/main" id="{4014AAB1-279C-87A1-6A54-69E5927AF183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40326" y="330615"/>
              <a:ext cx="11111348" cy="985530"/>
            </a:xfrm>
            <a:prstGeom prst="roundRect">
              <a:avLst>
                <a:gd name="adj" fmla="val 26924"/>
              </a:avLst>
            </a:prstGeom>
            <a:solidFill>
              <a:srgbClr val="FFC000"/>
            </a:solidFill>
            <a:ln w="19050">
              <a:noFill/>
            </a:ln>
            <a:effectLst>
              <a:outerShdw blurRad="635000" dist="2540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 anchorCtr="1"/>
            <a:lstStyle>
              <a:defPPr>
                <a:defRPr lang="pt-BR"/>
              </a:defPPr>
              <a:lvl1pPr algn="ctr">
                <a:defRPr b="1">
                  <a:ln w="3175">
                    <a:noFill/>
                  </a:ln>
                  <a:solidFill>
                    <a:srgbClr val="FF0000"/>
                  </a:solidFill>
                  <a:latin typeface="Arial Narrow" panose="020B0606020202030204" pitchFamily="34" charset="0"/>
                  <a:ea typeface="Open Sans Extrabold" panose="020B0906030804020204" pitchFamily="34" charset="0"/>
                  <a:cs typeface="Arial" panose="020B0604020202020204" pitchFamily="34" charset="0"/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4400" b="1" i="0" u="none" strike="noStrike" kern="1200" cap="none" spc="600" normalizeH="0" baseline="0" noProof="0">
                  <a:ln w="3175"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Open Sans Extrabold" panose="020B0906030804020204" pitchFamily="34" charset="0"/>
                  <a:cs typeface="Arial" panose="020B0604020202020204" pitchFamily="34" charset="0"/>
                </a:rPr>
                <a:t>VOCÊ ERROU!</a:t>
              </a:r>
            </a:p>
          </p:txBody>
        </p:sp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6893B8BF-F8F5-DB56-E87C-8ED5CBA7FCB6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226072" y="2180704"/>
              <a:ext cx="206883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24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Arial" panose="020B0604020202020204" pitchFamily="34" charset="0"/>
                </a:rPr>
                <a:t>Você ganhou:</a:t>
              </a:r>
            </a:p>
          </p:txBody>
        </p:sp>
        <p:sp>
          <p:nvSpPr>
            <p:cNvPr id="12" name="CaixaDeTexto 11">
              <a:extLst>
                <a:ext uri="{FF2B5EF4-FFF2-40B4-BE49-F238E27FC236}">
                  <a16:creationId xmlns:a16="http://schemas.microsoft.com/office/drawing/2014/main" id="{E77C9F72-334E-862C-ACF5-323EF2E8C72C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667254" y="2555761"/>
              <a:ext cx="64472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28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R$</a:t>
              </a:r>
            </a:p>
          </p:txBody>
        </p:sp>
        <p:sp>
          <p:nvSpPr>
            <p:cNvPr id="13" name="Elipse 12">
              <a:extLst>
                <a:ext uri="{FF2B5EF4-FFF2-40B4-BE49-F238E27FC236}">
                  <a16:creationId xmlns:a16="http://schemas.microsoft.com/office/drawing/2014/main" id="{D879FEC9-3C93-4084-1DC0-039C3A2FA1A8}"/>
                </a:ext>
              </a:extLst>
            </p:cNvPr>
            <p:cNvSpPr>
              <a:spLocks noGrp="1" noRot="1" noChangeAspect="1" noMove="1" noResize="1" noEditPoints="1" noAdjustHandles="1" noChangeArrowheads="1" noChangeShapeType="1"/>
            </p:cNvSpPr>
            <p:nvPr/>
          </p:nvSpPr>
          <p:spPr>
            <a:xfrm>
              <a:off x="3480684" y="3646074"/>
              <a:ext cx="180000" cy="180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4" name="Elipse 13">
              <a:extLst>
                <a:ext uri="{FF2B5EF4-FFF2-40B4-BE49-F238E27FC236}">
                  <a16:creationId xmlns:a16="http://schemas.microsoft.com/office/drawing/2014/main" id="{4014B435-FE21-6F3F-D0A3-96A450E125B7}"/>
                </a:ext>
              </a:extLst>
            </p:cNvPr>
            <p:cNvSpPr>
              <a:spLocks noGrp="1" noRot="1" noChangeAspect="1" noMove="1" noResize="1" noEditPoints="1" noAdjustHandles="1" noChangeArrowheads="1" noChangeShapeType="1"/>
            </p:cNvSpPr>
            <p:nvPr/>
          </p:nvSpPr>
          <p:spPr>
            <a:xfrm>
              <a:off x="6610570" y="3646074"/>
              <a:ext cx="180000" cy="180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grpSp>
        <p:nvGrpSpPr>
          <p:cNvPr id="15" name="barra de progresso">
            <a:extLst>
              <a:ext uri="{FF2B5EF4-FFF2-40B4-BE49-F238E27FC236}">
                <a16:creationId xmlns:a16="http://schemas.microsoft.com/office/drawing/2014/main" id="{D7DF4F7E-B4C8-F5D8-B5B0-9D68AE4528F9}"/>
              </a:ext>
            </a:extLst>
          </p:cNvPr>
          <p:cNvGrpSpPr/>
          <p:nvPr/>
        </p:nvGrpSpPr>
        <p:grpSpPr>
          <a:xfrm>
            <a:off x="540326" y="6168042"/>
            <a:ext cx="11111348" cy="216000"/>
            <a:chOff x="540326" y="6168042"/>
            <a:chExt cx="11111348" cy="216000"/>
          </a:xfrm>
        </p:grpSpPr>
        <p:sp useBgFill="1">
          <p:nvSpPr>
            <p:cNvPr id="16" name="Retângulo: Cantos Arredondados 15">
              <a:extLst>
                <a:ext uri="{FF2B5EF4-FFF2-40B4-BE49-F238E27FC236}">
                  <a16:creationId xmlns:a16="http://schemas.microsoft.com/office/drawing/2014/main" id="{645F6494-8FFC-74C9-3BEE-6344C16689C9}"/>
                </a:ext>
              </a:extLst>
            </p:cNvPr>
            <p:cNvSpPr/>
            <p:nvPr/>
          </p:nvSpPr>
          <p:spPr>
            <a:xfrm>
              <a:off x="540326" y="6168042"/>
              <a:ext cx="540000" cy="216000"/>
            </a:xfrm>
            <a:prstGeom prst="roundRect">
              <a:avLst>
                <a:gd name="adj" fmla="val 50000"/>
              </a:avLst>
            </a:prstGeom>
            <a:ln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17" name="Retângulo: Cantos Arredondados 16">
              <a:extLst>
                <a:ext uri="{FF2B5EF4-FFF2-40B4-BE49-F238E27FC236}">
                  <a16:creationId xmlns:a16="http://schemas.microsoft.com/office/drawing/2014/main" id="{D0360543-989E-44E5-018D-E2B5E5E7950A}"/>
                </a:ext>
              </a:extLst>
            </p:cNvPr>
            <p:cNvSpPr/>
            <p:nvPr/>
          </p:nvSpPr>
          <p:spPr>
            <a:xfrm>
              <a:off x="1245083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18" name="Retângulo: Cantos Arredondados 17">
              <a:extLst>
                <a:ext uri="{FF2B5EF4-FFF2-40B4-BE49-F238E27FC236}">
                  <a16:creationId xmlns:a16="http://schemas.microsoft.com/office/drawing/2014/main" id="{832CD0D4-B00B-66F6-AC8B-2047BB5D1C88}"/>
                </a:ext>
              </a:extLst>
            </p:cNvPr>
            <p:cNvSpPr/>
            <p:nvPr/>
          </p:nvSpPr>
          <p:spPr>
            <a:xfrm>
              <a:off x="1949840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19" name="Retângulo: Cantos Arredondados 18">
              <a:extLst>
                <a:ext uri="{FF2B5EF4-FFF2-40B4-BE49-F238E27FC236}">
                  <a16:creationId xmlns:a16="http://schemas.microsoft.com/office/drawing/2014/main" id="{09C5ED91-4829-2188-7144-57BB65B5895C}"/>
                </a:ext>
              </a:extLst>
            </p:cNvPr>
            <p:cNvSpPr/>
            <p:nvPr/>
          </p:nvSpPr>
          <p:spPr>
            <a:xfrm>
              <a:off x="2654597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20" name="Retângulo: Cantos Arredondados 19">
              <a:extLst>
                <a:ext uri="{FF2B5EF4-FFF2-40B4-BE49-F238E27FC236}">
                  <a16:creationId xmlns:a16="http://schemas.microsoft.com/office/drawing/2014/main" id="{B5F9D68A-2A87-C90C-1D98-7737129DB43B}"/>
                </a:ext>
              </a:extLst>
            </p:cNvPr>
            <p:cNvSpPr/>
            <p:nvPr/>
          </p:nvSpPr>
          <p:spPr>
            <a:xfrm>
              <a:off x="3359354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21" name="Retângulo: Cantos Arredondados 20">
              <a:extLst>
                <a:ext uri="{FF2B5EF4-FFF2-40B4-BE49-F238E27FC236}">
                  <a16:creationId xmlns:a16="http://schemas.microsoft.com/office/drawing/2014/main" id="{A3EAB60E-42B2-0210-E6AD-787A54CF5E6B}"/>
                </a:ext>
              </a:extLst>
            </p:cNvPr>
            <p:cNvSpPr/>
            <p:nvPr/>
          </p:nvSpPr>
          <p:spPr>
            <a:xfrm>
              <a:off x="4064111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22" name="Retângulo: Cantos Arredondados 21">
              <a:extLst>
                <a:ext uri="{FF2B5EF4-FFF2-40B4-BE49-F238E27FC236}">
                  <a16:creationId xmlns:a16="http://schemas.microsoft.com/office/drawing/2014/main" id="{7805FE38-3DA6-AA69-5A21-5FDF35D7E06F}"/>
                </a:ext>
              </a:extLst>
            </p:cNvPr>
            <p:cNvSpPr/>
            <p:nvPr/>
          </p:nvSpPr>
          <p:spPr>
            <a:xfrm>
              <a:off x="4768868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23" name="Retângulo: Cantos Arredondados 22">
              <a:extLst>
                <a:ext uri="{FF2B5EF4-FFF2-40B4-BE49-F238E27FC236}">
                  <a16:creationId xmlns:a16="http://schemas.microsoft.com/office/drawing/2014/main" id="{2F3233F8-5476-5095-85DB-1E53D02FFF73}"/>
                </a:ext>
              </a:extLst>
            </p:cNvPr>
            <p:cNvSpPr/>
            <p:nvPr/>
          </p:nvSpPr>
          <p:spPr>
            <a:xfrm>
              <a:off x="5473625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24" name="Retângulo: Cantos Arredondados 23">
              <a:extLst>
                <a:ext uri="{FF2B5EF4-FFF2-40B4-BE49-F238E27FC236}">
                  <a16:creationId xmlns:a16="http://schemas.microsoft.com/office/drawing/2014/main" id="{BE1456AE-ED2B-72A9-D02A-1CD0F978D85D}"/>
                </a:ext>
              </a:extLst>
            </p:cNvPr>
            <p:cNvSpPr/>
            <p:nvPr/>
          </p:nvSpPr>
          <p:spPr>
            <a:xfrm>
              <a:off x="6178382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25" name="Retângulo: Cantos Arredondados 24">
              <a:extLst>
                <a:ext uri="{FF2B5EF4-FFF2-40B4-BE49-F238E27FC236}">
                  <a16:creationId xmlns:a16="http://schemas.microsoft.com/office/drawing/2014/main" id="{4755B973-D05B-1281-55E7-74B61C8A4505}"/>
                </a:ext>
              </a:extLst>
            </p:cNvPr>
            <p:cNvSpPr/>
            <p:nvPr/>
          </p:nvSpPr>
          <p:spPr>
            <a:xfrm>
              <a:off x="6883139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26" name="Retângulo: Cantos Arredondados 25">
              <a:extLst>
                <a:ext uri="{FF2B5EF4-FFF2-40B4-BE49-F238E27FC236}">
                  <a16:creationId xmlns:a16="http://schemas.microsoft.com/office/drawing/2014/main" id="{23BB2712-A117-128D-132B-22540621C404}"/>
                </a:ext>
              </a:extLst>
            </p:cNvPr>
            <p:cNvSpPr/>
            <p:nvPr/>
          </p:nvSpPr>
          <p:spPr>
            <a:xfrm>
              <a:off x="7587896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27" name="Retângulo: Cantos Arredondados 26">
              <a:extLst>
                <a:ext uri="{FF2B5EF4-FFF2-40B4-BE49-F238E27FC236}">
                  <a16:creationId xmlns:a16="http://schemas.microsoft.com/office/drawing/2014/main" id="{1F3E133E-5E8D-EA78-A60D-62DE8FA3C825}"/>
                </a:ext>
              </a:extLst>
            </p:cNvPr>
            <p:cNvSpPr/>
            <p:nvPr/>
          </p:nvSpPr>
          <p:spPr>
            <a:xfrm>
              <a:off x="8292653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28" name="Retângulo: Cantos Arredondados 27">
              <a:extLst>
                <a:ext uri="{FF2B5EF4-FFF2-40B4-BE49-F238E27FC236}">
                  <a16:creationId xmlns:a16="http://schemas.microsoft.com/office/drawing/2014/main" id="{52F08055-4C07-9D7D-B51F-6C5520201AFF}"/>
                </a:ext>
              </a:extLst>
            </p:cNvPr>
            <p:cNvSpPr/>
            <p:nvPr/>
          </p:nvSpPr>
          <p:spPr>
            <a:xfrm>
              <a:off x="8997410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29" name="Retângulo: Cantos Arredondados 28">
              <a:extLst>
                <a:ext uri="{FF2B5EF4-FFF2-40B4-BE49-F238E27FC236}">
                  <a16:creationId xmlns:a16="http://schemas.microsoft.com/office/drawing/2014/main" id="{915F56B7-CB97-B128-3798-360BFADDFBFE}"/>
                </a:ext>
              </a:extLst>
            </p:cNvPr>
            <p:cNvSpPr/>
            <p:nvPr/>
          </p:nvSpPr>
          <p:spPr>
            <a:xfrm>
              <a:off x="9702167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30" name="Retângulo: Cantos Arredondados 29">
              <a:extLst>
                <a:ext uri="{FF2B5EF4-FFF2-40B4-BE49-F238E27FC236}">
                  <a16:creationId xmlns:a16="http://schemas.microsoft.com/office/drawing/2014/main" id="{6422418E-AA0B-8E26-FC84-D410772659AF}"/>
                </a:ext>
              </a:extLst>
            </p:cNvPr>
            <p:cNvSpPr/>
            <p:nvPr/>
          </p:nvSpPr>
          <p:spPr>
            <a:xfrm>
              <a:off x="10406924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31" name="Retângulo: Cantos Arredondados 30">
              <a:extLst>
                <a:ext uri="{FF2B5EF4-FFF2-40B4-BE49-F238E27FC236}">
                  <a16:creationId xmlns:a16="http://schemas.microsoft.com/office/drawing/2014/main" id="{E640292C-BE19-1E3C-A127-339B803D0EC0}"/>
                </a:ext>
              </a:extLst>
            </p:cNvPr>
            <p:cNvSpPr/>
            <p:nvPr/>
          </p:nvSpPr>
          <p:spPr>
            <a:xfrm>
              <a:off x="11111674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pic>
        <p:nvPicPr>
          <p:cNvPr id="32" name="emoji">
            <a:extLst>
              <a:ext uri="{FF2B5EF4-FFF2-40B4-BE49-F238E27FC236}">
                <a16:creationId xmlns:a16="http://schemas.microsoft.com/office/drawing/2014/main" id="{D5E21F0E-C48A-B95C-AD66-20556A0DDDF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343083" y="1938181"/>
            <a:ext cx="1085856" cy="1085856"/>
          </a:xfrm>
          <a:prstGeom prst="rect">
            <a:avLst/>
          </a:prstGeom>
          <a:effectLst>
            <a:outerShdw blurRad="635000" dist="190500" dir="2700000" algn="tl" rotWithShape="0">
              <a:prstClr val="black">
                <a:alpha val="60000"/>
              </a:prstClr>
            </a:outerShdw>
          </a:effectLst>
        </p:spPr>
      </p:pic>
      <p:pic>
        <p:nvPicPr>
          <p:cNvPr id="37" name="que pena, vc errou">
            <a:hlinkClick r:id="" action="ppaction://media"/>
            <a:extLst>
              <a:ext uri="{FF2B5EF4-FFF2-40B4-BE49-F238E27FC236}">
                <a16:creationId xmlns:a16="http://schemas.microsoft.com/office/drawing/2014/main" id="{E7877330-4976-EF07-7A6B-DC501CA5A40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-772973" y="206871"/>
            <a:ext cx="509587" cy="509587"/>
          </a:xfrm>
          <a:prstGeom prst="rect">
            <a:avLst/>
          </a:prstGeom>
        </p:spPr>
      </p:pic>
      <p:sp>
        <p:nvSpPr>
          <p:cNvPr id="33" name="Botaão Próxima">
            <a:hlinkClick r:id="rId7" action="ppaction://hlinksldjump"/>
            <a:extLst>
              <a:ext uri="{FF2B5EF4-FFF2-40B4-BE49-F238E27FC236}">
                <a16:creationId xmlns:a16="http://schemas.microsoft.com/office/drawing/2014/main" id="{53474A7E-3077-C8C5-1005-C2DA17EEE819}"/>
              </a:ext>
            </a:extLst>
          </p:cNvPr>
          <p:cNvSpPr/>
          <p:nvPr/>
        </p:nvSpPr>
        <p:spPr>
          <a:xfrm>
            <a:off x="9051455" y="5367405"/>
            <a:ext cx="2330219" cy="540000"/>
          </a:xfrm>
          <a:prstGeom prst="roundRect">
            <a:avLst/>
          </a:prstGeom>
          <a:gradFill flip="none" rotWithShape="1">
            <a:gsLst>
              <a:gs pos="0">
                <a:schemeClr val="accent6"/>
              </a:gs>
              <a:gs pos="59000">
                <a:schemeClr val="accent6">
                  <a:lumMod val="75000"/>
                </a:schemeClr>
              </a:gs>
              <a:gs pos="100000">
                <a:schemeClr val="accent6">
                  <a:lumMod val="50000"/>
                </a:schemeClr>
              </a:gs>
            </a:gsLst>
            <a:lin ang="19200000" scaled="0"/>
            <a:tileRect/>
          </a:gradFill>
          <a:ln w="19050">
            <a:solidFill>
              <a:schemeClr val="bg1"/>
            </a:solidFill>
          </a:ln>
          <a:effectLst>
            <a:outerShdw blurRad="381000" dist="1270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rIns="108000" rtlCol="0" anchor="ctr"/>
          <a:lstStyle/>
          <a:p>
            <a:pPr algn="ctr"/>
            <a:r>
              <a:rPr lang="pt-BR" sz="1400" b="1" dirty="0">
                <a:ln w="3175">
                  <a:noFill/>
                </a:ln>
                <a:effectLst>
                  <a:outerShdw blurRad="1270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Arial" panose="020B0604020202020204" pitchFamily="34" charset="0"/>
                <a:ea typeface="Open Sans Extrabold" panose="020B0906030804020204" pitchFamily="34" charset="0"/>
                <a:cs typeface="Arial" panose="020B0604020202020204" pitchFamily="34" charset="0"/>
              </a:rPr>
              <a:t>Voltar</a:t>
            </a:r>
          </a:p>
        </p:txBody>
      </p:sp>
    </p:spTree>
    <p:extLst>
      <p:ext uri="{BB962C8B-B14F-4D97-AF65-F5344CB8AC3E}">
        <p14:creationId xmlns:p14="http://schemas.microsoft.com/office/powerpoint/2010/main" val="17010451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2040" fill="hold"/>
                                            <p:tgtEl>
                                              <p:spTgt spid="37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  <p:par>
                                    <p:cTn id="7" presetID="2" presetClass="entr" presetSubtype="4" fill="hold" grpId="0" nodeType="with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9" dur="20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10" dur="20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1" presetID="2" presetClass="entr" presetSubtype="1" fill="hold" grpId="0" nodeType="with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13" dur="20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14" dur="20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5" presetID="2" presetClass="entr" presetSubtype="4" fill="hold" grpId="0" nodeType="with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17" dur="20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18" dur="20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9" presetID="2" presetClass="entr" presetSubtype="1" fill="hold" grpId="0" nodeType="with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21" dur="20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22" dur="20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3" presetID="2" presetClass="entr" presetSubtype="4" fill="hold" grpId="0" nodeType="with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25" dur="20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26" dur="20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7" presetID="2" presetClass="entr" presetSubtype="1" fill="hold" grpId="0" nodeType="with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29" dur="20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30" dur="20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1" presetID="2" presetClass="entr" presetSubtype="4" fill="hold" grpId="0" nodeType="with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33" dur="20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34" dur="20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5" presetID="23" presetClass="entr" presetSubtype="32" fill="hold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7" dur="5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4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8" dur="5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4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9" presetID="22" presetClass="entr" presetSubtype="8" fill="hold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4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41" dur="1000"/>
                                            <p:tgtEl>
                                              <p:spTgt spid="1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2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43" dur="indefinite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44" dur="indefinite"/>
                                            <p:tgtEl>
                                              <p:spTgt spid="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5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46" dur="indefinite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47" dur="indefinite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8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49" dur="indefinite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50" dur="indefinite"/>
                                            <p:tgtEl>
                                              <p:spTgt spid="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1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52" dur="indefinite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53" dur="indefinite"/>
                                            <p:tgtEl>
                                              <p:spTgt spid="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4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55" dur="indefinite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56" dur="indefinite"/>
                                            <p:tgtEl>
                                              <p:spTgt spid="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7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58" dur="indefinite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59" dur="indefinite"/>
                                            <p:tgtEl>
                                              <p:spTgt spid="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0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61" dur="indefinite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62" dur="indefinite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63" fill="hold">
                                <p:stCondLst>
                                  <p:cond delay="2040"/>
                                </p:stCondLst>
                                <p:childTnLst>
                                  <p:par>
                                    <p:cTn id="64" presetID="5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66" dur="5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7" dur="5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68" dur="500"/>
                                            <p:tgtEl>
                                              <p:spTgt spid="3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9" presetID="42" presetClass="path" presetSubtype="0" accel="50000" decel="5000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8.33333E-7 -7.40741E-7 L -8.33333E-7 0.3206 " pathEditMode="relative" rAng="0" ptsTypes="AA">
                                          <p:cBhvr>
                                            <p:cTn id="70" dur="500" spd="-1000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16019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71" fill="hold">
                                <p:stCondLst>
                                  <p:cond delay="2540"/>
                                </p:stCondLst>
                                <p:childTnLst>
                                  <p:par>
                                    <p:cTn id="72" presetID="6" presetClass="emph" presetSubtype="0" repeatCount="indefinite" autoRev="1" fill="hold" grpId="2" nodeType="afterEffect">
                                      <p:stCondLst>
                                        <p:cond delay="0"/>
                                      </p:stCondLst>
                                      <p:endCondLst>
                                        <p:cond evt="onNext" delay="0">
                                          <p:tgtEl>
                                            <p:sldTgt/>
                                          </p:tgtEl>
                                        </p:cond>
                                      </p:endCondLst>
                                      <p:childTnLst>
                                        <p:animScale>
                                          <p:cBhvr>
                                            <p:cTn id="73" dur="500" fill="hold"/>
                                            <p:tgtEl>
                                              <p:spTgt spid="33"/>
                                            </p:tgtEl>
                                          </p:cBhvr>
                                          <p:by x="90000" y="90000"/>
                                        </p:animScale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>
                    <p:cTn id="74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37"/>
                    </p:tgtEl>
                  </p:cMediaNode>
                </p:audio>
              </p:childTnLst>
            </p:cTn>
          </p:par>
        </p:tnLst>
        <p:bldLst>
          <p:bldP spid="2" grpId="0"/>
          <p:bldP spid="2" grpId="1"/>
          <p:bldP spid="8" grpId="0"/>
          <p:bldP spid="8" grpId="1"/>
          <p:bldP spid="7" grpId="0"/>
          <p:bldP spid="7" grpId="1"/>
          <p:bldP spid="6" grpId="0"/>
          <p:bldP spid="6" grpId="1"/>
          <p:bldP spid="5" grpId="0"/>
          <p:bldP spid="5" grpId="1"/>
          <p:bldP spid="4" grpId="0"/>
          <p:bldP spid="4" grpId="1"/>
          <p:bldP spid="3" grpId="0"/>
          <p:bldP spid="3" grpId="1"/>
          <p:bldP spid="33" grpId="0" animBg="1"/>
          <p:bldP spid="33" grpId="1" animBg="1"/>
          <p:bldP spid="33" grpId="2" animBg="1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2040" fill="hold"/>
                                            <p:tgtEl>
                                              <p:spTgt spid="37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  <p:par>
                                    <p:cTn id="7" presetID="2" presetClass="entr" presetSubtype="4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9" dur="20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0" dur="20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1" presetID="2" presetClass="entr" presetSubtype="1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3" dur="20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4" dur="20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5" presetID="2" presetClass="entr" presetSubtype="4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7" dur="20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8" dur="20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9" presetID="2" presetClass="entr" presetSubtype="1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1" dur="20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2" dur="20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3" presetID="2" presetClass="entr" presetSubtype="4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5" dur="20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6" dur="20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7" presetID="2" presetClass="entr" presetSubtype="1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9" dur="20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0" dur="20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1" presetID="2" presetClass="entr" presetSubtype="4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3" dur="20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4" dur="20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5" presetID="23" presetClass="entr" presetSubtype="32" fill="hold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7" dur="5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4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8" dur="5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4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9" presetID="22" presetClass="entr" presetSubtype="8" fill="hold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4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41" dur="1000"/>
                                            <p:tgtEl>
                                              <p:spTgt spid="1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2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43" dur="indefinite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44" dur="indefinite"/>
                                            <p:tgtEl>
                                              <p:spTgt spid="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5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46" dur="indefinite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47" dur="indefinite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8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49" dur="indefinite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50" dur="indefinite"/>
                                            <p:tgtEl>
                                              <p:spTgt spid="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1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52" dur="indefinite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53" dur="indefinite"/>
                                            <p:tgtEl>
                                              <p:spTgt spid="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4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55" dur="indefinite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56" dur="indefinite"/>
                                            <p:tgtEl>
                                              <p:spTgt spid="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7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58" dur="indefinite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59" dur="indefinite"/>
                                            <p:tgtEl>
                                              <p:spTgt spid="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0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61" dur="indefinite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62" dur="indefinite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63" fill="hold">
                                <p:stCondLst>
                                  <p:cond delay="2040"/>
                                </p:stCondLst>
                                <p:childTnLst>
                                  <p:par>
                                    <p:cTn id="64" presetID="5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66" dur="5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7" dur="5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68" dur="500"/>
                                            <p:tgtEl>
                                              <p:spTgt spid="3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9" presetID="42" presetClass="path" presetSubtype="0" accel="50000" decel="5000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8.33333E-7 -7.40741E-7 L -8.33333E-7 0.3206 " pathEditMode="relative" rAng="0" ptsTypes="AA">
                                          <p:cBhvr>
                                            <p:cTn id="70" dur="500" spd="-1000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16019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71" fill="hold">
                                <p:stCondLst>
                                  <p:cond delay="2540"/>
                                </p:stCondLst>
                                <p:childTnLst>
                                  <p:par>
                                    <p:cTn id="72" presetID="6" presetClass="emph" presetSubtype="0" repeatCount="indefinite" autoRev="1" fill="hold" grpId="2" nodeType="afterEffect">
                                      <p:stCondLst>
                                        <p:cond delay="0"/>
                                      </p:stCondLst>
                                      <p:endCondLst>
                                        <p:cond evt="onNext" delay="0">
                                          <p:tgtEl>
                                            <p:sldTgt/>
                                          </p:tgtEl>
                                        </p:cond>
                                      </p:endCondLst>
                                      <p:childTnLst>
                                        <p:animScale>
                                          <p:cBhvr>
                                            <p:cTn id="73" dur="500" fill="hold"/>
                                            <p:tgtEl>
                                              <p:spTgt spid="33"/>
                                            </p:tgtEl>
                                          </p:cBhvr>
                                          <p:by x="90000" y="90000"/>
                                        </p:animScale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>
                    <p:cTn id="74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37"/>
                    </p:tgtEl>
                  </p:cMediaNode>
                </p:audio>
              </p:childTnLst>
            </p:cTn>
          </p:par>
        </p:tnLst>
        <p:bldLst>
          <p:bldP spid="2" grpId="0"/>
          <p:bldP spid="2" grpId="1"/>
          <p:bldP spid="8" grpId="0"/>
          <p:bldP spid="8" grpId="1"/>
          <p:bldP spid="7" grpId="0"/>
          <p:bldP spid="7" grpId="1"/>
          <p:bldP spid="6" grpId="0"/>
          <p:bldP spid="6" grpId="1"/>
          <p:bldP spid="5" grpId="0"/>
          <p:bldP spid="5" grpId="1"/>
          <p:bldP spid="4" grpId="0"/>
          <p:bldP spid="4" grpId="1"/>
          <p:bldP spid="3" grpId="0"/>
          <p:bldP spid="3" grpId="1"/>
          <p:bldP spid="33" grpId="0" animBg="1"/>
          <p:bldP spid="33" grpId="1" animBg="1"/>
          <p:bldP spid="33" grpId="2" animBg="1"/>
        </p:bldLst>
      </p:timing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C00000"/>
            </a:gs>
            <a:gs pos="100000">
              <a:schemeClr val="tx1">
                <a:lumMod val="85000"/>
                <a:lumOff val="15000"/>
              </a:schemeClr>
            </a:gs>
          </a:gsLst>
          <a:lin ang="81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7">
            <a:extLst>
              <a:ext uri="{FF2B5EF4-FFF2-40B4-BE49-F238E27FC236}">
                <a16:creationId xmlns:a16="http://schemas.microsoft.com/office/drawing/2014/main" id="{AF47984B-59F1-7176-A115-158B29114E0E}"/>
              </a:ext>
            </a:extLst>
          </p:cNvPr>
          <p:cNvSpPr txBox="1"/>
          <p:nvPr/>
        </p:nvSpPr>
        <p:spPr>
          <a:xfrm>
            <a:off x="8746332" y="-11965950"/>
            <a:ext cx="1005403" cy="16342935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9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8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7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5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4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3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2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1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</p:txBody>
      </p:sp>
      <p:sp>
        <p:nvSpPr>
          <p:cNvPr id="8" name="N6">
            <a:extLst>
              <a:ext uri="{FF2B5EF4-FFF2-40B4-BE49-F238E27FC236}">
                <a16:creationId xmlns:a16="http://schemas.microsoft.com/office/drawing/2014/main" id="{FE3BD9AB-7F50-A4B5-5F53-70354EF481F4}"/>
              </a:ext>
            </a:extLst>
          </p:cNvPr>
          <p:cNvSpPr txBox="1"/>
          <p:nvPr/>
        </p:nvSpPr>
        <p:spPr>
          <a:xfrm>
            <a:off x="7805114" y="2671817"/>
            <a:ext cx="1005403" cy="16342935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9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8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7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5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4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3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2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1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</p:txBody>
      </p:sp>
      <p:sp>
        <p:nvSpPr>
          <p:cNvPr id="7" name="N5">
            <a:extLst>
              <a:ext uri="{FF2B5EF4-FFF2-40B4-BE49-F238E27FC236}">
                <a16:creationId xmlns:a16="http://schemas.microsoft.com/office/drawing/2014/main" id="{D60E20A6-40DE-61FF-BC52-780641776D60}"/>
              </a:ext>
            </a:extLst>
          </p:cNvPr>
          <p:cNvSpPr txBox="1"/>
          <p:nvPr/>
        </p:nvSpPr>
        <p:spPr>
          <a:xfrm>
            <a:off x="6863896" y="-11965950"/>
            <a:ext cx="1005403" cy="16342935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9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8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7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5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4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3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2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1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</p:txBody>
      </p:sp>
      <p:sp>
        <p:nvSpPr>
          <p:cNvPr id="6" name="N4">
            <a:extLst>
              <a:ext uri="{FF2B5EF4-FFF2-40B4-BE49-F238E27FC236}">
                <a16:creationId xmlns:a16="http://schemas.microsoft.com/office/drawing/2014/main" id="{B55EA620-A448-2ACD-AF8D-A6933BC4F87F}"/>
              </a:ext>
            </a:extLst>
          </p:cNvPr>
          <p:cNvSpPr txBox="1"/>
          <p:nvPr/>
        </p:nvSpPr>
        <p:spPr>
          <a:xfrm>
            <a:off x="5546009" y="2671817"/>
            <a:ext cx="1005403" cy="16342935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9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8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7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5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4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3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2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1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</p:txBody>
      </p:sp>
      <p:sp>
        <p:nvSpPr>
          <p:cNvPr id="5" name="N3">
            <a:extLst>
              <a:ext uri="{FF2B5EF4-FFF2-40B4-BE49-F238E27FC236}">
                <a16:creationId xmlns:a16="http://schemas.microsoft.com/office/drawing/2014/main" id="{EAC23BB9-25AA-23D1-BBA8-4E96A8121B22}"/>
              </a:ext>
            </a:extLst>
          </p:cNvPr>
          <p:cNvSpPr txBox="1"/>
          <p:nvPr/>
        </p:nvSpPr>
        <p:spPr>
          <a:xfrm>
            <a:off x="4604791" y="-11965950"/>
            <a:ext cx="1005403" cy="16342935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9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8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7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5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4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3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2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1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</p:txBody>
      </p:sp>
      <p:sp>
        <p:nvSpPr>
          <p:cNvPr id="4" name="N2">
            <a:extLst>
              <a:ext uri="{FF2B5EF4-FFF2-40B4-BE49-F238E27FC236}">
                <a16:creationId xmlns:a16="http://schemas.microsoft.com/office/drawing/2014/main" id="{95EF8A55-2A5D-C739-62DE-9F54AB9D7812}"/>
              </a:ext>
            </a:extLst>
          </p:cNvPr>
          <p:cNvSpPr txBox="1"/>
          <p:nvPr/>
        </p:nvSpPr>
        <p:spPr>
          <a:xfrm>
            <a:off x="3663573" y="2671817"/>
            <a:ext cx="1005403" cy="16342935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9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8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7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5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4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3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2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1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</p:txBody>
      </p:sp>
      <p:sp>
        <p:nvSpPr>
          <p:cNvPr id="3" name="N1">
            <a:extLst>
              <a:ext uri="{FF2B5EF4-FFF2-40B4-BE49-F238E27FC236}">
                <a16:creationId xmlns:a16="http://schemas.microsoft.com/office/drawing/2014/main" id="{321860B9-DC15-351B-F334-054EAF2E4D85}"/>
              </a:ext>
            </a:extLst>
          </p:cNvPr>
          <p:cNvSpPr txBox="1"/>
          <p:nvPr/>
        </p:nvSpPr>
        <p:spPr>
          <a:xfrm>
            <a:off x="2446833" y="-11965950"/>
            <a:ext cx="1005403" cy="16342935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9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8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7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5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4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3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2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1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</p:txBody>
      </p:sp>
      <p:grpSp>
        <p:nvGrpSpPr>
          <p:cNvPr id="34" name="!!mascara">
            <a:extLst>
              <a:ext uri="{FF2B5EF4-FFF2-40B4-BE49-F238E27FC236}">
                <a16:creationId xmlns:a16="http://schemas.microsoft.com/office/drawing/2014/main" id="{C287DD8F-17E0-D7CA-89A4-3F01919A018C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 useBgFill="1">
          <p:nvSpPr>
            <p:cNvPr id="9" name="Forma Livre: Forma 8">
              <a:extLst>
                <a:ext uri="{FF2B5EF4-FFF2-40B4-BE49-F238E27FC236}">
                  <a16:creationId xmlns:a16="http://schemas.microsoft.com/office/drawing/2014/main" id="{43DD7F38-D131-0688-54CD-A4DDB6A95DE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0"/>
              <a:ext cx="12192000" cy="6858000"/>
            </a:xfrm>
            <a:custGeom>
              <a:avLst/>
              <a:gdLst>
                <a:gd name="connsiteX0" fmla="*/ 2566220 w 12192000"/>
                <a:gd name="connsiteY0" fmla="*/ 2632290 h 6858000"/>
                <a:gd name="connsiteX1" fmla="*/ 2322443 w 12192000"/>
                <a:gd name="connsiteY1" fmla="*/ 2876067 h 6858000"/>
                <a:gd name="connsiteX2" fmla="*/ 2322443 w 12192000"/>
                <a:gd name="connsiteY2" fmla="*/ 3851145 h 6858000"/>
                <a:gd name="connsiteX3" fmla="*/ 2566220 w 12192000"/>
                <a:gd name="connsiteY3" fmla="*/ 4094922 h 6858000"/>
                <a:gd name="connsiteX4" fmla="*/ 9625780 w 12192000"/>
                <a:gd name="connsiteY4" fmla="*/ 4094922 h 6858000"/>
                <a:gd name="connsiteX5" fmla="*/ 9869557 w 12192000"/>
                <a:gd name="connsiteY5" fmla="*/ 3851145 h 6858000"/>
                <a:gd name="connsiteX6" fmla="*/ 9869557 w 12192000"/>
                <a:gd name="connsiteY6" fmla="*/ 2876067 h 6858000"/>
                <a:gd name="connsiteX7" fmla="*/ 9625780 w 12192000"/>
                <a:gd name="connsiteY7" fmla="*/ 2632290 h 6858000"/>
                <a:gd name="connsiteX8" fmla="*/ 0 w 12192000"/>
                <a:gd name="connsiteY8" fmla="*/ 0 h 6858000"/>
                <a:gd name="connsiteX9" fmla="*/ 12192000 w 12192000"/>
                <a:gd name="connsiteY9" fmla="*/ 0 h 6858000"/>
                <a:gd name="connsiteX10" fmla="*/ 12192000 w 12192000"/>
                <a:gd name="connsiteY10" fmla="*/ 6858000 h 6858000"/>
                <a:gd name="connsiteX11" fmla="*/ 0 w 12192000"/>
                <a:gd name="connsiteY11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192000" h="6858000">
                  <a:moveTo>
                    <a:pt x="2566220" y="2632290"/>
                  </a:moveTo>
                  <a:cubicBezTo>
                    <a:pt x="2431586" y="2632290"/>
                    <a:pt x="2322443" y="2741433"/>
                    <a:pt x="2322443" y="2876067"/>
                  </a:cubicBezTo>
                  <a:lnTo>
                    <a:pt x="2322443" y="3851145"/>
                  </a:lnTo>
                  <a:cubicBezTo>
                    <a:pt x="2322443" y="3985779"/>
                    <a:pt x="2431586" y="4094922"/>
                    <a:pt x="2566220" y="4094922"/>
                  </a:cubicBezTo>
                  <a:lnTo>
                    <a:pt x="9625780" y="4094922"/>
                  </a:lnTo>
                  <a:cubicBezTo>
                    <a:pt x="9760414" y="4094922"/>
                    <a:pt x="9869557" y="3985779"/>
                    <a:pt x="9869557" y="3851145"/>
                  </a:cubicBezTo>
                  <a:lnTo>
                    <a:pt x="9869557" y="2876067"/>
                  </a:lnTo>
                  <a:cubicBezTo>
                    <a:pt x="9869557" y="2741433"/>
                    <a:pt x="9760414" y="2632290"/>
                    <a:pt x="9625780" y="2632290"/>
                  </a:cubicBezTo>
                  <a:close/>
                  <a:moveTo>
                    <a:pt x="0" y="0"/>
                  </a:moveTo>
                  <a:lnTo>
                    <a:pt x="12192000" y="0"/>
                  </a:lnTo>
                  <a:lnTo>
                    <a:pt x="12192000" y="6858000"/>
                  </a:lnTo>
                  <a:lnTo>
                    <a:pt x="0" y="6858000"/>
                  </a:lnTo>
                  <a:close/>
                </a:path>
              </a:pathLst>
            </a:custGeom>
            <a:ln>
              <a:noFill/>
            </a:ln>
            <a:effectLst>
              <a:outerShdw blurRad="3810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0" name="CaixaDeTexto 9">
              <a:extLst>
                <a:ext uri="{FF2B5EF4-FFF2-40B4-BE49-F238E27FC236}">
                  <a16:creationId xmlns:a16="http://schemas.microsoft.com/office/drawing/2014/main" id="{4014AAB1-279C-87A1-6A54-69E5927AF183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40326" y="330615"/>
              <a:ext cx="11111348" cy="985530"/>
            </a:xfrm>
            <a:prstGeom prst="roundRect">
              <a:avLst>
                <a:gd name="adj" fmla="val 26924"/>
              </a:avLst>
            </a:prstGeom>
            <a:solidFill>
              <a:srgbClr val="FFC000"/>
            </a:solidFill>
            <a:ln w="19050">
              <a:noFill/>
            </a:ln>
            <a:effectLst>
              <a:outerShdw blurRad="635000" dist="2540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 anchorCtr="1"/>
            <a:lstStyle>
              <a:defPPr>
                <a:defRPr lang="pt-BR"/>
              </a:defPPr>
              <a:lvl1pPr algn="ctr">
                <a:defRPr b="1">
                  <a:ln w="3175">
                    <a:noFill/>
                  </a:ln>
                  <a:solidFill>
                    <a:srgbClr val="FF0000"/>
                  </a:solidFill>
                  <a:latin typeface="Arial Narrow" panose="020B0606020202030204" pitchFamily="34" charset="0"/>
                  <a:ea typeface="Open Sans Extrabold" panose="020B0906030804020204" pitchFamily="34" charset="0"/>
                  <a:cs typeface="Arial" panose="020B0604020202020204" pitchFamily="34" charset="0"/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4400" b="1" i="0" u="none" strike="noStrike" kern="1200" cap="none" spc="600" normalizeH="0" baseline="0" noProof="0">
                  <a:ln w="3175"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Open Sans Extrabold" panose="020B0906030804020204" pitchFamily="34" charset="0"/>
                  <a:cs typeface="Arial" panose="020B0604020202020204" pitchFamily="34" charset="0"/>
                </a:rPr>
                <a:t>VOCÊ ERROU!</a:t>
              </a:r>
            </a:p>
          </p:txBody>
        </p:sp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6893B8BF-F8F5-DB56-E87C-8ED5CBA7FCB6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226072" y="2180704"/>
              <a:ext cx="206883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24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Arial" panose="020B0604020202020204" pitchFamily="34" charset="0"/>
                </a:rPr>
                <a:t>Você ganhou:</a:t>
              </a:r>
            </a:p>
          </p:txBody>
        </p:sp>
        <p:sp>
          <p:nvSpPr>
            <p:cNvPr id="12" name="CaixaDeTexto 11">
              <a:extLst>
                <a:ext uri="{FF2B5EF4-FFF2-40B4-BE49-F238E27FC236}">
                  <a16:creationId xmlns:a16="http://schemas.microsoft.com/office/drawing/2014/main" id="{E77C9F72-334E-862C-ACF5-323EF2E8C72C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667254" y="2555761"/>
              <a:ext cx="64472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28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R$</a:t>
              </a:r>
            </a:p>
          </p:txBody>
        </p:sp>
        <p:sp>
          <p:nvSpPr>
            <p:cNvPr id="13" name="Elipse 12">
              <a:extLst>
                <a:ext uri="{FF2B5EF4-FFF2-40B4-BE49-F238E27FC236}">
                  <a16:creationId xmlns:a16="http://schemas.microsoft.com/office/drawing/2014/main" id="{D879FEC9-3C93-4084-1DC0-039C3A2FA1A8}"/>
                </a:ext>
              </a:extLst>
            </p:cNvPr>
            <p:cNvSpPr>
              <a:spLocks noGrp="1" noRot="1" noChangeAspect="1" noMove="1" noResize="1" noEditPoints="1" noAdjustHandles="1" noChangeArrowheads="1" noChangeShapeType="1"/>
            </p:cNvSpPr>
            <p:nvPr/>
          </p:nvSpPr>
          <p:spPr>
            <a:xfrm>
              <a:off x="3480684" y="3646074"/>
              <a:ext cx="180000" cy="180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4" name="Elipse 13">
              <a:extLst>
                <a:ext uri="{FF2B5EF4-FFF2-40B4-BE49-F238E27FC236}">
                  <a16:creationId xmlns:a16="http://schemas.microsoft.com/office/drawing/2014/main" id="{4014B435-FE21-6F3F-D0A3-96A450E125B7}"/>
                </a:ext>
              </a:extLst>
            </p:cNvPr>
            <p:cNvSpPr>
              <a:spLocks noGrp="1" noRot="1" noChangeAspect="1" noMove="1" noResize="1" noEditPoints="1" noAdjustHandles="1" noChangeArrowheads="1" noChangeShapeType="1"/>
            </p:cNvSpPr>
            <p:nvPr/>
          </p:nvSpPr>
          <p:spPr>
            <a:xfrm>
              <a:off x="6610570" y="3646074"/>
              <a:ext cx="180000" cy="180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grpSp>
        <p:nvGrpSpPr>
          <p:cNvPr id="15" name="barra de progresso">
            <a:extLst>
              <a:ext uri="{FF2B5EF4-FFF2-40B4-BE49-F238E27FC236}">
                <a16:creationId xmlns:a16="http://schemas.microsoft.com/office/drawing/2014/main" id="{D7DF4F7E-B4C8-F5D8-B5B0-9D68AE4528F9}"/>
              </a:ext>
            </a:extLst>
          </p:cNvPr>
          <p:cNvGrpSpPr/>
          <p:nvPr/>
        </p:nvGrpSpPr>
        <p:grpSpPr>
          <a:xfrm>
            <a:off x="540326" y="6168042"/>
            <a:ext cx="11111348" cy="216000"/>
            <a:chOff x="540326" y="6168042"/>
            <a:chExt cx="11111348" cy="216000"/>
          </a:xfrm>
        </p:grpSpPr>
        <p:sp useBgFill="1">
          <p:nvSpPr>
            <p:cNvPr id="16" name="Retângulo: Cantos Arredondados 15">
              <a:extLst>
                <a:ext uri="{FF2B5EF4-FFF2-40B4-BE49-F238E27FC236}">
                  <a16:creationId xmlns:a16="http://schemas.microsoft.com/office/drawing/2014/main" id="{645F6494-8FFC-74C9-3BEE-6344C16689C9}"/>
                </a:ext>
              </a:extLst>
            </p:cNvPr>
            <p:cNvSpPr/>
            <p:nvPr/>
          </p:nvSpPr>
          <p:spPr>
            <a:xfrm>
              <a:off x="540326" y="6168042"/>
              <a:ext cx="540000" cy="216000"/>
            </a:xfrm>
            <a:prstGeom prst="roundRect">
              <a:avLst>
                <a:gd name="adj" fmla="val 50000"/>
              </a:avLst>
            </a:prstGeom>
            <a:ln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17" name="Retângulo: Cantos Arredondados 16">
              <a:extLst>
                <a:ext uri="{FF2B5EF4-FFF2-40B4-BE49-F238E27FC236}">
                  <a16:creationId xmlns:a16="http://schemas.microsoft.com/office/drawing/2014/main" id="{D0360543-989E-44E5-018D-E2B5E5E7950A}"/>
                </a:ext>
              </a:extLst>
            </p:cNvPr>
            <p:cNvSpPr/>
            <p:nvPr/>
          </p:nvSpPr>
          <p:spPr>
            <a:xfrm>
              <a:off x="1245083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18" name="Retângulo: Cantos Arredondados 17">
              <a:extLst>
                <a:ext uri="{FF2B5EF4-FFF2-40B4-BE49-F238E27FC236}">
                  <a16:creationId xmlns:a16="http://schemas.microsoft.com/office/drawing/2014/main" id="{832CD0D4-B00B-66F6-AC8B-2047BB5D1C88}"/>
                </a:ext>
              </a:extLst>
            </p:cNvPr>
            <p:cNvSpPr/>
            <p:nvPr/>
          </p:nvSpPr>
          <p:spPr>
            <a:xfrm>
              <a:off x="1949840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19" name="Retângulo: Cantos Arredondados 18">
              <a:extLst>
                <a:ext uri="{FF2B5EF4-FFF2-40B4-BE49-F238E27FC236}">
                  <a16:creationId xmlns:a16="http://schemas.microsoft.com/office/drawing/2014/main" id="{09C5ED91-4829-2188-7144-57BB65B5895C}"/>
                </a:ext>
              </a:extLst>
            </p:cNvPr>
            <p:cNvSpPr/>
            <p:nvPr/>
          </p:nvSpPr>
          <p:spPr>
            <a:xfrm>
              <a:off x="2654597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20" name="Retângulo: Cantos Arredondados 19">
              <a:extLst>
                <a:ext uri="{FF2B5EF4-FFF2-40B4-BE49-F238E27FC236}">
                  <a16:creationId xmlns:a16="http://schemas.microsoft.com/office/drawing/2014/main" id="{B5F9D68A-2A87-C90C-1D98-7737129DB43B}"/>
                </a:ext>
              </a:extLst>
            </p:cNvPr>
            <p:cNvSpPr/>
            <p:nvPr/>
          </p:nvSpPr>
          <p:spPr>
            <a:xfrm>
              <a:off x="3359354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21" name="Retângulo: Cantos Arredondados 20">
              <a:extLst>
                <a:ext uri="{FF2B5EF4-FFF2-40B4-BE49-F238E27FC236}">
                  <a16:creationId xmlns:a16="http://schemas.microsoft.com/office/drawing/2014/main" id="{A3EAB60E-42B2-0210-E6AD-787A54CF5E6B}"/>
                </a:ext>
              </a:extLst>
            </p:cNvPr>
            <p:cNvSpPr/>
            <p:nvPr/>
          </p:nvSpPr>
          <p:spPr>
            <a:xfrm>
              <a:off x="4064111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22" name="Retângulo: Cantos Arredondados 21">
              <a:extLst>
                <a:ext uri="{FF2B5EF4-FFF2-40B4-BE49-F238E27FC236}">
                  <a16:creationId xmlns:a16="http://schemas.microsoft.com/office/drawing/2014/main" id="{7805FE38-3DA6-AA69-5A21-5FDF35D7E06F}"/>
                </a:ext>
              </a:extLst>
            </p:cNvPr>
            <p:cNvSpPr/>
            <p:nvPr/>
          </p:nvSpPr>
          <p:spPr>
            <a:xfrm>
              <a:off x="4768868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23" name="Retângulo: Cantos Arredondados 22">
              <a:extLst>
                <a:ext uri="{FF2B5EF4-FFF2-40B4-BE49-F238E27FC236}">
                  <a16:creationId xmlns:a16="http://schemas.microsoft.com/office/drawing/2014/main" id="{2F3233F8-5476-5095-85DB-1E53D02FFF73}"/>
                </a:ext>
              </a:extLst>
            </p:cNvPr>
            <p:cNvSpPr/>
            <p:nvPr/>
          </p:nvSpPr>
          <p:spPr>
            <a:xfrm>
              <a:off x="5473625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24" name="Retângulo: Cantos Arredondados 23">
              <a:extLst>
                <a:ext uri="{FF2B5EF4-FFF2-40B4-BE49-F238E27FC236}">
                  <a16:creationId xmlns:a16="http://schemas.microsoft.com/office/drawing/2014/main" id="{BE1456AE-ED2B-72A9-D02A-1CD0F978D85D}"/>
                </a:ext>
              </a:extLst>
            </p:cNvPr>
            <p:cNvSpPr/>
            <p:nvPr/>
          </p:nvSpPr>
          <p:spPr>
            <a:xfrm>
              <a:off x="6178382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25" name="Retângulo: Cantos Arredondados 24">
              <a:extLst>
                <a:ext uri="{FF2B5EF4-FFF2-40B4-BE49-F238E27FC236}">
                  <a16:creationId xmlns:a16="http://schemas.microsoft.com/office/drawing/2014/main" id="{4755B973-D05B-1281-55E7-74B61C8A4505}"/>
                </a:ext>
              </a:extLst>
            </p:cNvPr>
            <p:cNvSpPr/>
            <p:nvPr/>
          </p:nvSpPr>
          <p:spPr>
            <a:xfrm>
              <a:off x="6883139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26" name="Retângulo: Cantos Arredondados 25">
              <a:extLst>
                <a:ext uri="{FF2B5EF4-FFF2-40B4-BE49-F238E27FC236}">
                  <a16:creationId xmlns:a16="http://schemas.microsoft.com/office/drawing/2014/main" id="{23BB2712-A117-128D-132B-22540621C404}"/>
                </a:ext>
              </a:extLst>
            </p:cNvPr>
            <p:cNvSpPr/>
            <p:nvPr/>
          </p:nvSpPr>
          <p:spPr>
            <a:xfrm>
              <a:off x="7587896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27" name="Retângulo: Cantos Arredondados 26">
              <a:extLst>
                <a:ext uri="{FF2B5EF4-FFF2-40B4-BE49-F238E27FC236}">
                  <a16:creationId xmlns:a16="http://schemas.microsoft.com/office/drawing/2014/main" id="{1F3E133E-5E8D-EA78-A60D-62DE8FA3C825}"/>
                </a:ext>
              </a:extLst>
            </p:cNvPr>
            <p:cNvSpPr/>
            <p:nvPr/>
          </p:nvSpPr>
          <p:spPr>
            <a:xfrm>
              <a:off x="8292653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28" name="Retângulo: Cantos Arredondados 27">
              <a:extLst>
                <a:ext uri="{FF2B5EF4-FFF2-40B4-BE49-F238E27FC236}">
                  <a16:creationId xmlns:a16="http://schemas.microsoft.com/office/drawing/2014/main" id="{52F08055-4C07-9D7D-B51F-6C5520201AFF}"/>
                </a:ext>
              </a:extLst>
            </p:cNvPr>
            <p:cNvSpPr/>
            <p:nvPr/>
          </p:nvSpPr>
          <p:spPr>
            <a:xfrm>
              <a:off x="8997410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29" name="Retângulo: Cantos Arredondados 28">
              <a:extLst>
                <a:ext uri="{FF2B5EF4-FFF2-40B4-BE49-F238E27FC236}">
                  <a16:creationId xmlns:a16="http://schemas.microsoft.com/office/drawing/2014/main" id="{915F56B7-CB97-B128-3798-360BFADDFBFE}"/>
                </a:ext>
              </a:extLst>
            </p:cNvPr>
            <p:cNvSpPr/>
            <p:nvPr/>
          </p:nvSpPr>
          <p:spPr>
            <a:xfrm>
              <a:off x="9702167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30" name="Retângulo: Cantos Arredondados 29">
              <a:extLst>
                <a:ext uri="{FF2B5EF4-FFF2-40B4-BE49-F238E27FC236}">
                  <a16:creationId xmlns:a16="http://schemas.microsoft.com/office/drawing/2014/main" id="{6422418E-AA0B-8E26-FC84-D410772659AF}"/>
                </a:ext>
              </a:extLst>
            </p:cNvPr>
            <p:cNvSpPr/>
            <p:nvPr/>
          </p:nvSpPr>
          <p:spPr>
            <a:xfrm>
              <a:off x="10406924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31" name="Retângulo: Cantos Arredondados 30">
              <a:extLst>
                <a:ext uri="{FF2B5EF4-FFF2-40B4-BE49-F238E27FC236}">
                  <a16:creationId xmlns:a16="http://schemas.microsoft.com/office/drawing/2014/main" id="{E640292C-BE19-1E3C-A127-339B803D0EC0}"/>
                </a:ext>
              </a:extLst>
            </p:cNvPr>
            <p:cNvSpPr/>
            <p:nvPr/>
          </p:nvSpPr>
          <p:spPr>
            <a:xfrm>
              <a:off x="11111674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pic>
        <p:nvPicPr>
          <p:cNvPr id="32" name="emoji">
            <a:extLst>
              <a:ext uri="{FF2B5EF4-FFF2-40B4-BE49-F238E27FC236}">
                <a16:creationId xmlns:a16="http://schemas.microsoft.com/office/drawing/2014/main" id="{D5E21F0E-C48A-B95C-AD66-20556A0DDDF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343083" y="1938181"/>
            <a:ext cx="1085856" cy="1085856"/>
          </a:xfrm>
          <a:prstGeom prst="rect">
            <a:avLst/>
          </a:prstGeom>
          <a:effectLst>
            <a:outerShdw blurRad="635000" dist="190500" dir="2700000" algn="tl" rotWithShape="0">
              <a:prstClr val="black">
                <a:alpha val="60000"/>
              </a:prstClr>
            </a:outerShdw>
          </a:effectLst>
        </p:spPr>
      </p:pic>
      <p:pic>
        <p:nvPicPr>
          <p:cNvPr id="37" name="que pena, vc errou">
            <a:hlinkClick r:id="" action="ppaction://media"/>
            <a:extLst>
              <a:ext uri="{FF2B5EF4-FFF2-40B4-BE49-F238E27FC236}">
                <a16:creationId xmlns:a16="http://schemas.microsoft.com/office/drawing/2014/main" id="{E7877330-4976-EF07-7A6B-DC501CA5A40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-772973" y="206871"/>
            <a:ext cx="509587" cy="509587"/>
          </a:xfrm>
          <a:prstGeom prst="rect">
            <a:avLst/>
          </a:prstGeom>
        </p:spPr>
      </p:pic>
      <p:sp>
        <p:nvSpPr>
          <p:cNvPr id="33" name="Botaão Próxima">
            <a:hlinkClick r:id="rId7" action="ppaction://hlinksldjump"/>
            <a:extLst>
              <a:ext uri="{FF2B5EF4-FFF2-40B4-BE49-F238E27FC236}">
                <a16:creationId xmlns:a16="http://schemas.microsoft.com/office/drawing/2014/main" id="{53474A7E-3077-C8C5-1005-C2DA17EEE819}"/>
              </a:ext>
            </a:extLst>
          </p:cNvPr>
          <p:cNvSpPr/>
          <p:nvPr/>
        </p:nvSpPr>
        <p:spPr>
          <a:xfrm>
            <a:off x="9051455" y="5367405"/>
            <a:ext cx="2330219" cy="540000"/>
          </a:xfrm>
          <a:prstGeom prst="roundRect">
            <a:avLst/>
          </a:prstGeom>
          <a:gradFill flip="none" rotWithShape="1">
            <a:gsLst>
              <a:gs pos="0">
                <a:schemeClr val="accent6"/>
              </a:gs>
              <a:gs pos="59000">
                <a:schemeClr val="accent6">
                  <a:lumMod val="75000"/>
                </a:schemeClr>
              </a:gs>
              <a:gs pos="100000">
                <a:schemeClr val="accent6">
                  <a:lumMod val="50000"/>
                </a:schemeClr>
              </a:gs>
            </a:gsLst>
            <a:lin ang="19200000" scaled="0"/>
            <a:tileRect/>
          </a:gradFill>
          <a:ln w="19050">
            <a:solidFill>
              <a:schemeClr val="bg1"/>
            </a:solidFill>
          </a:ln>
          <a:effectLst>
            <a:outerShdw blurRad="381000" dist="1270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rIns="108000" rtlCol="0" anchor="ctr"/>
          <a:lstStyle/>
          <a:p>
            <a:pPr algn="ctr"/>
            <a:r>
              <a:rPr lang="pt-BR" sz="1400" b="1" dirty="0">
                <a:ln w="3175">
                  <a:noFill/>
                </a:ln>
                <a:effectLst>
                  <a:outerShdw blurRad="1270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Arial" panose="020B0604020202020204" pitchFamily="34" charset="0"/>
                <a:ea typeface="Open Sans Extrabold" panose="020B0906030804020204" pitchFamily="34" charset="0"/>
                <a:cs typeface="Arial" panose="020B0604020202020204" pitchFamily="34" charset="0"/>
              </a:rPr>
              <a:t>Voltar</a:t>
            </a:r>
          </a:p>
        </p:txBody>
      </p:sp>
    </p:spTree>
    <p:extLst>
      <p:ext uri="{BB962C8B-B14F-4D97-AF65-F5344CB8AC3E}">
        <p14:creationId xmlns:p14="http://schemas.microsoft.com/office/powerpoint/2010/main" val="31443291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2040" fill="hold"/>
                                            <p:tgtEl>
                                              <p:spTgt spid="37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  <p:par>
                                    <p:cTn id="7" presetID="2" presetClass="entr" presetSubtype="4" fill="hold" grpId="0" nodeType="with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9" dur="20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10" dur="20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1" presetID="2" presetClass="entr" presetSubtype="1" fill="hold" grpId="0" nodeType="with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13" dur="20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14" dur="20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5" presetID="2" presetClass="entr" presetSubtype="4" fill="hold" grpId="0" nodeType="with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17" dur="20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18" dur="20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9" presetID="2" presetClass="entr" presetSubtype="1" fill="hold" grpId="0" nodeType="with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21" dur="20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22" dur="20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3" presetID="2" presetClass="entr" presetSubtype="4" fill="hold" grpId="0" nodeType="with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25" dur="20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26" dur="20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7" presetID="2" presetClass="entr" presetSubtype="1" fill="hold" grpId="0" nodeType="with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29" dur="20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30" dur="20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1" presetID="2" presetClass="entr" presetSubtype="4" fill="hold" grpId="0" nodeType="with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33" dur="20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34" dur="20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5" presetID="23" presetClass="entr" presetSubtype="32" fill="hold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7" dur="5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4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8" dur="5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4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9" presetID="22" presetClass="entr" presetSubtype="8" fill="hold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4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41" dur="1000"/>
                                            <p:tgtEl>
                                              <p:spTgt spid="1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2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43" dur="indefinite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44" dur="indefinite"/>
                                            <p:tgtEl>
                                              <p:spTgt spid="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5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46" dur="indefinite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47" dur="indefinite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8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49" dur="indefinite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50" dur="indefinite"/>
                                            <p:tgtEl>
                                              <p:spTgt spid="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1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52" dur="indefinite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53" dur="indefinite"/>
                                            <p:tgtEl>
                                              <p:spTgt spid="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4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55" dur="indefinite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56" dur="indefinite"/>
                                            <p:tgtEl>
                                              <p:spTgt spid="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7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58" dur="indefinite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59" dur="indefinite"/>
                                            <p:tgtEl>
                                              <p:spTgt spid="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0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61" dur="indefinite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62" dur="indefinite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63" fill="hold">
                                <p:stCondLst>
                                  <p:cond delay="2040"/>
                                </p:stCondLst>
                                <p:childTnLst>
                                  <p:par>
                                    <p:cTn id="64" presetID="5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66" dur="5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7" dur="5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68" dur="500"/>
                                            <p:tgtEl>
                                              <p:spTgt spid="3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9" presetID="42" presetClass="path" presetSubtype="0" accel="50000" decel="5000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8.33333E-7 -7.40741E-7 L -8.33333E-7 0.3206 " pathEditMode="relative" rAng="0" ptsTypes="AA">
                                          <p:cBhvr>
                                            <p:cTn id="70" dur="500" spd="-1000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16019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71" fill="hold">
                                <p:stCondLst>
                                  <p:cond delay="2540"/>
                                </p:stCondLst>
                                <p:childTnLst>
                                  <p:par>
                                    <p:cTn id="72" presetID="6" presetClass="emph" presetSubtype="0" repeatCount="indefinite" autoRev="1" fill="hold" grpId="2" nodeType="afterEffect">
                                      <p:stCondLst>
                                        <p:cond delay="0"/>
                                      </p:stCondLst>
                                      <p:endCondLst>
                                        <p:cond evt="onNext" delay="0">
                                          <p:tgtEl>
                                            <p:sldTgt/>
                                          </p:tgtEl>
                                        </p:cond>
                                      </p:endCondLst>
                                      <p:childTnLst>
                                        <p:animScale>
                                          <p:cBhvr>
                                            <p:cTn id="73" dur="500" fill="hold"/>
                                            <p:tgtEl>
                                              <p:spTgt spid="33"/>
                                            </p:tgtEl>
                                          </p:cBhvr>
                                          <p:by x="90000" y="90000"/>
                                        </p:animScale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>
                    <p:cTn id="74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37"/>
                    </p:tgtEl>
                  </p:cMediaNode>
                </p:audio>
              </p:childTnLst>
            </p:cTn>
          </p:par>
        </p:tnLst>
        <p:bldLst>
          <p:bldP spid="2" grpId="0"/>
          <p:bldP spid="2" grpId="1"/>
          <p:bldP spid="8" grpId="0"/>
          <p:bldP spid="8" grpId="1"/>
          <p:bldP spid="7" grpId="0"/>
          <p:bldP spid="7" grpId="1"/>
          <p:bldP spid="6" grpId="0"/>
          <p:bldP spid="6" grpId="1"/>
          <p:bldP spid="5" grpId="0"/>
          <p:bldP spid="5" grpId="1"/>
          <p:bldP spid="4" grpId="0"/>
          <p:bldP spid="4" grpId="1"/>
          <p:bldP spid="3" grpId="0"/>
          <p:bldP spid="3" grpId="1"/>
          <p:bldP spid="33" grpId="0" animBg="1"/>
          <p:bldP spid="33" grpId="1" animBg="1"/>
          <p:bldP spid="33" grpId="2" animBg="1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2040" fill="hold"/>
                                            <p:tgtEl>
                                              <p:spTgt spid="37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  <p:par>
                                    <p:cTn id="7" presetID="2" presetClass="entr" presetSubtype="4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9" dur="20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0" dur="20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1" presetID="2" presetClass="entr" presetSubtype="1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3" dur="20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4" dur="20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5" presetID="2" presetClass="entr" presetSubtype="4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7" dur="20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8" dur="20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9" presetID="2" presetClass="entr" presetSubtype="1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1" dur="20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2" dur="20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3" presetID="2" presetClass="entr" presetSubtype="4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5" dur="20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6" dur="20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7" presetID="2" presetClass="entr" presetSubtype="1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9" dur="20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0" dur="20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1" presetID="2" presetClass="entr" presetSubtype="4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3" dur="20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4" dur="20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5" presetID="23" presetClass="entr" presetSubtype="32" fill="hold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7" dur="5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4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8" dur="5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4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9" presetID="22" presetClass="entr" presetSubtype="8" fill="hold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4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41" dur="1000"/>
                                            <p:tgtEl>
                                              <p:spTgt spid="1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2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43" dur="indefinite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44" dur="indefinite"/>
                                            <p:tgtEl>
                                              <p:spTgt spid="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5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46" dur="indefinite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47" dur="indefinite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8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49" dur="indefinite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50" dur="indefinite"/>
                                            <p:tgtEl>
                                              <p:spTgt spid="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1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52" dur="indefinite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53" dur="indefinite"/>
                                            <p:tgtEl>
                                              <p:spTgt spid="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4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55" dur="indefinite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56" dur="indefinite"/>
                                            <p:tgtEl>
                                              <p:spTgt spid="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7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58" dur="indefinite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59" dur="indefinite"/>
                                            <p:tgtEl>
                                              <p:spTgt spid="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0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61" dur="indefinite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62" dur="indefinite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63" fill="hold">
                                <p:stCondLst>
                                  <p:cond delay="2040"/>
                                </p:stCondLst>
                                <p:childTnLst>
                                  <p:par>
                                    <p:cTn id="64" presetID="5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66" dur="5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7" dur="5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68" dur="500"/>
                                            <p:tgtEl>
                                              <p:spTgt spid="3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9" presetID="42" presetClass="path" presetSubtype="0" accel="50000" decel="5000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8.33333E-7 -7.40741E-7 L -8.33333E-7 0.3206 " pathEditMode="relative" rAng="0" ptsTypes="AA">
                                          <p:cBhvr>
                                            <p:cTn id="70" dur="500" spd="-1000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16019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71" fill="hold">
                                <p:stCondLst>
                                  <p:cond delay="2540"/>
                                </p:stCondLst>
                                <p:childTnLst>
                                  <p:par>
                                    <p:cTn id="72" presetID="6" presetClass="emph" presetSubtype="0" repeatCount="indefinite" autoRev="1" fill="hold" grpId="2" nodeType="afterEffect">
                                      <p:stCondLst>
                                        <p:cond delay="0"/>
                                      </p:stCondLst>
                                      <p:endCondLst>
                                        <p:cond evt="onNext" delay="0">
                                          <p:tgtEl>
                                            <p:sldTgt/>
                                          </p:tgtEl>
                                        </p:cond>
                                      </p:endCondLst>
                                      <p:childTnLst>
                                        <p:animScale>
                                          <p:cBhvr>
                                            <p:cTn id="73" dur="500" fill="hold"/>
                                            <p:tgtEl>
                                              <p:spTgt spid="33"/>
                                            </p:tgtEl>
                                          </p:cBhvr>
                                          <p:by x="90000" y="90000"/>
                                        </p:animScale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>
                    <p:cTn id="74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37"/>
                    </p:tgtEl>
                  </p:cMediaNode>
                </p:audio>
              </p:childTnLst>
            </p:cTn>
          </p:par>
        </p:tnLst>
        <p:bldLst>
          <p:bldP spid="2" grpId="0"/>
          <p:bldP spid="2" grpId="1"/>
          <p:bldP spid="8" grpId="0"/>
          <p:bldP spid="8" grpId="1"/>
          <p:bldP spid="7" grpId="0"/>
          <p:bldP spid="7" grpId="1"/>
          <p:bldP spid="6" grpId="0"/>
          <p:bldP spid="6" grpId="1"/>
          <p:bldP spid="5" grpId="0"/>
          <p:bldP spid="5" grpId="1"/>
          <p:bldP spid="4" grpId="0"/>
          <p:bldP spid="4" grpId="1"/>
          <p:bldP spid="3" grpId="0"/>
          <p:bldP spid="3" grpId="1"/>
          <p:bldP spid="33" grpId="0" animBg="1"/>
          <p:bldP spid="33" grpId="1" animBg="1"/>
          <p:bldP spid="33" grpId="2" animBg="1"/>
        </p:bldLst>
      </p:timing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C00000"/>
            </a:gs>
            <a:gs pos="100000">
              <a:schemeClr val="tx1">
                <a:lumMod val="85000"/>
                <a:lumOff val="15000"/>
              </a:schemeClr>
            </a:gs>
          </a:gsLst>
          <a:lin ang="81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7">
            <a:extLst>
              <a:ext uri="{FF2B5EF4-FFF2-40B4-BE49-F238E27FC236}">
                <a16:creationId xmlns:a16="http://schemas.microsoft.com/office/drawing/2014/main" id="{AF47984B-59F1-7176-A115-158B29114E0E}"/>
              </a:ext>
            </a:extLst>
          </p:cNvPr>
          <p:cNvSpPr txBox="1"/>
          <p:nvPr/>
        </p:nvSpPr>
        <p:spPr>
          <a:xfrm>
            <a:off x="8746332" y="-11965950"/>
            <a:ext cx="1005403" cy="16342935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9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8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7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5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4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3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2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1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</p:txBody>
      </p:sp>
      <p:sp>
        <p:nvSpPr>
          <p:cNvPr id="8" name="N6">
            <a:extLst>
              <a:ext uri="{FF2B5EF4-FFF2-40B4-BE49-F238E27FC236}">
                <a16:creationId xmlns:a16="http://schemas.microsoft.com/office/drawing/2014/main" id="{FE3BD9AB-7F50-A4B5-5F53-70354EF481F4}"/>
              </a:ext>
            </a:extLst>
          </p:cNvPr>
          <p:cNvSpPr txBox="1"/>
          <p:nvPr/>
        </p:nvSpPr>
        <p:spPr>
          <a:xfrm>
            <a:off x="7805114" y="2671817"/>
            <a:ext cx="1005403" cy="16342935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9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8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7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5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4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3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2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1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</p:txBody>
      </p:sp>
      <p:sp>
        <p:nvSpPr>
          <p:cNvPr id="7" name="N5">
            <a:extLst>
              <a:ext uri="{FF2B5EF4-FFF2-40B4-BE49-F238E27FC236}">
                <a16:creationId xmlns:a16="http://schemas.microsoft.com/office/drawing/2014/main" id="{D60E20A6-40DE-61FF-BC52-780641776D60}"/>
              </a:ext>
            </a:extLst>
          </p:cNvPr>
          <p:cNvSpPr txBox="1"/>
          <p:nvPr/>
        </p:nvSpPr>
        <p:spPr>
          <a:xfrm>
            <a:off x="6863896" y="-11965950"/>
            <a:ext cx="1005403" cy="16342935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9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8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7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5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4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3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2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1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</p:txBody>
      </p:sp>
      <p:sp>
        <p:nvSpPr>
          <p:cNvPr id="6" name="N4">
            <a:extLst>
              <a:ext uri="{FF2B5EF4-FFF2-40B4-BE49-F238E27FC236}">
                <a16:creationId xmlns:a16="http://schemas.microsoft.com/office/drawing/2014/main" id="{B55EA620-A448-2ACD-AF8D-A6933BC4F87F}"/>
              </a:ext>
            </a:extLst>
          </p:cNvPr>
          <p:cNvSpPr txBox="1"/>
          <p:nvPr/>
        </p:nvSpPr>
        <p:spPr>
          <a:xfrm>
            <a:off x="5546009" y="2671817"/>
            <a:ext cx="1005403" cy="16342935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9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8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7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5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4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3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2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1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</p:txBody>
      </p:sp>
      <p:sp>
        <p:nvSpPr>
          <p:cNvPr id="5" name="N3">
            <a:extLst>
              <a:ext uri="{FF2B5EF4-FFF2-40B4-BE49-F238E27FC236}">
                <a16:creationId xmlns:a16="http://schemas.microsoft.com/office/drawing/2014/main" id="{EAC23BB9-25AA-23D1-BBA8-4E96A8121B22}"/>
              </a:ext>
            </a:extLst>
          </p:cNvPr>
          <p:cNvSpPr txBox="1"/>
          <p:nvPr/>
        </p:nvSpPr>
        <p:spPr>
          <a:xfrm>
            <a:off x="4604791" y="-11965950"/>
            <a:ext cx="1005403" cy="16342935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9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8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7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5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4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3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2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1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</p:txBody>
      </p:sp>
      <p:sp>
        <p:nvSpPr>
          <p:cNvPr id="4" name="N2">
            <a:extLst>
              <a:ext uri="{FF2B5EF4-FFF2-40B4-BE49-F238E27FC236}">
                <a16:creationId xmlns:a16="http://schemas.microsoft.com/office/drawing/2014/main" id="{95EF8A55-2A5D-C739-62DE-9F54AB9D7812}"/>
              </a:ext>
            </a:extLst>
          </p:cNvPr>
          <p:cNvSpPr txBox="1"/>
          <p:nvPr/>
        </p:nvSpPr>
        <p:spPr>
          <a:xfrm>
            <a:off x="3663573" y="2671817"/>
            <a:ext cx="1005403" cy="16342935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9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8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7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5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4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3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2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1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</p:txBody>
      </p:sp>
      <p:sp>
        <p:nvSpPr>
          <p:cNvPr id="3" name="N1">
            <a:extLst>
              <a:ext uri="{FF2B5EF4-FFF2-40B4-BE49-F238E27FC236}">
                <a16:creationId xmlns:a16="http://schemas.microsoft.com/office/drawing/2014/main" id="{321860B9-DC15-351B-F334-054EAF2E4D85}"/>
              </a:ext>
            </a:extLst>
          </p:cNvPr>
          <p:cNvSpPr txBox="1"/>
          <p:nvPr/>
        </p:nvSpPr>
        <p:spPr>
          <a:xfrm>
            <a:off x="2446833" y="-11965950"/>
            <a:ext cx="1005403" cy="16342935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9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8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7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5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4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3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2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1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</p:txBody>
      </p:sp>
      <p:grpSp>
        <p:nvGrpSpPr>
          <p:cNvPr id="34" name="!!mascara">
            <a:extLst>
              <a:ext uri="{FF2B5EF4-FFF2-40B4-BE49-F238E27FC236}">
                <a16:creationId xmlns:a16="http://schemas.microsoft.com/office/drawing/2014/main" id="{C287DD8F-17E0-D7CA-89A4-3F01919A018C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 useBgFill="1">
          <p:nvSpPr>
            <p:cNvPr id="9" name="Forma Livre: Forma 8">
              <a:extLst>
                <a:ext uri="{FF2B5EF4-FFF2-40B4-BE49-F238E27FC236}">
                  <a16:creationId xmlns:a16="http://schemas.microsoft.com/office/drawing/2014/main" id="{43DD7F38-D131-0688-54CD-A4DDB6A95DE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0"/>
              <a:ext cx="12192000" cy="6858000"/>
            </a:xfrm>
            <a:custGeom>
              <a:avLst/>
              <a:gdLst>
                <a:gd name="connsiteX0" fmla="*/ 2566220 w 12192000"/>
                <a:gd name="connsiteY0" fmla="*/ 2632290 h 6858000"/>
                <a:gd name="connsiteX1" fmla="*/ 2322443 w 12192000"/>
                <a:gd name="connsiteY1" fmla="*/ 2876067 h 6858000"/>
                <a:gd name="connsiteX2" fmla="*/ 2322443 w 12192000"/>
                <a:gd name="connsiteY2" fmla="*/ 3851145 h 6858000"/>
                <a:gd name="connsiteX3" fmla="*/ 2566220 w 12192000"/>
                <a:gd name="connsiteY3" fmla="*/ 4094922 h 6858000"/>
                <a:gd name="connsiteX4" fmla="*/ 9625780 w 12192000"/>
                <a:gd name="connsiteY4" fmla="*/ 4094922 h 6858000"/>
                <a:gd name="connsiteX5" fmla="*/ 9869557 w 12192000"/>
                <a:gd name="connsiteY5" fmla="*/ 3851145 h 6858000"/>
                <a:gd name="connsiteX6" fmla="*/ 9869557 w 12192000"/>
                <a:gd name="connsiteY6" fmla="*/ 2876067 h 6858000"/>
                <a:gd name="connsiteX7" fmla="*/ 9625780 w 12192000"/>
                <a:gd name="connsiteY7" fmla="*/ 2632290 h 6858000"/>
                <a:gd name="connsiteX8" fmla="*/ 0 w 12192000"/>
                <a:gd name="connsiteY8" fmla="*/ 0 h 6858000"/>
                <a:gd name="connsiteX9" fmla="*/ 12192000 w 12192000"/>
                <a:gd name="connsiteY9" fmla="*/ 0 h 6858000"/>
                <a:gd name="connsiteX10" fmla="*/ 12192000 w 12192000"/>
                <a:gd name="connsiteY10" fmla="*/ 6858000 h 6858000"/>
                <a:gd name="connsiteX11" fmla="*/ 0 w 12192000"/>
                <a:gd name="connsiteY11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192000" h="6858000">
                  <a:moveTo>
                    <a:pt x="2566220" y="2632290"/>
                  </a:moveTo>
                  <a:cubicBezTo>
                    <a:pt x="2431586" y="2632290"/>
                    <a:pt x="2322443" y="2741433"/>
                    <a:pt x="2322443" y="2876067"/>
                  </a:cubicBezTo>
                  <a:lnTo>
                    <a:pt x="2322443" y="3851145"/>
                  </a:lnTo>
                  <a:cubicBezTo>
                    <a:pt x="2322443" y="3985779"/>
                    <a:pt x="2431586" y="4094922"/>
                    <a:pt x="2566220" y="4094922"/>
                  </a:cubicBezTo>
                  <a:lnTo>
                    <a:pt x="9625780" y="4094922"/>
                  </a:lnTo>
                  <a:cubicBezTo>
                    <a:pt x="9760414" y="4094922"/>
                    <a:pt x="9869557" y="3985779"/>
                    <a:pt x="9869557" y="3851145"/>
                  </a:cubicBezTo>
                  <a:lnTo>
                    <a:pt x="9869557" y="2876067"/>
                  </a:lnTo>
                  <a:cubicBezTo>
                    <a:pt x="9869557" y="2741433"/>
                    <a:pt x="9760414" y="2632290"/>
                    <a:pt x="9625780" y="2632290"/>
                  </a:cubicBezTo>
                  <a:close/>
                  <a:moveTo>
                    <a:pt x="0" y="0"/>
                  </a:moveTo>
                  <a:lnTo>
                    <a:pt x="12192000" y="0"/>
                  </a:lnTo>
                  <a:lnTo>
                    <a:pt x="12192000" y="6858000"/>
                  </a:lnTo>
                  <a:lnTo>
                    <a:pt x="0" y="6858000"/>
                  </a:lnTo>
                  <a:close/>
                </a:path>
              </a:pathLst>
            </a:custGeom>
            <a:ln>
              <a:noFill/>
            </a:ln>
            <a:effectLst>
              <a:outerShdw blurRad="3810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0" name="CaixaDeTexto 9">
              <a:extLst>
                <a:ext uri="{FF2B5EF4-FFF2-40B4-BE49-F238E27FC236}">
                  <a16:creationId xmlns:a16="http://schemas.microsoft.com/office/drawing/2014/main" id="{4014AAB1-279C-87A1-6A54-69E5927AF183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40326" y="330615"/>
              <a:ext cx="11111348" cy="985530"/>
            </a:xfrm>
            <a:prstGeom prst="roundRect">
              <a:avLst>
                <a:gd name="adj" fmla="val 26924"/>
              </a:avLst>
            </a:prstGeom>
            <a:solidFill>
              <a:srgbClr val="FFC000"/>
            </a:solidFill>
            <a:ln w="19050">
              <a:noFill/>
            </a:ln>
            <a:effectLst>
              <a:outerShdw blurRad="635000" dist="2540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 anchorCtr="1"/>
            <a:lstStyle>
              <a:defPPr>
                <a:defRPr lang="pt-BR"/>
              </a:defPPr>
              <a:lvl1pPr algn="ctr">
                <a:defRPr b="1">
                  <a:ln w="3175">
                    <a:noFill/>
                  </a:ln>
                  <a:solidFill>
                    <a:srgbClr val="FF0000"/>
                  </a:solidFill>
                  <a:latin typeface="Arial Narrow" panose="020B0606020202030204" pitchFamily="34" charset="0"/>
                  <a:ea typeface="Open Sans Extrabold" panose="020B0906030804020204" pitchFamily="34" charset="0"/>
                  <a:cs typeface="Arial" panose="020B0604020202020204" pitchFamily="34" charset="0"/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4400" b="1" i="0" u="none" strike="noStrike" kern="1200" cap="none" spc="600" normalizeH="0" baseline="0" noProof="0">
                  <a:ln w="3175"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Open Sans Extrabold" panose="020B0906030804020204" pitchFamily="34" charset="0"/>
                  <a:cs typeface="Arial" panose="020B0604020202020204" pitchFamily="34" charset="0"/>
                </a:rPr>
                <a:t>VOCÊ ERROU!</a:t>
              </a:r>
            </a:p>
          </p:txBody>
        </p:sp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6893B8BF-F8F5-DB56-E87C-8ED5CBA7FCB6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226072" y="2180704"/>
              <a:ext cx="206883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24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Arial" panose="020B0604020202020204" pitchFamily="34" charset="0"/>
                </a:rPr>
                <a:t>Você ganhou:</a:t>
              </a:r>
            </a:p>
          </p:txBody>
        </p:sp>
        <p:sp>
          <p:nvSpPr>
            <p:cNvPr id="12" name="CaixaDeTexto 11">
              <a:extLst>
                <a:ext uri="{FF2B5EF4-FFF2-40B4-BE49-F238E27FC236}">
                  <a16:creationId xmlns:a16="http://schemas.microsoft.com/office/drawing/2014/main" id="{E77C9F72-334E-862C-ACF5-323EF2E8C72C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667254" y="2555761"/>
              <a:ext cx="64472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28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R$</a:t>
              </a:r>
            </a:p>
          </p:txBody>
        </p:sp>
        <p:sp>
          <p:nvSpPr>
            <p:cNvPr id="13" name="Elipse 12">
              <a:extLst>
                <a:ext uri="{FF2B5EF4-FFF2-40B4-BE49-F238E27FC236}">
                  <a16:creationId xmlns:a16="http://schemas.microsoft.com/office/drawing/2014/main" id="{D879FEC9-3C93-4084-1DC0-039C3A2FA1A8}"/>
                </a:ext>
              </a:extLst>
            </p:cNvPr>
            <p:cNvSpPr>
              <a:spLocks noGrp="1" noRot="1" noChangeAspect="1" noMove="1" noResize="1" noEditPoints="1" noAdjustHandles="1" noChangeArrowheads="1" noChangeShapeType="1"/>
            </p:cNvSpPr>
            <p:nvPr/>
          </p:nvSpPr>
          <p:spPr>
            <a:xfrm>
              <a:off x="3480684" y="3646074"/>
              <a:ext cx="180000" cy="180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4" name="Elipse 13">
              <a:extLst>
                <a:ext uri="{FF2B5EF4-FFF2-40B4-BE49-F238E27FC236}">
                  <a16:creationId xmlns:a16="http://schemas.microsoft.com/office/drawing/2014/main" id="{4014B435-FE21-6F3F-D0A3-96A450E125B7}"/>
                </a:ext>
              </a:extLst>
            </p:cNvPr>
            <p:cNvSpPr>
              <a:spLocks noGrp="1" noRot="1" noChangeAspect="1" noMove="1" noResize="1" noEditPoints="1" noAdjustHandles="1" noChangeArrowheads="1" noChangeShapeType="1"/>
            </p:cNvSpPr>
            <p:nvPr/>
          </p:nvSpPr>
          <p:spPr>
            <a:xfrm>
              <a:off x="6610570" y="3646074"/>
              <a:ext cx="180000" cy="180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grpSp>
        <p:nvGrpSpPr>
          <p:cNvPr id="15" name="barra de progresso">
            <a:extLst>
              <a:ext uri="{FF2B5EF4-FFF2-40B4-BE49-F238E27FC236}">
                <a16:creationId xmlns:a16="http://schemas.microsoft.com/office/drawing/2014/main" id="{D7DF4F7E-B4C8-F5D8-B5B0-9D68AE4528F9}"/>
              </a:ext>
            </a:extLst>
          </p:cNvPr>
          <p:cNvGrpSpPr/>
          <p:nvPr/>
        </p:nvGrpSpPr>
        <p:grpSpPr>
          <a:xfrm>
            <a:off x="540326" y="6168042"/>
            <a:ext cx="11111348" cy="216000"/>
            <a:chOff x="540326" y="6168042"/>
            <a:chExt cx="11111348" cy="216000"/>
          </a:xfrm>
        </p:grpSpPr>
        <p:sp useBgFill="1">
          <p:nvSpPr>
            <p:cNvPr id="16" name="Retângulo: Cantos Arredondados 15">
              <a:extLst>
                <a:ext uri="{FF2B5EF4-FFF2-40B4-BE49-F238E27FC236}">
                  <a16:creationId xmlns:a16="http://schemas.microsoft.com/office/drawing/2014/main" id="{645F6494-8FFC-74C9-3BEE-6344C16689C9}"/>
                </a:ext>
              </a:extLst>
            </p:cNvPr>
            <p:cNvSpPr/>
            <p:nvPr/>
          </p:nvSpPr>
          <p:spPr>
            <a:xfrm>
              <a:off x="540326" y="6168042"/>
              <a:ext cx="540000" cy="216000"/>
            </a:xfrm>
            <a:prstGeom prst="roundRect">
              <a:avLst>
                <a:gd name="adj" fmla="val 50000"/>
              </a:avLst>
            </a:prstGeom>
            <a:ln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17" name="Retângulo: Cantos Arredondados 16">
              <a:extLst>
                <a:ext uri="{FF2B5EF4-FFF2-40B4-BE49-F238E27FC236}">
                  <a16:creationId xmlns:a16="http://schemas.microsoft.com/office/drawing/2014/main" id="{D0360543-989E-44E5-018D-E2B5E5E7950A}"/>
                </a:ext>
              </a:extLst>
            </p:cNvPr>
            <p:cNvSpPr/>
            <p:nvPr/>
          </p:nvSpPr>
          <p:spPr>
            <a:xfrm>
              <a:off x="1245083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18" name="Retângulo: Cantos Arredondados 17">
              <a:extLst>
                <a:ext uri="{FF2B5EF4-FFF2-40B4-BE49-F238E27FC236}">
                  <a16:creationId xmlns:a16="http://schemas.microsoft.com/office/drawing/2014/main" id="{832CD0D4-B00B-66F6-AC8B-2047BB5D1C88}"/>
                </a:ext>
              </a:extLst>
            </p:cNvPr>
            <p:cNvSpPr/>
            <p:nvPr/>
          </p:nvSpPr>
          <p:spPr>
            <a:xfrm>
              <a:off x="1949840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19" name="Retângulo: Cantos Arredondados 18">
              <a:extLst>
                <a:ext uri="{FF2B5EF4-FFF2-40B4-BE49-F238E27FC236}">
                  <a16:creationId xmlns:a16="http://schemas.microsoft.com/office/drawing/2014/main" id="{09C5ED91-4829-2188-7144-57BB65B5895C}"/>
                </a:ext>
              </a:extLst>
            </p:cNvPr>
            <p:cNvSpPr/>
            <p:nvPr/>
          </p:nvSpPr>
          <p:spPr>
            <a:xfrm>
              <a:off x="2654597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20" name="Retângulo: Cantos Arredondados 19">
              <a:extLst>
                <a:ext uri="{FF2B5EF4-FFF2-40B4-BE49-F238E27FC236}">
                  <a16:creationId xmlns:a16="http://schemas.microsoft.com/office/drawing/2014/main" id="{B5F9D68A-2A87-C90C-1D98-7737129DB43B}"/>
                </a:ext>
              </a:extLst>
            </p:cNvPr>
            <p:cNvSpPr/>
            <p:nvPr/>
          </p:nvSpPr>
          <p:spPr>
            <a:xfrm>
              <a:off x="3359354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21" name="Retângulo: Cantos Arredondados 20">
              <a:extLst>
                <a:ext uri="{FF2B5EF4-FFF2-40B4-BE49-F238E27FC236}">
                  <a16:creationId xmlns:a16="http://schemas.microsoft.com/office/drawing/2014/main" id="{A3EAB60E-42B2-0210-E6AD-787A54CF5E6B}"/>
                </a:ext>
              </a:extLst>
            </p:cNvPr>
            <p:cNvSpPr/>
            <p:nvPr/>
          </p:nvSpPr>
          <p:spPr>
            <a:xfrm>
              <a:off x="4064111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22" name="Retângulo: Cantos Arredondados 21">
              <a:extLst>
                <a:ext uri="{FF2B5EF4-FFF2-40B4-BE49-F238E27FC236}">
                  <a16:creationId xmlns:a16="http://schemas.microsoft.com/office/drawing/2014/main" id="{7805FE38-3DA6-AA69-5A21-5FDF35D7E06F}"/>
                </a:ext>
              </a:extLst>
            </p:cNvPr>
            <p:cNvSpPr/>
            <p:nvPr/>
          </p:nvSpPr>
          <p:spPr>
            <a:xfrm>
              <a:off x="4768868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23" name="Retângulo: Cantos Arredondados 22">
              <a:extLst>
                <a:ext uri="{FF2B5EF4-FFF2-40B4-BE49-F238E27FC236}">
                  <a16:creationId xmlns:a16="http://schemas.microsoft.com/office/drawing/2014/main" id="{2F3233F8-5476-5095-85DB-1E53D02FFF73}"/>
                </a:ext>
              </a:extLst>
            </p:cNvPr>
            <p:cNvSpPr/>
            <p:nvPr/>
          </p:nvSpPr>
          <p:spPr>
            <a:xfrm>
              <a:off x="5473625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24" name="Retângulo: Cantos Arredondados 23">
              <a:extLst>
                <a:ext uri="{FF2B5EF4-FFF2-40B4-BE49-F238E27FC236}">
                  <a16:creationId xmlns:a16="http://schemas.microsoft.com/office/drawing/2014/main" id="{BE1456AE-ED2B-72A9-D02A-1CD0F978D85D}"/>
                </a:ext>
              </a:extLst>
            </p:cNvPr>
            <p:cNvSpPr/>
            <p:nvPr/>
          </p:nvSpPr>
          <p:spPr>
            <a:xfrm>
              <a:off x="6178382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25" name="Retângulo: Cantos Arredondados 24">
              <a:extLst>
                <a:ext uri="{FF2B5EF4-FFF2-40B4-BE49-F238E27FC236}">
                  <a16:creationId xmlns:a16="http://schemas.microsoft.com/office/drawing/2014/main" id="{4755B973-D05B-1281-55E7-74B61C8A4505}"/>
                </a:ext>
              </a:extLst>
            </p:cNvPr>
            <p:cNvSpPr/>
            <p:nvPr/>
          </p:nvSpPr>
          <p:spPr>
            <a:xfrm>
              <a:off x="6883139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26" name="Retângulo: Cantos Arredondados 25">
              <a:extLst>
                <a:ext uri="{FF2B5EF4-FFF2-40B4-BE49-F238E27FC236}">
                  <a16:creationId xmlns:a16="http://schemas.microsoft.com/office/drawing/2014/main" id="{23BB2712-A117-128D-132B-22540621C404}"/>
                </a:ext>
              </a:extLst>
            </p:cNvPr>
            <p:cNvSpPr/>
            <p:nvPr/>
          </p:nvSpPr>
          <p:spPr>
            <a:xfrm>
              <a:off x="7587896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27" name="Retângulo: Cantos Arredondados 26">
              <a:extLst>
                <a:ext uri="{FF2B5EF4-FFF2-40B4-BE49-F238E27FC236}">
                  <a16:creationId xmlns:a16="http://schemas.microsoft.com/office/drawing/2014/main" id="{1F3E133E-5E8D-EA78-A60D-62DE8FA3C825}"/>
                </a:ext>
              </a:extLst>
            </p:cNvPr>
            <p:cNvSpPr/>
            <p:nvPr/>
          </p:nvSpPr>
          <p:spPr>
            <a:xfrm>
              <a:off x="8292653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28" name="Retângulo: Cantos Arredondados 27">
              <a:extLst>
                <a:ext uri="{FF2B5EF4-FFF2-40B4-BE49-F238E27FC236}">
                  <a16:creationId xmlns:a16="http://schemas.microsoft.com/office/drawing/2014/main" id="{52F08055-4C07-9D7D-B51F-6C5520201AFF}"/>
                </a:ext>
              </a:extLst>
            </p:cNvPr>
            <p:cNvSpPr/>
            <p:nvPr/>
          </p:nvSpPr>
          <p:spPr>
            <a:xfrm>
              <a:off x="8997410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29" name="Retângulo: Cantos Arredondados 28">
              <a:extLst>
                <a:ext uri="{FF2B5EF4-FFF2-40B4-BE49-F238E27FC236}">
                  <a16:creationId xmlns:a16="http://schemas.microsoft.com/office/drawing/2014/main" id="{915F56B7-CB97-B128-3798-360BFADDFBFE}"/>
                </a:ext>
              </a:extLst>
            </p:cNvPr>
            <p:cNvSpPr/>
            <p:nvPr/>
          </p:nvSpPr>
          <p:spPr>
            <a:xfrm>
              <a:off x="9702167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30" name="Retângulo: Cantos Arredondados 29">
              <a:extLst>
                <a:ext uri="{FF2B5EF4-FFF2-40B4-BE49-F238E27FC236}">
                  <a16:creationId xmlns:a16="http://schemas.microsoft.com/office/drawing/2014/main" id="{6422418E-AA0B-8E26-FC84-D410772659AF}"/>
                </a:ext>
              </a:extLst>
            </p:cNvPr>
            <p:cNvSpPr/>
            <p:nvPr/>
          </p:nvSpPr>
          <p:spPr>
            <a:xfrm>
              <a:off x="10406924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31" name="Retângulo: Cantos Arredondados 30">
              <a:extLst>
                <a:ext uri="{FF2B5EF4-FFF2-40B4-BE49-F238E27FC236}">
                  <a16:creationId xmlns:a16="http://schemas.microsoft.com/office/drawing/2014/main" id="{E640292C-BE19-1E3C-A127-339B803D0EC0}"/>
                </a:ext>
              </a:extLst>
            </p:cNvPr>
            <p:cNvSpPr/>
            <p:nvPr/>
          </p:nvSpPr>
          <p:spPr>
            <a:xfrm>
              <a:off x="11111674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pic>
        <p:nvPicPr>
          <p:cNvPr id="32" name="emoji">
            <a:extLst>
              <a:ext uri="{FF2B5EF4-FFF2-40B4-BE49-F238E27FC236}">
                <a16:creationId xmlns:a16="http://schemas.microsoft.com/office/drawing/2014/main" id="{D5E21F0E-C48A-B95C-AD66-20556A0DDDF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343083" y="1938181"/>
            <a:ext cx="1085856" cy="1085856"/>
          </a:xfrm>
          <a:prstGeom prst="rect">
            <a:avLst/>
          </a:prstGeom>
          <a:effectLst>
            <a:outerShdw blurRad="635000" dist="190500" dir="2700000" algn="tl" rotWithShape="0">
              <a:prstClr val="black">
                <a:alpha val="60000"/>
              </a:prstClr>
            </a:outerShdw>
          </a:effectLst>
        </p:spPr>
      </p:pic>
      <p:pic>
        <p:nvPicPr>
          <p:cNvPr id="37" name="que pena, vc errou">
            <a:hlinkClick r:id="" action="ppaction://media"/>
            <a:extLst>
              <a:ext uri="{FF2B5EF4-FFF2-40B4-BE49-F238E27FC236}">
                <a16:creationId xmlns:a16="http://schemas.microsoft.com/office/drawing/2014/main" id="{E7877330-4976-EF07-7A6B-DC501CA5A40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-772973" y="206871"/>
            <a:ext cx="509587" cy="509587"/>
          </a:xfrm>
          <a:prstGeom prst="rect">
            <a:avLst/>
          </a:prstGeom>
        </p:spPr>
      </p:pic>
      <p:sp>
        <p:nvSpPr>
          <p:cNvPr id="33" name="Botaão Próxima">
            <a:hlinkClick r:id="rId7" action="ppaction://hlinksldjump"/>
            <a:extLst>
              <a:ext uri="{FF2B5EF4-FFF2-40B4-BE49-F238E27FC236}">
                <a16:creationId xmlns:a16="http://schemas.microsoft.com/office/drawing/2014/main" id="{53474A7E-3077-C8C5-1005-C2DA17EEE819}"/>
              </a:ext>
            </a:extLst>
          </p:cNvPr>
          <p:cNvSpPr/>
          <p:nvPr/>
        </p:nvSpPr>
        <p:spPr>
          <a:xfrm>
            <a:off x="9051455" y="5367405"/>
            <a:ext cx="2330219" cy="540000"/>
          </a:xfrm>
          <a:prstGeom prst="roundRect">
            <a:avLst/>
          </a:prstGeom>
          <a:gradFill flip="none" rotWithShape="1">
            <a:gsLst>
              <a:gs pos="0">
                <a:schemeClr val="accent6"/>
              </a:gs>
              <a:gs pos="59000">
                <a:schemeClr val="accent6">
                  <a:lumMod val="75000"/>
                </a:schemeClr>
              </a:gs>
              <a:gs pos="100000">
                <a:schemeClr val="accent6">
                  <a:lumMod val="50000"/>
                </a:schemeClr>
              </a:gs>
            </a:gsLst>
            <a:lin ang="19200000" scaled="0"/>
            <a:tileRect/>
          </a:gradFill>
          <a:ln w="19050">
            <a:solidFill>
              <a:schemeClr val="bg1"/>
            </a:solidFill>
          </a:ln>
          <a:effectLst>
            <a:outerShdw blurRad="381000" dist="1270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rIns="108000" rtlCol="0" anchor="ctr"/>
          <a:lstStyle/>
          <a:p>
            <a:pPr algn="ctr"/>
            <a:r>
              <a:rPr lang="pt-BR" sz="1400" b="1" dirty="0">
                <a:ln w="3175">
                  <a:noFill/>
                </a:ln>
                <a:effectLst>
                  <a:outerShdw blurRad="1270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Arial" panose="020B0604020202020204" pitchFamily="34" charset="0"/>
                <a:ea typeface="Open Sans Extrabold" panose="020B0906030804020204" pitchFamily="34" charset="0"/>
                <a:cs typeface="Arial" panose="020B0604020202020204" pitchFamily="34" charset="0"/>
              </a:rPr>
              <a:t>Voltar</a:t>
            </a:r>
          </a:p>
        </p:txBody>
      </p:sp>
    </p:spTree>
    <p:extLst>
      <p:ext uri="{BB962C8B-B14F-4D97-AF65-F5344CB8AC3E}">
        <p14:creationId xmlns:p14="http://schemas.microsoft.com/office/powerpoint/2010/main" val="6693130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2040" fill="hold"/>
                                            <p:tgtEl>
                                              <p:spTgt spid="37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  <p:par>
                                    <p:cTn id="7" presetID="2" presetClass="entr" presetSubtype="4" fill="hold" grpId="0" nodeType="with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9" dur="20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10" dur="20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1" presetID="2" presetClass="entr" presetSubtype="1" fill="hold" grpId="0" nodeType="with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13" dur="20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14" dur="20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5" presetID="2" presetClass="entr" presetSubtype="4" fill="hold" grpId="0" nodeType="with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17" dur="20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18" dur="20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9" presetID="2" presetClass="entr" presetSubtype="1" fill="hold" grpId="0" nodeType="with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21" dur="20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22" dur="20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3" presetID="2" presetClass="entr" presetSubtype="4" fill="hold" grpId="0" nodeType="with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25" dur="20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26" dur="20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7" presetID="2" presetClass="entr" presetSubtype="1" fill="hold" grpId="0" nodeType="with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29" dur="20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30" dur="20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1" presetID="2" presetClass="entr" presetSubtype="4" fill="hold" grpId="0" nodeType="with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33" dur="20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34" dur="20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5" presetID="23" presetClass="entr" presetSubtype="32" fill="hold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7" dur="5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4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8" dur="5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4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9" presetID="22" presetClass="entr" presetSubtype="8" fill="hold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4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41" dur="1000"/>
                                            <p:tgtEl>
                                              <p:spTgt spid="1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2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43" dur="indefinite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44" dur="indefinite"/>
                                            <p:tgtEl>
                                              <p:spTgt spid="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5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46" dur="indefinite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47" dur="indefinite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8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49" dur="indefinite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50" dur="indefinite"/>
                                            <p:tgtEl>
                                              <p:spTgt spid="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1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52" dur="indefinite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53" dur="indefinite"/>
                                            <p:tgtEl>
                                              <p:spTgt spid="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4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55" dur="indefinite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56" dur="indefinite"/>
                                            <p:tgtEl>
                                              <p:spTgt spid="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7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58" dur="indefinite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59" dur="indefinite"/>
                                            <p:tgtEl>
                                              <p:spTgt spid="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0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61" dur="indefinite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62" dur="indefinite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63" fill="hold">
                                <p:stCondLst>
                                  <p:cond delay="2040"/>
                                </p:stCondLst>
                                <p:childTnLst>
                                  <p:par>
                                    <p:cTn id="64" presetID="5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66" dur="5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7" dur="5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68" dur="500"/>
                                            <p:tgtEl>
                                              <p:spTgt spid="3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9" presetID="42" presetClass="path" presetSubtype="0" accel="50000" decel="5000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8.33333E-7 -7.40741E-7 L -8.33333E-7 0.3206 " pathEditMode="relative" rAng="0" ptsTypes="AA">
                                          <p:cBhvr>
                                            <p:cTn id="70" dur="500" spd="-1000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16019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71" fill="hold">
                                <p:stCondLst>
                                  <p:cond delay="2540"/>
                                </p:stCondLst>
                                <p:childTnLst>
                                  <p:par>
                                    <p:cTn id="72" presetID="6" presetClass="emph" presetSubtype="0" repeatCount="indefinite" autoRev="1" fill="hold" grpId="2" nodeType="afterEffect">
                                      <p:stCondLst>
                                        <p:cond delay="0"/>
                                      </p:stCondLst>
                                      <p:endCondLst>
                                        <p:cond evt="onNext" delay="0">
                                          <p:tgtEl>
                                            <p:sldTgt/>
                                          </p:tgtEl>
                                        </p:cond>
                                      </p:endCondLst>
                                      <p:childTnLst>
                                        <p:animScale>
                                          <p:cBhvr>
                                            <p:cTn id="73" dur="500" fill="hold"/>
                                            <p:tgtEl>
                                              <p:spTgt spid="33"/>
                                            </p:tgtEl>
                                          </p:cBhvr>
                                          <p:by x="90000" y="90000"/>
                                        </p:animScale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>
                    <p:cTn id="74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37"/>
                    </p:tgtEl>
                  </p:cMediaNode>
                </p:audio>
              </p:childTnLst>
            </p:cTn>
          </p:par>
        </p:tnLst>
        <p:bldLst>
          <p:bldP spid="2" grpId="0"/>
          <p:bldP spid="2" grpId="1"/>
          <p:bldP spid="8" grpId="0"/>
          <p:bldP spid="8" grpId="1"/>
          <p:bldP spid="7" grpId="0"/>
          <p:bldP spid="7" grpId="1"/>
          <p:bldP spid="6" grpId="0"/>
          <p:bldP spid="6" grpId="1"/>
          <p:bldP spid="5" grpId="0"/>
          <p:bldP spid="5" grpId="1"/>
          <p:bldP spid="4" grpId="0"/>
          <p:bldP spid="4" grpId="1"/>
          <p:bldP spid="3" grpId="0"/>
          <p:bldP spid="3" grpId="1"/>
          <p:bldP spid="33" grpId="0" animBg="1"/>
          <p:bldP spid="33" grpId="1" animBg="1"/>
          <p:bldP spid="33" grpId="2" animBg="1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2040" fill="hold"/>
                                            <p:tgtEl>
                                              <p:spTgt spid="37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  <p:par>
                                    <p:cTn id="7" presetID="2" presetClass="entr" presetSubtype="4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9" dur="20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0" dur="20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1" presetID="2" presetClass="entr" presetSubtype="1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3" dur="20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4" dur="20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5" presetID="2" presetClass="entr" presetSubtype="4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7" dur="20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8" dur="20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9" presetID="2" presetClass="entr" presetSubtype="1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1" dur="20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2" dur="20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3" presetID="2" presetClass="entr" presetSubtype="4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5" dur="20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6" dur="20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7" presetID="2" presetClass="entr" presetSubtype="1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9" dur="20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0" dur="20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1" presetID="2" presetClass="entr" presetSubtype="4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3" dur="20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4" dur="20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5" presetID="23" presetClass="entr" presetSubtype="32" fill="hold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7" dur="5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4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8" dur="5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4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9" presetID="22" presetClass="entr" presetSubtype="8" fill="hold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4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41" dur="1000"/>
                                            <p:tgtEl>
                                              <p:spTgt spid="1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2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43" dur="indefinite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44" dur="indefinite"/>
                                            <p:tgtEl>
                                              <p:spTgt spid="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5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46" dur="indefinite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47" dur="indefinite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8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49" dur="indefinite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50" dur="indefinite"/>
                                            <p:tgtEl>
                                              <p:spTgt spid="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1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52" dur="indefinite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53" dur="indefinite"/>
                                            <p:tgtEl>
                                              <p:spTgt spid="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4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55" dur="indefinite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56" dur="indefinite"/>
                                            <p:tgtEl>
                                              <p:spTgt spid="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7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58" dur="indefinite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59" dur="indefinite"/>
                                            <p:tgtEl>
                                              <p:spTgt spid="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0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61" dur="indefinite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62" dur="indefinite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63" fill="hold">
                                <p:stCondLst>
                                  <p:cond delay="2040"/>
                                </p:stCondLst>
                                <p:childTnLst>
                                  <p:par>
                                    <p:cTn id="64" presetID="5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66" dur="5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7" dur="5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68" dur="500"/>
                                            <p:tgtEl>
                                              <p:spTgt spid="3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9" presetID="42" presetClass="path" presetSubtype="0" accel="50000" decel="5000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8.33333E-7 -7.40741E-7 L -8.33333E-7 0.3206 " pathEditMode="relative" rAng="0" ptsTypes="AA">
                                          <p:cBhvr>
                                            <p:cTn id="70" dur="500" spd="-1000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16019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71" fill="hold">
                                <p:stCondLst>
                                  <p:cond delay="2540"/>
                                </p:stCondLst>
                                <p:childTnLst>
                                  <p:par>
                                    <p:cTn id="72" presetID="6" presetClass="emph" presetSubtype="0" repeatCount="indefinite" autoRev="1" fill="hold" grpId="2" nodeType="afterEffect">
                                      <p:stCondLst>
                                        <p:cond delay="0"/>
                                      </p:stCondLst>
                                      <p:endCondLst>
                                        <p:cond evt="onNext" delay="0">
                                          <p:tgtEl>
                                            <p:sldTgt/>
                                          </p:tgtEl>
                                        </p:cond>
                                      </p:endCondLst>
                                      <p:childTnLst>
                                        <p:animScale>
                                          <p:cBhvr>
                                            <p:cTn id="73" dur="500" fill="hold"/>
                                            <p:tgtEl>
                                              <p:spTgt spid="33"/>
                                            </p:tgtEl>
                                          </p:cBhvr>
                                          <p:by x="90000" y="90000"/>
                                        </p:animScale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>
                    <p:cTn id="74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37"/>
                    </p:tgtEl>
                  </p:cMediaNode>
                </p:audio>
              </p:childTnLst>
            </p:cTn>
          </p:par>
        </p:tnLst>
        <p:bldLst>
          <p:bldP spid="2" grpId="0"/>
          <p:bldP spid="2" grpId="1"/>
          <p:bldP spid="8" grpId="0"/>
          <p:bldP spid="8" grpId="1"/>
          <p:bldP spid="7" grpId="0"/>
          <p:bldP spid="7" grpId="1"/>
          <p:bldP spid="6" grpId="0"/>
          <p:bldP spid="6" grpId="1"/>
          <p:bldP spid="5" grpId="0"/>
          <p:bldP spid="5" grpId="1"/>
          <p:bldP spid="4" grpId="0"/>
          <p:bldP spid="4" grpId="1"/>
          <p:bldP spid="3" grpId="0"/>
          <p:bldP spid="3" grpId="1"/>
          <p:bldP spid="33" grpId="0" animBg="1"/>
          <p:bldP spid="33" grpId="1" animBg="1"/>
          <p:bldP spid="33" grpId="2" animBg="1"/>
        </p:bldLst>
      </p:timing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C00000"/>
            </a:gs>
            <a:gs pos="100000">
              <a:schemeClr val="tx1">
                <a:lumMod val="85000"/>
                <a:lumOff val="15000"/>
              </a:schemeClr>
            </a:gs>
          </a:gsLst>
          <a:lin ang="81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7">
            <a:extLst>
              <a:ext uri="{FF2B5EF4-FFF2-40B4-BE49-F238E27FC236}">
                <a16:creationId xmlns:a16="http://schemas.microsoft.com/office/drawing/2014/main" id="{AF47984B-59F1-7176-A115-158B29114E0E}"/>
              </a:ext>
            </a:extLst>
          </p:cNvPr>
          <p:cNvSpPr txBox="1"/>
          <p:nvPr/>
        </p:nvSpPr>
        <p:spPr>
          <a:xfrm>
            <a:off x="8746332" y="-11965950"/>
            <a:ext cx="1005403" cy="16342935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9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8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7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5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4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3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2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1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</p:txBody>
      </p:sp>
      <p:sp>
        <p:nvSpPr>
          <p:cNvPr id="8" name="N6">
            <a:extLst>
              <a:ext uri="{FF2B5EF4-FFF2-40B4-BE49-F238E27FC236}">
                <a16:creationId xmlns:a16="http://schemas.microsoft.com/office/drawing/2014/main" id="{FE3BD9AB-7F50-A4B5-5F53-70354EF481F4}"/>
              </a:ext>
            </a:extLst>
          </p:cNvPr>
          <p:cNvSpPr txBox="1"/>
          <p:nvPr/>
        </p:nvSpPr>
        <p:spPr>
          <a:xfrm>
            <a:off x="7805114" y="2671817"/>
            <a:ext cx="1005403" cy="16342935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9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8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7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5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4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3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2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1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</p:txBody>
      </p:sp>
      <p:sp>
        <p:nvSpPr>
          <p:cNvPr id="7" name="N5">
            <a:extLst>
              <a:ext uri="{FF2B5EF4-FFF2-40B4-BE49-F238E27FC236}">
                <a16:creationId xmlns:a16="http://schemas.microsoft.com/office/drawing/2014/main" id="{D60E20A6-40DE-61FF-BC52-780641776D60}"/>
              </a:ext>
            </a:extLst>
          </p:cNvPr>
          <p:cNvSpPr txBox="1"/>
          <p:nvPr/>
        </p:nvSpPr>
        <p:spPr>
          <a:xfrm>
            <a:off x="6863896" y="-11965950"/>
            <a:ext cx="1005403" cy="16342935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9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8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7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5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4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3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2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1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</p:txBody>
      </p:sp>
      <p:sp>
        <p:nvSpPr>
          <p:cNvPr id="6" name="N4">
            <a:extLst>
              <a:ext uri="{FF2B5EF4-FFF2-40B4-BE49-F238E27FC236}">
                <a16:creationId xmlns:a16="http://schemas.microsoft.com/office/drawing/2014/main" id="{B55EA620-A448-2ACD-AF8D-A6933BC4F87F}"/>
              </a:ext>
            </a:extLst>
          </p:cNvPr>
          <p:cNvSpPr txBox="1"/>
          <p:nvPr/>
        </p:nvSpPr>
        <p:spPr>
          <a:xfrm>
            <a:off x="5546009" y="2671817"/>
            <a:ext cx="1005403" cy="16342935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9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8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7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5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4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3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2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1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</p:txBody>
      </p:sp>
      <p:sp>
        <p:nvSpPr>
          <p:cNvPr id="5" name="N3">
            <a:extLst>
              <a:ext uri="{FF2B5EF4-FFF2-40B4-BE49-F238E27FC236}">
                <a16:creationId xmlns:a16="http://schemas.microsoft.com/office/drawing/2014/main" id="{EAC23BB9-25AA-23D1-BBA8-4E96A8121B22}"/>
              </a:ext>
            </a:extLst>
          </p:cNvPr>
          <p:cNvSpPr txBox="1"/>
          <p:nvPr/>
        </p:nvSpPr>
        <p:spPr>
          <a:xfrm>
            <a:off x="4604791" y="-11965950"/>
            <a:ext cx="1005403" cy="16342935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9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8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7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5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4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3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2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1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</p:txBody>
      </p:sp>
      <p:sp>
        <p:nvSpPr>
          <p:cNvPr id="4" name="N2">
            <a:extLst>
              <a:ext uri="{FF2B5EF4-FFF2-40B4-BE49-F238E27FC236}">
                <a16:creationId xmlns:a16="http://schemas.microsoft.com/office/drawing/2014/main" id="{95EF8A55-2A5D-C739-62DE-9F54AB9D7812}"/>
              </a:ext>
            </a:extLst>
          </p:cNvPr>
          <p:cNvSpPr txBox="1"/>
          <p:nvPr/>
        </p:nvSpPr>
        <p:spPr>
          <a:xfrm>
            <a:off x="3663573" y="2671817"/>
            <a:ext cx="1005403" cy="16342935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9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8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7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5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4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3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2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1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</p:txBody>
      </p:sp>
      <p:sp>
        <p:nvSpPr>
          <p:cNvPr id="3" name="N1">
            <a:extLst>
              <a:ext uri="{FF2B5EF4-FFF2-40B4-BE49-F238E27FC236}">
                <a16:creationId xmlns:a16="http://schemas.microsoft.com/office/drawing/2014/main" id="{321860B9-DC15-351B-F334-054EAF2E4D85}"/>
              </a:ext>
            </a:extLst>
          </p:cNvPr>
          <p:cNvSpPr txBox="1"/>
          <p:nvPr/>
        </p:nvSpPr>
        <p:spPr>
          <a:xfrm>
            <a:off x="2446833" y="-11965950"/>
            <a:ext cx="1005403" cy="16342935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9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8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7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5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4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3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2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1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</p:txBody>
      </p:sp>
      <p:grpSp>
        <p:nvGrpSpPr>
          <p:cNvPr id="34" name="!!mascara">
            <a:extLst>
              <a:ext uri="{FF2B5EF4-FFF2-40B4-BE49-F238E27FC236}">
                <a16:creationId xmlns:a16="http://schemas.microsoft.com/office/drawing/2014/main" id="{C287DD8F-17E0-D7CA-89A4-3F01919A018C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 useBgFill="1">
          <p:nvSpPr>
            <p:cNvPr id="9" name="Forma Livre: Forma 8">
              <a:extLst>
                <a:ext uri="{FF2B5EF4-FFF2-40B4-BE49-F238E27FC236}">
                  <a16:creationId xmlns:a16="http://schemas.microsoft.com/office/drawing/2014/main" id="{43DD7F38-D131-0688-54CD-A4DDB6A95DE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0"/>
              <a:ext cx="12192000" cy="6858000"/>
            </a:xfrm>
            <a:custGeom>
              <a:avLst/>
              <a:gdLst>
                <a:gd name="connsiteX0" fmla="*/ 2566220 w 12192000"/>
                <a:gd name="connsiteY0" fmla="*/ 2632290 h 6858000"/>
                <a:gd name="connsiteX1" fmla="*/ 2322443 w 12192000"/>
                <a:gd name="connsiteY1" fmla="*/ 2876067 h 6858000"/>
                <a:gd name="connsiteX2" fmla="*/ 2322443 w 12192000"/>
                <a:gd name="connsiteY2" fmla="*/ 3851145 h 6858000"/>
                <a:gd name="connsiteX3" fmla="*/ 2566220 w 12192000"/>
                <a:gd name="connsiteY3" fmla="*/ 4094922 h 6858000"/>
                <a:gd name="connsiteX4" fmla="*/ 9625780 w 12192000"/>
                <a:gd name="connsiteY4" fmla="*/ 4094922 h 6858000"/>
                <a:gd name="connsiteX5" fmla="*/ 9869557 w 12192000"/>
                <a:gd name="connsiteY5" fmla="*/ 3851145 h 6858000"/>
                <a:gd name="connsiteX6" fmla="*/ 9869557 w 12192000"/>
                <a:gd name="connsiteY6" fmla="*/ 2876067 h 6858000"/>
                <a:gd name="connsiteX7" fmla="*/ 9625780 w 12192000"/>
                <a:gd name="connsiteY7" fmla="*/ 2632290 h 6858000"/>
                <a:gd name="connsiteX8" fmla="*/ 0 w 12192000"/>
                <a:gd name="connsiteY8" fmla="*/ 0 h 6858000"/>
                <a:gd name="connsiteX9" fmla="*/ 12192000 w 12192000"/>
                <a:gd name="connsiteY9" fmla="*/ 0 h 6858000"/>
                <a:gd name="connsiteX10" fmla="*/ 12192000 w 12192000"/>
                <a:gd name="connsiteY10" fmla="*/ 6858000 h 6858000"/>
                <a:gd name="connsiteX11" fmla="*/ 0 w 12192000"/>
                <a:gd name="connsiteY11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192000" h="6858000">
                  <a:moveTo>
                    <a:pt x="2566220" y="2632290"/>
                  </a:moveTo>
                  <a:cubicBezTo>
                    <a:pt x="2431586" y="2632290"/>
                    <a:pt x="2322443" y="2741433"/>
                    <a:pt x="2322443" y="2876067"/>
                  </a:cubicBezTo>
                  <a:lnTo>
                    <a:pt x="2322443" y="3851145"/>
                  </a:lnTo>
                  <a:cubicBezTo>
                    <a:pt x="2322443" y="3985779"/>
                    <a:pt x="2431586" y="4094922"/>
                    <a:pt x="2566220" y="4094922"/>
                  </a:cubicBezTo>
                  <a:lnTo>
                    <a:pt x="9625780" y="4094922"/>
                  </a:lnTo>
                  <a:cubicBezTo>
                    <a:pt x="9760414" y="4094922"/>
                    <a:pt x="9869557" y="3985779"/>
                    <a:pt x="9869557" y="3851145"/>
                  </a:cubicBezTo>
                  <a:lnTo>
                    <a:pt x="9869557" y="2876067"/>
                  </a:lnTo>
                  <a:cubicBezTo>
                    <a:pt x="9869557" y="2741433"/>
                    <a:pt x="9760414" y="2632290"/>
                    <a:pt x="9625780" y="2632290"/>
                  </a:cubicBezTo>
                  <a:close/>
                  <a:moveTo>
                    <a:pt x="0" y="0"/>
                  </a:moveTo>
                  <a:lnTo>
                    <a:pt x="12192000" y="0"/>
                  </a:lnTo>
                  <a:lnTo>
                    <a:pt x="12192000" y="6858000"/>
                  </a:lnTo>
                  <a:lnTo>
                    <a:pt x="0" y="6858000"/>
                  </a:lnTo>
                  <a:close/>
                </a:path>
              </a:pathLst>
            </a:custGeom>
            <a:ln>
              <a:noFill/>
            </a:ln>
            <a:effectLst>
              <a:outerShdw blurRad="3810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0" name="CaixaDeTexto 9">
              <a:extLst>
                <a:ext uri="{FF2B5EF4-FFF2-40B4-BE49-F238E27FC236}">
                  <a16:creationId xmlns:a16="http://schemas.microsoft.com/office/drawing/2014/main" id="{4014AAB1-279C-87A1-6A54-69E5927AF183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40326" y="330615"/>
              <a:ext cx="11111348" cy="985530"/>
            </a:xfrm>
            <a:prstGeom prst="roundRect">
              <a:avLst>
                <a:gd name="adj" fmla="val 26924"/>
              </a:avLst>
            </a:prstGeom>
            <a:solidFill>
              <a:srgbClr val="FFC000"/>
            </a:solidFill>
            <a:ln w="19050">
              <a:noFill/>
            </a:ln>
            <a:effectLst>
              <a:outerShdw blurRad="635000" dist="2540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 anchorCtr="1"/>
            <a:lstStyle>
              <a:defPPr>
                <a:defRPr lang="pt-BR"/>
              </a:defPPr>
              <a:lvl1pPr algn="ctr">
                <a:defRPr b="1">
                  <a:ln w="3175">
                    <a:noFill/>
                  </a:ln>
                  <a:solidFill>
                    <a:srgbClr val="FF0000"/>
                  </a:solidFill>
                  <a:latin typeface="Arial Narrow" panose="020B0606020202030204" pitchFamily="34" charset="0"/>
                  <a:ea typeface="Open Sans Extrabold" panose="020B0906030804020204" pitchFamily="34" charset="0"/>
                  <a:cs typeface="Arial" panose="020B0604020202020204" pitchFamily="34" charset="0"/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4400" b="1" i="0" u="none" strike="noStrike" kern="1200" cap="none" spc="600" normalizeH="0" baseline="0" noProof="0">
                  <a:ln w="3175"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Open Sans Extrabold" panose="020B0906030804020204" pitchFamily="34" charset="0"/>
                  <a:cs typeface="Arial" panose="020B0604020202020204" pitchFamily="34" charset="0"/>
                </a:rPr>
                <a:t>VOCÊ ERROU!</a:t>
              </a:r>
            </a:p>
          </p:txBody>
        </p:sp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6893B8BF-F8F5-DB56-E87C-8ED5CBA7FCB6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226072" y="2180704"/>
              <a:ext cx="206883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24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Arial" panose="020B0604020202020204" pitchFamily="34" charset="0"/>
                </a:rPr>
                <a:t>Você ganhou:</a:t>
              </a:r>
            </a:p>
          </p:txBody>
        </p:sp>
        <p:sp>
          <p:nvSpPr>
            <p:cNvPr id="12" name="CaixaDeTexto 11">
              <a:extLst>
                <a:ext uri="{FF2B5EF4-FFF2-40B4-BE49-F238E27FC236}">
                  <a16:creationId xmlns:a16="http://schemas.microsoft.com/office/drawing/2014/main" id="{E77C9F72-334E-862C-ACF5-323EF2E8C72C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667254" y="2555761"/>
              <a:ext cx="64472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28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R$</a:t>
              </a:r>
            </a:p>
          </p:txBody>
        </p:sp>
        <p:sp>
          <p:nvSpPr>
            <p:cNvPr id="13" name="Elipse 12">
              <a:extLst>
                <a:ext uri="{FF2B5EF4-FFF2-40B4-BE49-F238E27FC236}">
                  <a16:creationId xmlns:a16="http://schemas.microsoft.com/office/drawing/2014/main" id="{D879FEC9-3C93-4084-1DC0-039C3A2FA1A8}"/>
                </a:ext>
              </a:extLst>
            </p:cNvPr>
            <p:cNvSpPr>
              <a:spLocks noGrp="1" noRot="1" noChangeAspect="1" noMove="1" noResize="1" noEditPoints="1" noAdjustHandles="1" noChangeArrowheads="1" noChangeShapeType="1"/>
            </p:cNvSpPr>
            <p:nvPr/>
          </p:nvSpPr>
          <p:spPr>
            <a:xfrm>
              <a:off x="3480684" y="3646074"/>
              <a:ext cx="180000" cy="180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4" name="Elipse 13">
              <a:extLst>
                <a:ext uri="{FF2B5EF4-FFF2-40B4-BE49-F238E27FC236}">
                  <a16:creationId xmlns:a16="http://schemas.microsoft.com/office/drawing/2014/main" id="{4014B435-FE21-6F3F-D0A3-96A450E125B7}"/>
                </a:ext>
              </a:extLst>
            </p:cNvPr>
            <p:cNvSpPr>
              <a:spLocks noGrp="1" noRot="1" noChangeAspect="1" noMove="1" noResize="1" noEditPoints="1" noAdjustHandles="1" noChangeArrowheads="1" noChangeShapeType="1"/>
            </p:cNvSpPr>
            <p:nvPr/>
          </p:nvSpPr>
          <p:spPr>
            <a:xfrm>
              <a:off x="6610570" y="3646074"/>
              <a:ext cx="180000" cy="180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grpSp>
        <p:nvGrpSpPr>
          <p:cNvPr id="15" name="barra de progresso">
            <a:extLst>
              <a:ext uri="{FF2B5EF4-FFF2-40B4-BE49-F238E27FC236}">
                <a16:creationId xmlns:a16="http://schemas.microsoft.com/office/drawing/2014/main" id="{D7DF4F7E-B4C8-F5D8-B5B0-9D68AE4528F9}"/>
              </a:ext>
            </a:extLst>
          </p:cNvPr>
          <p:cNvGrpSpPr/>
          <p:nvPr/>
        </p:nvGrpSpPr>
        <p:grpSpPr>
          <a:xfrm>
            <a:off x="540326" y="6168042"/>
            <a:ext cx="11111348" cy="216000"/>
            <a:chOff x="540326" y="6168042"/>
            <a:chExt cx="11111348" cy="216000"/>
          </a:xfrm>
        </p:grpSpPr>
        <p:sp useBgFill="1">
          <p:nvSpPr>
            <p:cNvPr id="16" name="Retângulo: Cantos Arredondados 15">
              <a:extLst>
                <a:ext uri="{FF2B5EF4-FFF2-40B4-BE49-F238E27FC236}">
                  <a16:creationId xmlns:a16="http://schemas.microsoft.com/office/drawing/2014/main" id="{645F6494-8FFC-74C9-3BEE-6344C16689C9}"/>
                </a:ext>
              </a:extLst>
            </p:cNvPr>
            <p:cNvSpPr/>
            <p:nvPr/>
          </p:nvSpPr>
          <p:spPr>
            <a:xfrm>
              <a:off x="540326" y="6168042"/>
              <a:ext cx="540000" cy="216000"/>
            </a:xfrm>
            <a:prstGeom prst="roundRect">
              <a:avLst>
                <a:gd name="adj" fmla="val 50000"/>
              </a:avLst>
            </a:prstGeom>
            <a:ln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17" name="Retângulo: Cantos Arredondados 16">
              <a:extLst>
                <a:ext uri="{FF2B5EF4-FFF2-40B4-BE49-F238E27FC236}">
                  <a16:creationId xmlns:a16="http://schemas.microsoft.com/office/drawing/2014/main" id="{D0360543-989E-44E5-018D-E2B5E5E7950A}"/>
                </a:ext>
              </a:extLst>
            </p:cNvPr>
            <p:cNvSpPr/>
            <p:nvPr/>
          </p:nvSpPr>
          <p:spPr>
            <a:xfrm>
              <a:off x="1245083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18" name="Retângulo: Cantos Arredondados 17">
              <a:extLst>
                <a:ext uri="{FF2B5EF4-FFF2-40B4-BE49-F238E27FC236}">
                  <a16:creationId xmlns:a16="http://schemas.microsoft.com/office/drawing/2014/main" id="{832CD0D4-B00B-66F6-AC8B-2047BB5D1C88}"/>
                </a:ext>
              </a:extLst>
            </p:cNvPr>
            <p:cNvSpPr/>
            <p:nvPr/>
          </p:nvSpPr>
          <p:spPr>
            <a:xfrm>
              <a:off x="1949840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19" name="Retângulo: Cantos Arredondados 18">
              <a:extLst>
                <a:ext uri="{FF2B5EF4-FFF2-40B4-BE49-F238E27FC236}">
                  <a16:creationId xmlns:a16="http://schemas.microsoft.com/office/drawing/2014/main" id="{09C5ED91-4829-2188-7144-57BB65B5895C}"/>
                </a:ext>
              </a:extLst>
            </p:cNvPr>
            <p:cNvSpPr/>
            <p:nvPr/>
          </p:nvSpPr>
          <p:spPr>
            <a:xfrm>
              <a:off x="2654597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20" name="Retângulo: Cantos Arredondados 19">
              <a:extLst>
                <a:ext uri="{FF2B5EF4-FFF2-40B4-BE49-F238E27FC236}">
                  <a16:creationId xmlns:a16="http://schemas.microsoft.com/office/drawing/2014/main" id="{B5F9D68A-2A87-C90C-1D98-7737129DB43B}"/>
                </a:ext>
              </a:extLst>
            </p:cNvPr>
            <p:cNvSpPr/>
            <p:nvPr/>
          </p:nvSpPr>
          <p:spPr>
            <a:xfrm>
              <a:off x="3359354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21" name="Retângulo: Cantos Arredondados 20">
              <a:extLst>
                <a:ext uri="{FF2B5EF4-FFF2-40B4-BE49-F238E27FC236}">
                  <a16:creationId xmlns:a16="http://schemas.microsoft.com/office/drawing/2014/main" id="{A3EAB60E-42B2-0210-E6AD-787A54CF5E6B}"/>
                </a:ext>
              </a:extLst>
            </p:cNvPr>
            <p:cNvSpPr/>
            <p:nvPr/>
          </p:nvSpPr>
          <p:spPr>
            <a:xfrm>
              <a:off x="4064111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22" name="Retângulo: Cantos Arredondados 21">
              <a:extLst>
                <a:ext uri="{FF2B5EF4-FFF2-40B4-BE49-F238E27FC236}">
                  <a16:creationId xmlns:a16="http://schemas.microsoft.com/office/drawing/2014/main" id="{7805FE38-3DA6-AA69-5A21-5FDF35D7E06F}"/>
                </a:ext>
              </a:extLst>
            </p:cNvPr>
            <p:cNvSpPr/>
            <p:nvPr/>
          </p:nvSpPr>
          <p:spPr>
            <a:xfrm>
              <a:off x="4768868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23" name="Retângulo: Cantos Arredondados 22">
              <a:extLst>
                <a:ext uri="{FF2B5EF4-FFF2-40B4-BE49-F238E27FC236}">
                  <a16:creationId xmlns:a16="http://schemas.microsoft.com/office/drawing/2014/main" id="{2F3233F8-5476-5095-85DB-1E53D02FFF73}"/>
                </a:ext>
              </a:extLst>
            </p:cNvPr>
            <p:cNvSpPr/>
            <p:nvPr/>
          </p:nvSpPr>
          <p:spPr>
            <a:xfrm>
              <a:off x="5473625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24" name="Retângulo: Cantos Arredondados 23">
              <a:extLst>
                <a:ext uri="{FF2B5EF4-FFF2-40B4-BE49-F238E27FC236}">
                  <a16:creationId xmlns:a16="http://schemas.microsoft.com/office/drawing/2014/main" id="{BE1456AE-ED2B-72A9-D02A-1CD0F978D85D}"/>
                </a:ext>
              </a:extLst>
            </p:cNvPr>
            <p:cNvSpPr/>
            <p:nvPr/>
          </p:nvSpPr>
          <p:spPr>
            <a:xfrm>
              <a:off x="6178382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25" name="Retângulo: Cantos Arredondados 24">
              <a:extLst>
                <a:ext uri="{FF2B5EF4-FFF2-40B4-BE49-F238E27FC236}">
                  <a16:creationId xmlns:a16="http://schemas.microsoft.com/office/drawing/2014/main" id="{4755B973-D05B-1281-55E7-74B61C8A4505}"/>
                </a:ext>
              </a:extLst>
            </p:cNvPr>
            <p:cNvSpPr/>
            <p:nvPr/>
          </p:nvSpPr>
          <p:spPr>
            <a:xfrm>
              <a:off x="6883139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26" name="Retângulo: Cantos Arredondados 25">
              <a:extLst>
                <a:ext uri="{FF2B5EF4-FFF2-40B4-BE49-F238E27FC236}">
                  <a16:creationId xmlns:a16="http://schemas.microsoft.com/office/drawing/2014/main" id="{23BB2712-A117-128D-132B-22540621C404}"/>
                </a:ext>
              </a:extLst>
            </p:cNvPr>
            <p:cNvSpPr/>
            <p:nvPr/>
          </p:nvSpPr>
          <p:spPr>
            <a:xfrm>
              <a:off x="7587896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27" name="Retângulo: Cantos Arredondados 26">
              <a:extLst>
                <a:ext uri="{FF2B5EF4-FFF2-40B4-BE49-F238E27FC236}">
                  <a16:creationId xmlns:a16="http://schemas.microsoft.com/office/drawing/2014/main" id="{1F3E133E-5E8D-EA78-A60D-62DE8FA3C825}"/>
                </a:ext>
              </a:extLst>
            </p:cNvPr>
            <p:cNvSpPr/>
            <p:nvPr/>
          </p:nvSpPr>
          <p:spPr>
            <a:xfrm>
              <a:off x="8292653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28" name="Retângulo: Cantos Arredondados 27">
              <a:extLst>
                <a:ext uri="{FF2B5EF4-FFF2-40B4-BE49-F238E27FC236}">
                  <a16:creationId xmlns:a16="http://schemas.microsoft.com/office/drawing/2014/main" id="{52F08055-4C07-9D7D-B51F-6C5520201AFF}"/>
                </a:ext>
              </a:extLst>
            </p:cNvPr>
            <p:cNvSpPr/>
            <p:nvPr/>
          </p:nvSpPr>
          <p:spPr>
            <a:xfrm>
              <a:off x="8997410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29" name="Retângulo: Cantos Arredondados 28">
              <a:extLst>
                <a:ext uri="{FF2B5EF4-FFF2-40B4-BE49-F238E27FC236}">
                  <a16:creationId xmlns:a16="http://schemas.microsoft.com/office/drawing/2014/main" id="{915F56B7-CB97-B128-3798-360BFADDFBFE}"/>
                </a:ext>
              </a:extLst>
            </p:cNvPr>
            <p:cNvSpPr/>
            <p:nvPr/>
          </p:nvSpPr>
          <p:spPr>
            <a:xfrm>
              <a:off x="9702167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30" name="Retângulo: Cantos Arredondados 29">
              <a:extLst>
                <a:ext uri="{FF2B5EF4-FFF2-40B4-BE49-F238E27FC236}">
                  <a16:creationId xmlns:a16="http://schemas.microsoft.com/office/drawing/2014/main" id="{6422418E-AA0B-8E26-FC84-D410772659AF}"/>
                </a:ext>
              </a:extLst>
            </p:cNvPr>
            <p:cNvSpPr/>
            <p:nvPr/>
          </p:nvSpPr>
          <p:spPr>
            <a:xfrm>
              <a:off x="10406924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31" name="Retângulo: Cantos Arredondados 30">
              <a:extLst>
                <a:ext uri="{FF2B5EF4-FFF2-40B4-BE49-F238E27FC236}">
                  <a16:creationId xmlns:a16="http://schemas.microsoft.com/office/drawing/2014/main" id="{E640292C-BE19-1E3C-A127-339B803D0EC0}"/>
                </a:ext>
              </a:extLst>
            </p:cNvPr>
            <p:cNvSpPr/>
            <p:nvPr/>
          </p:nvSpPr>
          <p:spPr>
            <a:xfrm>
              <a:off x="11111674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pic>
        <p:nvPicPr>
          <p:cNvPr id="32" name="emoji">
            <a:extLst>
              <a:ext uri="{FF2B5EF4-FFF2-40B4-BE49-F238E27FC236}">
                <a16:creationId xmlns:a16="http://schemas.microsoft.com/office/drawing/2014/main" id="{D5E21F0E-C48A-B95C-AD66-20556A0DDDF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343083" y="1938181"/>
            <a:ext cx="1085856" cy="1085856"/>
          </a:xfrm>
          <a:prstGeom prst="rect">
            <a:avLst/>
          </a:prstGeom>
          <a:effectLst>
            <a:outerShdw blurRad="635000" dist="190500" dir="2700000" algn="tl" rotWithShape="0">
              <a:prstClr val="black">
                <a:alpha val="60000"/>
              </a:prstClr>
            </a:outerShdw>
          </a:effectLst>
        </p:spPr>
      </p:pic>
      <p:pic>
        <p:nvPicPr>
          <p:cNvPr id="37" name="que pena, vc errou">
            <a:hlinkClick r:id="" action="ppaction://media"/>
            <a:extLst>
              <a:ext uri="{FF2B5EF4-FFF2-40B4-BE49-F238E27FC236}">
                <a16:creationId xmlns:a16="http://schemas.microsoft.com/office/drawing/2014/main" id="{E7877330-4976-EF07-7A6B-DC501CA5A40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-772973" y="206871"/>
            <a:ext cx="509587" cy="509587"/>
          </a:xfrm>
          <a:prstGeom prst="rect">
            <a:avLst/>
          </a:prstGeom>
        </p:spPr>
      </p:pic>
      <p:sp>
        <p:nvSpPr>
          <p:cNvPr id="33" name="Botaão Próxima">
            <a:hlinkClick r:id="rId7" action="ppaction://hlinksldjump"/>
            <a:extLst>
              <a:ext uri="{FF2B5EF4-FFF2-40B4-BE49-F238E27FC236}">
                <a16:creationId xmlns:a16="http://schemas.microsoft.com/office/drawing/2014/main" id="{53474A7E-3077-C8C5-1005-C2DA17EEE819}"/>
              </a:ext>
            </a:extLst>
          </p:cNvPr>
          <p:cNvSpPr/>
          <p:nvPr/>
        </p:nvSpPr>
        <p:spPr>
          <a:xfrm>
            <a:off x="9051455" y="5367405"/>
            <a:ext cx="2330219" cy="540000"/>
          </a:xfrm>
          <a:prstGeom prst="roundRect">
            <a:avLst/>
          </a:prstGeom>
          <a:gradFill flip="none" rotWithShape="1">
            <a:gsLst>
              <a:gs pos="0">
                <a:schemeClr val="accent6"/>
              </a:gs>
              <a:gs pos="59000">
                <a:schemeClr val="accent6">
                  <a:lumMod val="75000"/>
                </a:schemeClr>
              </a:gs>
              <a:gs pos="100000">
                <a:schemeClr val="accent6">
                  <a:lumMod val="50000"/>
                </a:schemeClr>
              </a:gs>
            </a:gsLst>
            <a:lin ang="19200000" scaled="0"/>
            <a:tileRect/>
          </a:gradFill>
          <a:ln w="19050">
            <a:solidFill>
              <a:schemeClr val="bg1"/>
            </a:solidFill>
          </a:ln>
          <a:effectLst>
            <a:outerShdw blurRad="381000" dist="1270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rIns="108000" rtlCol="0" anchor="ctr"/>
          <a:lstStyle/>
          <a:p>
            <a:pPr algn="ctr"/>
            <a:r>
              <a:rPr lang="pt-BR" sz="1400" b="1" dirty="0">
                <a:ln w="3175">
                  <a:noFill/>
                </a:ln>
                <a:effectLst>
                  <a:outerShdw blurRad="1270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Arial" panose="020B0604020202020204" pitchFamily="34" charset="0"/>
                <a:ea typeface="Open Sans Extrabold" panose="020B0906030804020204" pitchFamily="34" charset="0"/>
                <a:cs typeface="Arial" panose="020B0604020202020204" pitchFamily="34" charset="0"/>
              </a:rPr>
              <a:t>Voltar</a:t>
            </a:r>
          </a:p>
        </p:txBody>
      </p:sp>
    </p:spTree>
    <p:extLst>
      <p:ext uri="{BB962C8B-B14F-4D97-AF65-F5344CB8AC3E}">
        <p14:creationId xmlns:p14="http://schemas.microsoft.com/office/powerpoint/2010/main" val="29410603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2040" fill="hold"/>
                                            <p:tgtEl>
                                              <p:spTgt spid="37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  <p:par>
                                    <p:cTn id="7" presetID="2" presetClass="entr" presetSubtype="4" fill="hold" grpId="0" nodeType="with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9" dur="20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10" dur="20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1" presetID="2" presetClass="entr" presetSubtype="1" fill="hold" grpId="0" nodeType="with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13" dur="20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14" dur="20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5" presetID="2" presetClass="entr" presetSubtype="4" fill="hold" grpId="0" nodeType="with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17" dur="20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18" dur="20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9" presetID="2" presetClass="entr" presetSubtype="1" fill="hold" grpId="0" nodeType="with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21" dur="20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22" dur="20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3" presetID="2" presetClass="entr" presetSubtype="4" fill="hold" grpId="0" nodeType="with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25" dur="20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26" dur="20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7" presetID="2" presetClass="entr" presetSubtype="1" fill="hold" grpId="0" nodeType="with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29" dur="20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30" dur="20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1" presetID="2" presetClass="entr" presetSubtype="4" fill="hold" grpId="0" nodeType="with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33" dur="20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34" dur="20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5" presetID="23" presetClass="entr" presetSubtype="32" fill="hold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7" dur="5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4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8" dur="5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4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9" presetID="22" presetClass="entr" presetSubtype="8" fill="hold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4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41" dur="1000"/>
                                            <p:tgtEl>
                                              <p:spTgt spid="1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2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43" dur="indefinite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44" dur="indefinite"/>
                                            <p:tgtEl>
                                              <p:spTgt spid="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5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46" dur="indefinite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47" dur="indefinite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8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49" dur="indefinite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50" dur="indefinite"/>
                                            <p:tgtEl>
                                              <p:spTgt spid="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1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52" dur="indefinite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53" dur="indefinite"/>
                                            <p:tgtEl>
                                              <p:spTgt spid="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4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55" dur="indefinite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56" dur="indefinite"/>
                                            <p:tgtEl>
                                              <p:spTgt spid="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7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58" dur="indefinite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59" dur="indefinite"/>
                                            <p:tgtEl>
                                              <p:spTgt spid="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0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61" dur="indefinite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62" dur="indefinite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63" fill="hold">
                                <p:stCondLst>
                                  <p:cond delay="2040"/>
                                </p:stCondLst>
                                <p:childTnLst>
                                  <p:par>
                                    <p:cTn id="64" presetID="5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66" dur="5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7" dur="5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68" dur="500"/>
                                            <p:tgtEl>
                                              <p:spTgt spid="3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9" presetID="42" presetClass="path" presetSubtype="0" accel="50000" decel="5000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8.33333E-7 -7.40741E-7 L -8.33333E-7 0.3206 " pathEditMode="relative" rAng="0" ptsTypes="AA">
                                          <p:cBhvr>
                                            <p:cTn id="70" dur="500" spd="-1000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16019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71" fill="hold">
                                <p:stCondLst>
                                  <p:cond delay="2540"/>
                                </p:stCondLst>
                                <p:childTnLst>
                                  <p:par>
                                    <p:cTn id="72" presetID="6" presetClass="emph" presetSubtype="0" repeatCount="indefinite" autoRev="1" fill="hold" grpId="2" nodeType="afterEffect">
                                      <p:stCondLst>
                                        <p:cond delay="0"/>
                                      </p:stCondLst>
                                      <p:endCondLst>
                                        <p:cond evt="onNext" delay="0">
                                          <p:tgtEl>
                                            <p:sldTgt/>
                                          </p:tgtEl>
                                        </p:cond>
                                      </p:endCondLst>
                                      <p:childTnLst>
                                        <p:animScale>
                                          <p:cBhvr>
                                            <p:cTn id="73" dur="500" fill="hold"/>
                                            <p:tgtEl>
                                              <p:spTgt spid="33"/>
                                            </p:tgtEl>
                                          </p:cBhvr>
                                          <p:by x="90000" y="90000"/>
                                        </p:animScale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>
                    <p:cTn id="74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37"/>
                    </p:tgtEl>
                  </p:cMediaNode>
                </p:audio>
              </p:childTnLst>
            </p:cTn>
          </p:par>
        </p:tnLst>
        <p:bldLst>
          <p:bldP spid="2" grpId="0"/>
          <p:bldP spid="2" grpId="1"/>
          <p:bldP spid="8" grpId="0"/>
          <p:bldP spid="8" grpId="1"/>
          <p:bldP spid="7" grpId="0"/>
          <p:bldP spid="7" grpId="1"/>
          <p:bldP spid="6" grpId="0"/>
          <p:bldP spid="6" grpId="1"/>
          <p:bldP spid="5" grpId="0"/>
          <p:bldP spid="5" grpId="1"/>
          <p:bldP spid="4" grpId="0"/>
          <p:bldP spid="4" grpId="1"/>
          <p:bldP spid="3" grpId="0"/>
          <p:bldP spid="3" grpId="1"/>
          <p:bldP spid="33" grpId="0" animBg="1"/>
          <p:bldP spid="33" grpId="1" animBg="1"/>
          <p:bldP spid="33" grpId="2" animBg="1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2040" fill="hold"/>
                                            <p:tgtEl>
                                              <p:spTgt spid="37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  <p:par>
                                    <p:cTn id="7" presetID="2" presetClass="entr" presetSubtype="4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9" dur="20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0" dur="20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1" presetID="2" presetClass="entr" presetSubtype="1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3" dur="20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4" dur="20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5" presetID="2" presetClass="entr" presetSubtype="4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7" dur="20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8" dur="20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9" presetID="2" presetClass="entr" presetSubtype="1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1" dur="20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2" dur="20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3" presetID="2" presetClass="entr" presetSubtype="4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5" dur="20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6" dur="20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7" presetID="2" presetClass="entr" presetSubtype="1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9" dur="20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0" dur="20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1" presetID="2" presetClass="entr" presetSubtype="4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3" dur="20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4" dur="20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5" presetID="23" presetClass="entr" presetSubtype="32" fill="hold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7" dur="5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4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8" dur="5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4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9" presetID="22" presetClass="entr" presetSubtype="8" fill="hold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4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41" dur="1000"/>
                                            <p:tgtEl>
                                              <p:spTgt spid="1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2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43" dur="indefinite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44" dur="indefinite"/>
                                            <p:tgtEl>
                                              <p:spTgt spid="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5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46" dur="indefinite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47" dur="indefinite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8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49" dur="indefinite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50" dur="indefinite"/>
                                            <p:tgtEl>
                                              <p:spTgt spid="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1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52" dur="indefinite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53" dur="indefinite"/>
                                            <p:tgtEl>
                                              <p:spTgt spid="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4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55" dur="indefinite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56" dur="indefinite"/>
                                            <p:tgtEl>
                                              <p:spTgt spid="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7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58" dur="indefinite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59" dur="indefinite"/>
                                            <p:tgtEl>
                                              <p:spTgt spid="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0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61" dur="indefinite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62" dur="indefinite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63" fill="hold">
                                <p:stCondLst>
                                  <p:cond delay="2040"/>
                                </p:stCondLst>
                                <p:childTnLst>
                                  <p:par>
                                    <p:cTn id="64" presetID="5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66" dur="5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7" dur="5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68" dur="500"/>
                                            <p:tgtEl>
                                              <p:spTgt spid="3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9" presetID="42" presetClass="path" presetSubtype="0" accel="50000" decel="5000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8.33333E-7 -7.40741E-7 L -8.33333E-7 0.3206 " pathEditMode="relative" rAng="0" ptsTypes="AA">
                                          <p:cBhvr>
                                            <p:cTn id="70" dur="500" spd="-1000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16019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71" fill="hold">
                                <p:stCondLst>
                                  <p:cond delay="2540"/>
                                </p:stCondLst>
                                <p:childTnLst>
                                  <p:par>
                                    <p:cTn id="72" presetID="6" presetClass="emph" presetSubtype="0" repeatCount="indefinite" autoRev="1" fill="hold" grpId="2" nodeType="afterEffect">
                                      <p:stCondLst>
                                        <p:cond delay="0"/>
                                      </p:stCondLst>
                                      <p:endCondLst>
                                        <p:cond evt="onNext" delay="0">
                                          <p:tgtEl>
                                            <p:sldTgt/>
                                          </p:tgtEl>
                                        </p:cond>
                                      </p:endCondLst>
                                      <p:childTnLst>
                                        <p:animScale>
                                          <p:cBhvr>
                                            <p:cTn id="73" dur="500" fill="hold"/>
                                            <p:tgtEl>
                                              <p:spTgt spid="33"/>
                                            </p:tgtEl>
                                          </p:cBhvr>
                                          <p:by x="90000" y="90000"/>
                                        </p:animScale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>
                    <p:cTn id="74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37"/>
                    </p:tgtEl>
                  </p:cMediaNode>
                </p:audio>
              </p:childTnLst>
            </p:cTn>
          </p:par>
        </p:tnLst>
        <p:bldLst>
          <p:bldP spid="2" grpId="0"/>
          <p:bldP spid="2" grpId="1"/>
          <p:bldP spid="8" grpId="0"/>
          <p:bldP spid="8" grpId="1"/>
          <p:bldP spid="7" grpId="0"/>
          <p:bldP spid="7" grpId="1"/>
          <p:bldP spid="6" grpId="0"/>
          <p:bldP spid="6" grpId="1"/>
          <p:bldP spid="5" grpId="0"/>
          <p:bldP spid="5" grpId="1"/>
          <p:bldP spid="4" grpId="0"/>
          <p:bldP spid="4" grpId="1"/>
          <p:bldP spid="3" grpId="0"/>
          <p:bldP spid="3" grpId="1"/>
          <p:bldP spid="33" grpId="0" animBg="1"/>
          <p:bldP spid="33" grpId="1" animBg="1"/>
          <p:bldP spid="33" grpId="2" animBg="1"/>
        </p:bldLst>
      </p:timing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C00000"/>
            </a:gs>
            <a:gs pos="100000">
              <a:schemeClr val="tx1">
                <a:lumMod val="85000"/>
                <a:lumOff val="15000"/>
              </a:schemeClr>
            </a:gs>
          </a:gsLst>
          <a:lin ang="81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7">
            <a:extLst>
              <a:ext uri="{FF2B5EF4-FFF2-40B4-BE49-F238E27FC236}">
                <a16:creationId xmlns:a16="http://schemas.microsoft.com/office/drawing/2014/main" id="{AF47984B-59F1-7176-A115-158B29114E0E}"/>
              </a:ext>
            </a:extLst>
          </p:cNvPr>
          <p:cNvSpPr txBox="1"/>
          <p:nvPr/>
        </p:nvSpPr>
        <p:spPr>
          <a:xfrm>
            <a:off x="8746332" y="-11965950"/>
            <a:ext cx="1005403" cy="16342935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9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8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7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5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4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3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2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1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</p:txBody>
      </p:sp>
      <p:sp>
        <p:nvSpPr>
          <p:cNvPr id="8" name="N6">
            <a:extLst>
              <a:ext uri="{FF2B5EF4-FFF2-40B4-BE49-F238E27FC236}">
                <a16:creationId xmlns:a16="http://schemas.microsoft.com/office/drawing/2014/main" id="{FE3BD9AB-7F50-A4B5-5F53-70354EF481F4}"/>
              </a:ext>
            </a:extLst>
          </p:cNvPr>
          <p:cNvSpPr txBox="1"/>
          <p:nvPr/>
        </p:nvSpPr>
        <p:spPr>
          <a:xfrm>
            <a:off x="7805114" y="2671817"/>
            <a:ext cx="1005403" cy="16342935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9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8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7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5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4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3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2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1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</p:txBody>
      </p:sp>
      <p:sp>
        <p:nvSpPr>
          <p:cNvPr id="7" name="N5">
            <a:extLst>
              <a:ext uri="{FF2B5EF4-FFF2-40B4-BE49-F238E27FC236}">
                <a16:creationId xmlns:a16="http://schemas.microsoft.com/office/drawing/2014/main" id="{D60E20A6-40DE-61FF-BC52-780641776D60}"/>
              </a:ext>
            </a:extLst>
          </p:cNvPr>
          <p:cNvSpPr txBox="1"/>
          <p:nvPr/>
        </p:nvSpPr>
        <p:spPr>
          <a:xfrm>
            <a:off x="6863896" y="-11965950"/>
            <a:ext cx="1005403" cy="16342935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9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8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7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5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4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3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2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1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</p:txBody>
      </p:sp>
      <p:sp>
        <p:nvSpPr>
          <p:cNvPr id="6" name="N4">
            <a:extLst>
              <a:ext uri="{FF2B5EF4-FFF2-40B4-BE49-F238E27FC236}">
                <a16:creationId xmlns:a16="http://schemas.microsoft.com/office/drawing/2014/main" id="{B55EA620-A448-2ACD-AF8D-A6933BC4F87F}"/>
              </a:ext>
            </a:extLst>
          </p:cNvPr>
          <p:cNvSpPr txBox="1"/>
          <p:nvPr/>
        </p:nvSpPr>
        <p:spPr>
          <a:xfrm>
            <a:off x="5546009" y="2671817"/>
            <a:ext cx="1005403" cy="16342935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9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8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7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5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4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3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2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1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</p:txBody>
      </p:sp>
      <p:sp>
        <p:nvSpPr>
          <p:cNvPr id="5" name="N3">
            <a:extLst>
              <a:ext uri="{FF2B5EF4-FFF2-40B4-BE49-F238E27FC236}">
                <a16:creationId xmlns:a16="http://schemas.microsoft.com/office/drawing/2014/main" id="{EAC23BB9-25AA-23D1-BBA8-4E96A8121B22}"/>
              </a:ext>
            </a:extLst>
          </p:cNvPr>
          <p:cNvSpPr txBox="1"/>
          <p:nvPr/>
        </p:nvSpPr>
        <p:spPr>
          <a:xfrm>
            <a:off x="4604791" y="-11965950"/>
            <a:ext cx="1005403" cy="16342935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9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8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7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5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4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3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2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1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</p:txBody>
      </p:sp>
      <p:sp>
        <p:nvSpPr>
          <p:cNvPr id="4" name="N2">
            <a:extLst>
              <a:ext uri="{FF2B5EF4-FFF2-40B4-BE49-F238E27FC236}">
                <a16:creationId xmlns:a16="http://schemas.microsoft.com/office/drawing/2014/main" id="{95EF8A55-2A5D-C739-62DE-9F54AB9D7812}"/>
              </a:ext>
            </a:extLst>
          </p:cNvPr>
          <p:cNvSpPr txBox="1"/>
          <p:nvPr/>
        </p:nvSpPr>
        <p:spPr>
          <a:xfrm>
            <a:off x="3663573" y="2671817"/>
            <a:ext cx="1005403" cy="16342935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9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8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7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5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4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3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2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1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</p:txBody>
      </p:sp>
      <p:sp>
        <p:nvSpPr>
          <p:cNvPr id="3" name="N1">
            <a:extLst>
              <a:ext uri="{FF2B5EF4-FFF2-40B4-BE49-F238E27FC236}">
                <a16:creationId xmlns:a16="http://schemas.microsoft.com/office/drawing/2014/main" id="{321860B9-DC15-351B-F334-054EAF2E4D85}"/>
              </a:ext>
            </a:extLst>
          </p:cNvPr>
          <p:cNvSpPr txBox="1"/>
          <p:nvPr/>
        </p:nvSpPr>
        <p:spPr>
          <a:xfrm>
            <a:off x="2446833" y="-11965950"/>
            <a:ext cx="1005403" cy="16342935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9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8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7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5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4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3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2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1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</p:txBody>
      </p:sp>
      <p:grpSp>
        <p:nvGrpSpPr>
          <p:cNvPr id="34" name="!!mascara">
            <a:extLst>
              <a:ext uri="{FF2B5EF4-FFF2-40B4-BE49-F238E27FC236}">
                <a16:creationId xmlns:a16="http://schemas.microsoft.com/office/drawing/2014/main" id="{C287DD8F-17E0-D7CA-89A4-3F01919A018C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 useBgFill="1">
          <p:nvSpPr>
            <p:cNvPr id="9" name="Forma Livre: Forma 8">
              <a:extLst>
                <a:ext uri="{FF2B5EF4-FFF2-40B4-BE49-F238E27FC236}">
                  <a16:creationId xmlns:a16="http://schemas.microsoft.com/office/drawing/2014/main" id="{43DD7F38-D131-0688-54CD-A4DDB6A95DE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0"/>
              <a:ext cx="12192000" cy="6858000"/>
            </a:xfrm>
            <a:custGeom>
              <a:avLst/>
              <a:gdLst>
                <a:gd name="connsiteX0" fmla="*/ 2566220 w 12192000"/>
                <a:gd name="connsiteY0" fmla="*/ 2632290 h 6858000"/>
                <a:gd name="connsiteX1" fmla="*/ 2322443 w 12192000"/>
                <a:gd name="connsiteY1" fmla="*/ 2876067 h 6858000"/>
                <a:gd name="connsiteX2" fmla="*/ 2322443 w 12192000"/>
                <a:gd name="connsiteY2" fmla="*/ 3851145 h 6858000"/>
                <a:gd name="connsiteX3" fmla="*/ 2566220 w 12192000"/>
                <a:gd name="connsiteY3" fmla="*/ 4094922 h 6858000"/>
                <a:gd name="connsiteX4" fmla="*/ 9625780 w 12192000"/>
                <a:gd name="connsiteY4" fmla="*/ 4094922 h 6858000"/>
                <a:gd name="connsiteX5" fmla="*/ 9869557 w 12192000"/>
                <a:gd name="connsiteY5" fmla="*/ 3851145 h 6858000"/>
                <a:gd name="connsiteX6" fmla="*/ 9869557 w 12192000"/>
                <a:gd name="connsiteY6" fmla="*/ 2876067 h 6858000"/>
                <a:gd name="connsiteX7" fmla="*/ 9625780 w 12192000"/>
                <a:gd name="connsiteY7" fmla="*/ 2632290 h 6858000"/>
                <a:gd name="connsiteX8" fmla="*/ 0 w 12192000"/>
                <a:gd name="connsiteY8" fmla="*/ 0 h 6858000"/>
                <a:gd name="connsiteX9" fmla="*/ 12192000 w 12192000"/>
                <a:gd name="connsiteY9" fmla="*/ 0 h 6858000"/>
                <a:gd name="connsiteX10" fmla="*/ 12192000 w 12192000"/>
                <a:gd name="connsiteY10" fmla="*/ 6858000 h 6858000"/>
                <a:gd name="connsiteX11" fmla="*/ 0 w 12192000"/>
                <a:gd name="connsiteY11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192000" h="6858000">
                  <a:moveTo>
                    <a:pt x="2566220" y="2632290"/>
                  </a:moveTo>
                  <a:cubicBezTo>
                    <a:pt x="2431586" y="2632290"/>
                    <a:pt x="2322443" y="2741433"/>
                    <a:pt x="2322443" y="2876067"/>
                  </a:cubicBezTo>
                  <a:lnTo>
                    <a:pt x="2322443" y="3851145"/>
                  </a:lnTo>
                  <a:cubicBezTo>
                    <a:pt x="2322443" y="3985779"/>
                    <a:pt x="2431586" y="4094922"/>
                    <a:pt x="2566220" y="4094922"/>
                  </a:cubicBezTo>
                  <a:lnTo>
                    <a:pt x="9625780" y="4094922"/>
                  </a:lnTo>
                  <a:cubicBezTo>
                    <a:pt x="9760414" y="4094922"/>
                    <a:pt x="9869557" y="3985779"/>
                    <a:pt x="9869557" y="3851145"/>
                  </a:cubicBezTo>
                  <a:lnTo>
                    <a:pt x="9869557" y="2876067"/>
                  </a:lnTo>
                  <a:cubicBezTo>
                    <a:pt x="9869557" y="2741433"/>
                    <a:pt x="9760414" y="2632290"/>
                    <a:pt x="9625780" y="2632290"/>
                  </a:cubicBezTo>
                  <a:close/>
                  <a:moveTo>
                    <a:pt x="0" y="0"/>
                  </a:moveTo>
                  <a:lnTo>
                    <a:pt x="12192000" y="0"/>
                  </a:lnTo>
                  <a:lnTo>
                    <a:pt x="12192000" y="6858000"/>
                  </a:lnTo>
                  <a:lnTo>
                    <a:pt x="0" y="6858000"/>
                  </a:lnTo>
                  <a:close/>
                </a:path>
              </a:pathLst>
            </a:custGeom>
            <a:ln>
              <a:noFill/>
            </a:ln>
            <a:effectLst>
              <a:outerShdw blurRad="3810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0" name="CaixaDeTexto 9">
              <a:extLst>
                <a:ext uri="{FF2B5EF4-FFF2-40B4-BE49-F238E27FC236}">
                  <a16:creationId xmlns:a16="http://schemas.microsoft.com/office/drawing/2014/main" id="{4014AAB1-279C-87A1-6A54-69E5927AF183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40326" y="330615"/>
              <a:ext cx="11111348" cy="985530"/>
            </a:xfrm>
            <a:prstGeom prst="roundRect">
              <a:avLst>
                <a:gd name="adj" fmla="val 26924"/>
              </a:avLst>
            </a:prstGeom>
            <a:solidFill>
              <a:srgbClr val="FFC000"/>
            </a:solidFill>
            <a:ln w="19050">
              <a:noFill/>
            </a:ln>
            <a:effectLst>
              <a:outerShdw blurRad="635000" dist="2540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 anchorCtr="1"/>
            <a:lstStyle>
              <a:defPPr>
                <a:defRPr lang="pt-BR"/>
              </a:defPPr>
              <a:lvl1pPr algn="ctr">
                <a:defRPr b="1">
                  <a:ln w="3175">
                    <a:noFill/>
                  </a:ln>
                  <a:solidFill>
                    <a:srgbClr val="FF0000"/>
                  </a:solidFill>
                  <a:latin typeface="Arial Narrow" panose="020B0606020202030204" pitchFamily="34" charset="0"/>
                  <a:ea typeface="Open Sans Extrabold" panose="020B0906030804020204" pitchFamily="34" charset="0"/>
                  <a:cs typeface="Arial" panose="020B0604020202020204" pitchFamily="34" charset="0"/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4400" b="1" i="0" u="none" strike="noStrike" kern="1200" cap="none" spc="600" normalizeH="0" baseline="0" noProof="0">
                  <a:ln w="3175"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Open Sans Extrabold" panose="020B0906030804020204" pitchFamily="34" charset="0"/>
                  <a:cs typeface="Arial" panose="020B0604020202020204" pitchFamily="34" charset="0"/>
                </a:rPr>
                <a:t>VOCÊ ERROU!</a:t>
              </a:r>
            </a:p>
          </p:txBody>
        </p:sp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6893B8BF-F8F5-DB56-E87C-8ED5CBA7FCB6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226072" y="2180704"/>
              <a:ext cx="206883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24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Arial" panose="020B0604020202020204" pitchFamily="34" charset="0"/>
                </a:rPr>
                <a:t>Você ganhou:</a:t>
              </a:r>
            </a:p>
          </p:txBody>
        </p:sp>
        <p:sp>
          <p:nvSpPr>
            <p:cNvPr id="12" name="CaixaDeTexto 11">
              <a:extLst>
                <a:ext uri="{FF2B5EF4-FFF2-40B4-BE49-F238E27FC236}">
                  <a16:creationId xmlns:a16="http://schemas.microsoft.com/office/drawing/2014/main" id="{E77C9F72-334E-862C-ACF5-323EF2E8C72C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667254" y="2555761"/>
              <a:ext cx="64472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28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R$</a:t>
              </a:r>
            </a:p>
          </p:txBody>
        </p:sp>
        <p:sp>
          <p:nvSpPr>
            <p:cNvPr id="13" name="Elipse 12">
              <a:extLst>
                <a:ext uri="{FF2B5EF4-FFF2-40B4-BE49-F238E27FC236}">
                  <a16:creationId xmlns:a16="http://schemas.microsoft.com/office/drawing/2014/main" id="{D879FEC9-3C93-4084-1DC0-039C3A2FA1A8}"/>
                </a:ext>
              </a:extLst>
            </p:cNvPr>
            <p:cNvSpPr>
              <a:spLocks noGrp="1" noRot="1" noChangeAspect="1" noMove="1" noResize="1" noEditPoints="1" noAdjustHandles="1" noChangeArrowheads="1" noChangeShapeType="1"/>
            </p:cNvSpPr>
            <p:nvPr/>
          </p:nvSpPr>
          <p:spPr>
            <a:xfrm>
              <a:off x="3480684" y="3646074"/>
              <a:ext cx="180000" cy="180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4" name="Elipse 13">
              <a:extLst>
                <a:ext uri="{FF2B5EF4-FFF2-40B4-BE49-F238E27FC236}">
                  <a16:creationId xmlns:a16="http://schemas.microsoft.com/office/drawing/2014/main" id="{4014B435-FE21-6F3F-D0A3-96A450E125B7}"/>
                </a:ext>
              </a:extLst>
            </p:cNvPr>
            <p:cNvSpPr>
              <a:spLocks noGrp="1" noRot="1" noChangeAspect="1" noMove="1" noResize="1" noEditPoints="1" noAdjustHandles="1" noChangeArrowheads="1" noChangeShapeType="1"/>
            </p:cNvSpPr>
            <p:nvPr/>
          </p:nvSpPr>
          <p:spPr>
            <a:xfrm>
              <a:off x="6610570" y="3646074"/>
              <a:ext cx="180000" cy="180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grpSp>
        <p:nvGrpSpPr>
          <p:cNvPr id="15" name="barra de progresso">
            <a:extLst>
              <a:ext uri="{FF2B5EF4-FFF2-40B4-BE49-F238E27FC236}">
                <a16:creationId xmlns:a16="http://schemas.microsoft.com/office/drawing/2014/main" id="{D7DF4F7E-B4C8-F5D8-B5B0-9D68AE4528F9}"/>
              </a:ext>
            </a:extLst>
          </p:cNvPr>
          <p:cNvGrpSpPr/>
          <p:nvPr/>
        </p:nvGrpSpPr>
        <p:grpSpPr>
          <a:xfrm>
            <a:off x="540326" y="6168042"/>
            <a:ext cx="11111348" cy="216000"/>
            <a:chOff x="540326" y="6168042"/>
            <a:chExt cx="11111348" cy="216000"/>
          </a:xfrm>
        </p:grpSpPr>
        <p:sp useBgFill="1">
          <p:nvSpPr>
            <p:cNvPr id="16" name="Retângulo: Cantos Arredondados 15">
              <a:extLst>
                <a:ext uri="{FF2B5EF4-FFF2-40B4-BE49-F238E27FC236}">
                  <a16:creationId xmlns:a16="http://schemas.microsoft.com/office/drawing/2014/main" id="{645F6494-8FFC-74C9-3BEE-6344C16689C9}"/>
                </a:ext>
              </a:extLst>
            </p:cNvPr>
            <p:cNvSpPr/>
            <p:nvPr/>
          </p:nvSpPr>
          <p:spPr>
            <a:xfrm>
              <a:off x="540326" y="6168042"/>
              <a:ext cx="540000" cy="216000"/>
            </a:xfrm>
            <a:prstGeom prst="roundRect">
              <a:avLst>
                <a:gd name="adj" fmla="val 50000"/>
              </a:avLst>
            </a:prstGeom>
            <a:ln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17" name="Retângulo: Cantos Arredondados 16">
              <a:extLst>
                <a:ext uri="{FF2B5EF4-FFF2-40B4-BE49-F238E27FC236}">
                  <a16:creationId xmlns:a16="http://schemas.microsoft.com/office/drawing/2014/main" id="{D0360543-989E-44E5-018D-E2B5E5E7950A}"/>
                </a:ext>
              </a:extLst>
            </p:cNvPr>
            <p:cNvSpPr/>
            <p:nvPr/>
          </p:nvSpPr>
          <p:spPr>
            <a:xfrm>
              <a:off x="1245083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18" name="Retângulo: Cantos Arredondados 17">
              <a:extLst>
                <a:ext uri="{FF2B5EF4-FFF2-40B4-BE49-F238E27FC236}">
                  <a16:creationId xmlns:a16="http://schemas.microsoft.com/office/drawing/2014/main" id="{832CD0D4-B00B-66F6-AC8B-2047BB5D1C88}"/>
                </a:ext>
              </a:extLst>
            </p:cNvPr>
            <p:cNvSpPr/>
            <p:nvPr/>
          </p:nvSpPr>
          <p:spPr>
            <a:xfrm>
              <a:off x="1949840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19" name="Retângulo: Cantos Arredondados 18">
              <a:extLst>
                <a:ext uri="{FF2B5EF4-FFF2-40B4-BE49-F238E27FC236}">
                  <a16:creationId xmlns:a16="http://schemas.microsoft.com/office/drawing/2014/main" id="{09C5ED91-4829-2188-7144-57BB65B5895C}"/>
                </a:ext>
              </a:extLst>
            </p:cNvPr>
            <p:cNvSpPr/>
            <p:nvPr/>
          </p:nvSpPr>
          <p:spPr>
            <a:xfrm>
              <a:off x="2654597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20" name="Retângulo: Cantos Arredondados 19">
              <a:extLst>
                <a:ext uri="{FF2B5EF4-FFF2-40B4-BE49-F238E27FC236}">
                  <a16:creationId xmlns:a16="http://schemas.microsoft.com/office/drawing/2014/main" id="{B5F9D68A-2A87-C90C-1D98-7737129DB43B}"/>
                </a:ext>
              </a:extLst>
            </p:cNvPr>
            <p:cNvSpPr/>
            <p:nvPr/>
          </p:nvSpPr>
          <p:spPr>
            <a:xfrm>
              <a:off x="3359354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21" name="Retângulo: Cantos Arredondados 20">
              <a:extLst>
                <a:ext uri="{FF2B5EF4-FFF2-40B4-BE49-F238E27FC236}">
                  <a16:creationId xmlns:a16="http://schemas.microsoft.com/office/drawing/2014/main" id="{A3EAB60E-42B2-0210-E6AD-787A54CF5E6B}"/>
                </a:ext>
              </a:extLst>
            </p:cNvPr>
            <p:cNvSpPr/>
            <p:nvPr/>
          </p:nvSpPr>
          <p:spPr>
            <a:xfrm>
              <a:off x="4064111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22" name="Retângulo: Cantos Arredondados 21">
              <a:extLst>
                <a:ext uri="{FF2B5EF4-FFF2-40B4-BE49-F238E27FC236}">
                  <a16:creationId xmlns:a16="http://schemas.microsoft.com/office/drawing/2014/main" id="{7805FE38-3DA6-AA69-5A21-5FDF35D7E06F}"/>
                </a:ext>
              </a:extLst>
            </p:cNvPr>
            <p:cNvSpPr/>
            <p:nvPr/>
          </p:nvSpPr>
          <p:spPr>
            <a:xfrm>
              <a:off x="4768868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23" name="Retângulo: Cantos Arredondados 22">
              <a:extLst>
                <a:ext uri="{FF2B5EF4-FFF2-40B4-BE49-F238E27FC236}">
                  <a16:creationId xmlns:a16="http://schemas.microsoft.com/office/drawing/2014/main" id="{2F3233F8-5476-5095-85DB-1E53D02FFF73}"/>
                </a:ext>
              </a:extLst>
            </p:cNvPr>
            <p:cNvSpPr/>
            <p:nvPr/>
          </p:nvSpPr>
          <p:spPr>
            <a:xfrm>
              <a:off x="5473625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24" name="Retângulo: Cantos Arredondados 23">
              <a:extLst>
                <a:ext uri="{FF2B5EF4-FFF2-40B4-BE49-F238E27FC236}">
                  <a16:creationId xmlns:a16="http://schemas.microsoft.com/office/drawing/2014/main" id="{BE1456AE-ED2B-72A9-D02A-1CD0F978D85D}"/>
                </a:ext>
              </a:extLst>
            </p:cNvPr>
            <p:cNvSpPr/>
            <p:nvPr/>
          </p:nvSpPr>
          <p:spPr>
            <a:xfrm>
              <a:off x="6178382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25" name="Retângulo: Cantos Arredondados 24">
              <a:extLst>
                <a:ext uri="{FF2B5EF4-FFF2-40B4-BE49-F238E27FC236}">
                  <a16:creationId xmlns:a16="http://schemas.microsoft.com/office/drawing/2014/main" id="{4755B973-D05B-1281-55E7-74B61C8A4505}"/>
                </a:ext>
              </a:extLst>
            </p:cNvPr>
            <p:cNvSpPr/>
            <p:nvPr/>
          </p:nvSpPr>
          <p:spPr>
            <a:xfrm>
              <a:off x="6883139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26" name="Retângulo: Cantos Arredondados 25">
              <a:extLst>
                <a:ext uri="{FF2B5EF4-FFF2-40B4-BE49-F238E27FC236}">
                  <a16:creationId xmlns:a16="http://schemas.microsoft.com/office/drawing/2014/main" id="{23BB2712-A117-128D-132B-22540621C404}"/>
                </a:ext>
              </a:extLst>
            </p:cNvPr>
            <p:cNvSpPr/>
            <p:nvPr/>
          </p:nvSpPr>
          <p:spPr>
            <a:xfrm>
              <a:off x="7587896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27" name="Retângulo: Cantos Arredondados 26">
              <a:extLst>
                <a:ext uri="{FF2B5EF4-FFF2-40B4-BE49-F238E27FC236}">
                  <a16:creationId xmlns:a16="http://schemas.microsoft.com/office/drawing/2014/main" id="{1F3E133E-5E8D-EA78-A60D-62DE8FA3C825}"/>
                </a:ext>
              </a:extLst>
            </p:cNvPr>
            <p:cNvSpPr/>
            <p:nvPr/>
          </p:nvSpPr>
          <p:spPr>
            <a:xfrm>
              <a:off x="8292653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28" name="Retângulo: Cantos Arredondados 27">
              <a:extLst>
                <a:ext uri="{FF2B5EF4-FFF2-40B4-BE49-F238E27FC236}">
                  <a16:creationId xmlns:a16="http://schemas.microsoft.com/office/drawing/2014/main" id="{52F08055-4C07-9D7D-B51F-6C5520201AFF}"/>
                </a:ext>
              </a:extLst>
            </p:cNvPr>
            <p:cNvSpPr/>
            <p:nvPr/>
          </p:nvSpPr>
          <p:spPr>
            <a:xfrm>
              <a:off x="8997410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29" name="Retângulo: Cantos Arredondados 28">
              <a:extLst>
                <a:ext uri="{FF2B5EF4-FFF2-40B4-BE49-F238E27FC236}">
                  <a16:creationId xmlns:a16="http://schemas.microsoft.com/office/drawing/2014/main" id="{915F56B7-CB97-B128-3798-360BFADDFBFE}"/>
                </a:ext>
              </a:extLst>
            </p:cNvPr>
            <p:cNvSpPr/>
            <p:nvPr/>
          </p:nvSpPr>
          <p:spPr>
            <a:xfrm>
              <a:off x="9702167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30" name="Retângulo: Cantos Arredondados 29">
              <a:extLst>
                <a:ext uri="{FF2B5EF4-FFF2-40B4-BE49-F238E27FC236}">
                  <a16:creationId xmlns:a16="http://schemas.microsoft.com/office/drawing/2014/main" id="{6422418E-AA0B-8E26-FC84-D410772659AF}"/>
                </a:ext>
              </a:extLst>
            </p:cNvPr>
            <p:cNvSpPr/>
            <p:nvPr/>
          </p:nvSpPr>
          <p:spPr>
            <a:xfrm>
              <a:off x="10406924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31" name="Retângulo: Cantos Arredondados 30">
              <a:extLst>
                <a:ext uri="{FF2B5EF4-FFF2-40B4-BE49-F238E27FC236}">
                  <a16:creationId xmlns:a16="http://schemas.microsoft.com/office/drawing/2014/main" id="{E640292C-BE19-1E3C-A127-339B803D0EC0}"/>
                </a:ext>
              </a:extLst>
            </p:cNvPr>
            <p:cNvSpPr/>
            <p:nvPr/>
          </p:nvSpPr>
          <p:spPr>
            <a:xfrm>
              <a:off x="11111674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pic>
        <p:nvPicPr>
          <p:cNvPr id="32" name="emoji">
            <a:extLst>
              <a:ext uri="{FF2B5EF4-FFF2-40B4-BE49-F238E27FC236}">
                <a16:creationId xmlns:a16="http://schemas.microsoft.com/office/drawing/2014/main" id="{D5E21F0E-C48A-B95C-AD66-20556A0DDDF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343083" y="1938181"/>
            <a:ext cx="1085856" cy="1085856"/>
          </a:xfrm>
          <a:prstGeom prst="rect">
            <a:avLst/>
          </a:prstGeom>
          <a:effectLst>
            <a:outerShdw blurRad="635000" dist="190500" dir="2700000" algn="tl" rotWithShape="0">
              <a:prstClr val="black">
                <a:alpha val="60000"/>
              </a:prstClr>
            </a:outerShdw>
          </a:effectLst>
        </p:spPr>
      </p:pic>
      <p:pic>
        <p:nvPicPr>
          <p:cNvPr id="37" name="que pena, vc errou">
            <a:hlinkClick r:id="" action="ppaction://media"/>
            <a:extLst>
              <a:ext uri="{FF2B5EF4-FFF2-40B4-BE49-F238E27FC236}">
                <a16:creationId xmlns:a16="http://schemas.microsoft.com/office/drawing/2014/main" id="{E7877330-4976-EF07-7A6B-DC501CA5A40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-772973" y="206871"/>
            <a:ext cx="509587" cy="509587"/>
          </a:xfrm>
          <a:prstGeom prst="rect">
            <a:avLst/>
          </a:prstGeom>
        </p:spPr>
      </p:pic>
      <p:sp>
        <p:nvSpPr>
          <p:cNvPr id="33" name="Botaão Próxima">
            <a:hlinkClick r:id="rId7" action="ppaction://hlinksldjump"/>
            <a:extLst>
              <a:ext uri="{FF2B5EF4-FFF2-40B4-BE49-F238E27FC236}">
                <a16:creationId xmlns:a16="http://schemas.microsoft.com/office/drawing/2014/main" id="{53474A7E-3077-C8C5-1005-C2DA17EEE819}"/>
              </a:ext>
            </a:extLst>
          </p:cNvPr>
          <p:cNvSpPr/>
          <p:nvPr/>
        </p:nvSpPr>
        <p:spPr>
          <a:xfrm>
            <a:off x="9051455" y="5367405"/>
            <a:ext cx="2330219" cy="540000"/>
          </a:xfrm>
          <a:prstGeom prst="roundRect">
            <a:avLst/>
          </a:prstGeom>
          <a:gradFill flip="none" rotWithShape="1">
            <a:gsLst>
              <a:gs pos="0">
                <a:schemeClr val="accent6"/>
              </a:gs>
              <a:gs pos="59000">
                <a:schemeClr val="accent6">
                  <a:lumMod val="75000"/>
                </a:schemeClr>
              </a:gs>
              <a:gs pos="100000">
                <a:schemeClr val="accent6">
                  <a:lumMod val="50000"/>
                </a:schemeClr>
              </a:gs>
            </a:gsLst>
            <a:lin ang="19200000" scaled="0"/>
            <a:tileRect/>
          </a:gradFill>
          <a:ln w="19050">
            <a:solidFill>
              <a:schemeClr val="bg1"/>
            </a:solidFill>
          </a:ln>
          <a:effectLst>
            <a:outerShdw blurRad="381000" dist="1270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rIns="108000" rtlCol="0" anchor="ctr"/>
          <a:lstStyle/>
          <a:p>
            <a:pPr algn="ctr"/>
            <a:r>
              <a:rPr lang="pt-BR" sz="1400" b="1" dirty="0">
                <a:ln w="3175">
                  <a:noFill/>
                </a:ln>
                <a:effectLst>
                  <a:outerShdw blurRad="1270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Arial" panose="020B0604020202020204" pitchFamily="34" charset="0"/>
                <a:ea typeface="Open Sans Extrabold" panose="020B0906030804020204" pitchFamily="34" charset="0"/>
                <a:cs typeface="Arial" panose="020B0604020202020204" pitchFamily="34" charset="0"/>
              </a:rPr>
              <a:t>Voltar</a:t>
            </a:r>
          </a:p>
        </p:txBody>
      </p:sp>
    </p:spTree>
    <p:extLst>
      <p:ext uri="{BB962C8B-B14F-4D97-AF65-F5344CB8AC3E}">
        <p14:creationId xmlns:p14="http://schemas.microsoft.com/office/powerpoint/2010/main" val="16668651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2040" fill="hold"/>
                                            <p:tgtEl>
                                              <p:spTgt spid="37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  <p:par>
                                    <p:cTn id="7" presetID="2" presetClass="entr" presetSubtype="4" fill="hold" grpId="0" nodeType="with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9" dur="20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10" dur="20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1" presetID="2" presetClass="entr" presetSubtype="1" fill="hold" grpId="0" nodeType="with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13" dur="20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14" dur="20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5" presetID="2" presetClass="entr" presetSubtype="4" fill="hold" grpId="0" nodeType="with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17" dur="20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18" dur="20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9" presetID="2" presetClass="entr" presetSubtype="1" fill="hold" grpId="0" nodeType="with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21" dur="20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22" dur="20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3" presetID="2" presetClass="entr" presetSubtype="4" fill="hold" grpId="0" nodeType="with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25" dur="20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26" dur="20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7" presetID="2" presetClass="entr" presetSubtype="1" fill="hold" grpId="0" nodeType="with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29" dur="20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30" dur="20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1" presetID="2" presetClass="entr" presetSubtype="4" fill="hold" grpId="0" nodeType="with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33" dur="20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34" dur="20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5" presetID="23" presetClass="entr" presetSubtype="32" fill="hold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7" dur="5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4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8" dur="5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4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9" presetID="22" presetClass="entr" presetSubtype="8" fill="hold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4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41" dur="1000"/>
                                            <p:tgtEl>
                                              <p:spTgt spid="1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2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43" dur="indefinite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44" dur="indefinite"/>
                                            <p:tgtEl>
                                              <p:spTgt spid="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5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46" dur="indefinite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47" dur="indefinite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8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49" dur="indefinite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50" dur="indefinite"/>
                                            <p:tgtEl>
                                              <p:spTgt spid="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1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52" dur="indefinite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53" dur="indefinite"/>
                                            <p:tgtEl>
                                              <p:spTgt spid="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4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55" dur="indefinite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56" dur="indefinite"/>
                                            <p:tgtEl>
                                              <p:spTgt spid="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7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58" dur="indefinite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59" dur="indefinite"/>
                                            <p:tgtEl>
                                              <p:spTgt spid="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0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61" dur="indefinite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62" dur="indefinite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63" fill="hold">
                                <p:stCondLst>
                                  <p:cond delay="2040"/>
                                </p:stCondLst>
                                <p:childTnLst>
                                  <p:par>
                                    <p:cTn id="64" presetID="5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66" dur="5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7" dur="5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68" dur="500"/>
                                            <p:tgtEl>
                                              <p:spTgt spid="3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9" presetID="42" presetClass="path" presetSubtype="0" accel="50000" decel="5000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8.33333E-7 -7.40741E-7 L -8.33333E-7 0.3206 " pathEditMode="relative" rAng="0" ptsTypes="AA">
                                          <p:cBhvr>
                                            <p:cTn id="70" dur="500" spd="-1000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16019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71" fill="hold">
                                <p:stCondLst>
                                  <p:cond delay="2540"/>
                                </p:stCondLst>
                                <p:childTnLst>
                                  <p:par>
                                    <p:cTn id="72" presetID="6" presetClass="emph" presetSubtype="0" repeatCount="indefinite" autoRev="1" fill="hold" grpId="2" nodeType="afterEffect">
                                      <p:stCondLst>
                                        <p:cond delay="0"/>
                                      </p:stCondLst>
                                      <p:endCondLst>
                                        <p:cond evt="onNext" delay="0">
                                          <p:tgtEl>
                                            <p:sldTgt/>
                                          </p:tgtEl>
                                        </p:cond>
                                      </p:endCondLst>
                                      <p:childTnLst>
                                        <p:animScale>
                                          <p:cBhvr>
                                            <p:cTn id="73" dur="500" fill="hold"/>
                                            <p:tgtEl>
                                              <p:spTgt spid="33"/>
                                            </p:tgtEl>
                                          </p:cBhvr>
                                          <p:by x="90000" y="90000"/>
                                        </p:animScale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>
                    <p:cTn id="74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37"/>
                    </p:tgtEl>
                  </p:cMediaNode>
                </p:audio>
              </p:childTnLst>
            </p:cTn>
          </p:par>
        </p:tnLst>
        <p:bldLst>
          <p:bldP spid="2" grpId="0"/>
          <p:bldP spid="2" grpId="1"/>
          <p:bldP spid="8" grpId="0"/>
          <p:bldP spid="8" grpId="1"/>
          <p:bldP spid="7" grpId="0"/>
          <p:bldP spid="7" grpId="1"/>
          <p:bldP spid="6" grpId="0"/>
          <p:bldP spid="6" grpId="1"/>
          <p:bldP spid="5" grpId="0"/>
          <p:bldP spid="5" grpId="1"/>
          <p:bldP spid="4" grpId="0"/>
          <p:bldP spid="4" grpId="1"/>
          <p:bldP spid="3" grpId="0"/>
          <p:bldP spid="3" grpId="1"/>
          <p:bldP spid="33" grpId="0" animBg="1"/>
          <p:bldP spid="33" grpId="1" animBg="1"/>
          <p:bldP spid="33" grpId="2" animBg="1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2040" fill="hold"/>
                                            <p:tgtEl>
                                              <p:spTgt spid="37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  <p:par>
                                    <p:cTn id="7" presetID="2" presetClass="entr" presetSubtype="4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9" dur="20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0" dur="20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1" presetID="2" presetClass="entr" presetSubtype="1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3" dur="20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4" dur="20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5" presetID="2" presetClass="entr" presetSubtype="4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7" dur="20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8" dur="20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9" presetID="2" presetClass="entr" presetSubtype="1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1" dur="20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2" dur="20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3" presetID="2" presetClass="entr" presetSubtype="4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5" dur="20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6" dur="20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7" presetID="2" presetClass="entr" presetSubtype="1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9" dur="20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0" dur="20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1" presetID="2" presetClass="entr" presetSubtype="4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3" dur="20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4" dur="20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5" presetID="23" presetClass="entr" presetSubtype="32" fill="hold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7" dur="5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4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8" dur="5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4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9" presetID="22" presetClass="entr" presetSubtype="8" fill="hold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4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41" dur="1000"/>
                                            <p:tgtEl>
                                              <p:spTgt spid="1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2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43" dur="indefinite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44" dur="indefinite"/>
                                            <p:tgtEl>
                                              <p:spTgt spid="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5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46" dur="indefinite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47" dur="indefinite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8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49" dur="indefinite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50" dur="indefinite"/>
                                            <p:tgtEl>
                                              <p:spTgt spid="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1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52" dur="indefinite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53" dur="indefinite"/>
                                            <p:tgtEl>
                                              <p:spTgt spid="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4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55" dur="indefinite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56" dur="indefinite"/>
                                            <p:tgtEl>
                                              <p:spTgt spid="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7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58" dur="indefinite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59" dur="indefinite"/>
                                            <p:tgtEl>
                                              <p:spTgt spid="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0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61" dur="indefinite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62" dur="indefinite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63" fill="hold">
                                <p:stCondLst>
                                  <p:cond delay="2040"/>
                                </p:stCondLst>
                                <p:childTnLst>
                                  <p:par>
                                    <p:cTn id="64" presetID="5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66" dur="5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7" dur="5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68" dur="500"/>
                                            <p:tgtEl>
                                              <p:spTgt spid="3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9" presetID="42" presetClass="path" presetSubtype="0" accel="50000" decel="5000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8.33333E-7 -7.40741E-7 L -8.33333E-7 0.3206 " pathEditMode="relative" rAng="0" ptsTypes="AA">
                                          <p:cBhvr>
                                            <p:cTn id="70" dur="500" spd="-1000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16019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71" fill="hold">
                                <p:stCondLst>
                                  <p:cond delay="2540"/>
                                </p:stCondLst>
                                <p:childTnLst>
                                  <p:par>
                                    <p:cTn id="72" presetID="6" presetClass="emph" presetSubtype="0" repeatCount="indefinite" autoRev="1" fill="hold" grpId="2" nodeType="afterEffect">
                                      <p:stCondLst>
                                        <p:cond delay="0"/>
                                      </p:stCondLst>
                                      <p:endCondLst>
                                        <p:cond evt="onNext" delay="0">
                                          <p:tgtEl>
                                            <p:sldTgt/>
                                          </p:tgtEl>
                                        </p:cond>
                                      </p:endCondLst>
                                      <p:childTnLst>
                                        <p:animScale>
                                          <p:cBhvr>
                                            <p:cTn id="73" dur="500" fill="hold"/>
                                            <p:tgtEl>
                                              <p:spTgt spid="33"/>
                                            </p:tgtEl>
                                          </p:cBhvr>
                                          <p:by x="90000" y="90000"/>
                                        </p:animScale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>
                    <p:cTn id="74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37"/>
                    </p:tgtEl>
                  </p:cMediaNode>
                </p:audio>
              </p:childTnLst>
            </p:cTn>
          </p:par>
        </p:tnLst>
        <p:bldLst>
          <p:bldP spid="2" grpId="0"/>
          <p:bldP spid="2" grpId="1"/>
          <p:bldP spid="8" grpId="0"/>
          <p:bldP spid="8" grpId="1"/>
          <p:bldP spid="7" grpId="0"/>
          <p:bldP spid="7" grpId="1"/>
          <p:bldP spid="6" grpId="0"/>
          <p:bldP spid="6" grpId="1"/>
          <p:bldP spid="5" grpId="0"/>
          <p:bldP spid="5" grpId="1"/>
          <p:bldP spid="4" grpId="0"/>
          <p:bldP spid="4" grpId="1"/>
          <p:bldP spid="3" grpId="0"/>
          <p:bldP spid="3" grpId="1"/>
          <p:bldP spid="33" grpId="0" animBg="1"/>
          <p:bldP spid="33" grpId="1" animBg="1"/>
          <p:bldP spid="33" grpId="2" animBg="1"/>
        </p:bldLst>
      </p:timing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C00000"/>
            </a:gs>
            <a:gs pos="100000">
              <a:schemeClr val="tx1">
                <a:lumMod val="85000"/>
                <a:lumOff val="15000"/>
              </a:schemeClr>
            </a:gs>
          </a:gsLst>
          <a:lin ang="81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7">
            <a:extLst>
              <a:ext uri="{FF2B5EF4-FFF2-40B4-BE49-F238E27FC236}">
                <a16:creationId xmlns:a16="http://schemas.microsoft.com/office/drawing/2014/main" id="{AF47984B-59F1-7176-A115-158B29114E0E}"/>
              </a:ext>
            </a:extLst>
          </p:cNvPr>
          <p:cNvSpPr txBox="1"/>
          <p:nvPr/>
        </p:nvSpPr>
        <p:spPr>
          <a:xfrm>
            <a:off x="8746332" y="-11965950"/>
            <a:ext cx="1005403" cy="16342935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9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8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7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5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4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3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2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1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</p:txBody>
      </p:sp>
      <p:sp>
        <p:nvSpPr>
          <p:cNvPr id="8" name="N6">
            <a:extLst>
              <a:ext uri="{FF2B5EF4-FFF2-40B4-BE49-F238E27FC236}">
                <a16:creationId xmlns:a16="http://schemas.microsoft.com/office/drawing/2014/main" id="{FE3BD9AB-7F50-A4B5-5F53-70354EF481F4}"/>
              </a:ext>
            </a:extLst>
          </p:cNvPr>
          <p:cNvSpPr txBox="1"/>
          <p:nvPr/>
        </p:nvSpPr>
        <p:spPr>
          <a:xfrm>
            <a:off x="7805114" y="2671817"/>
            <a:ext cx="1005403" cy="16342935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9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8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7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5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4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3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2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1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</p:txBody>
      </p:sp>
      <p:sp>
        <p:nvSpPr>
          <p:cNvPr id="7" name="N5">
            <a:extLst>
              <a:ext uri="{FF2B5EF4-FFF2-40B4-BE49-F238E27FC236}">
                <a16:creationId xmlns:a16="http://schemas.microsoft.com/office/drawing/2014/main" id="{D60E20A6-40DE-61FF-BC52-780641776D60}"/>
              </a:ext>
            </a:extLst>
          </p:cNvPr>
          <p:cNvSpPr txBox="1"/>
          <p:nvPr/>
        </p:nvSpPr>
        <p:spPr>
          <a:xfrm>
            <a:off x="6863896" y="-11965950"/>
            <a:ext cx="1005403" cy="16342935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9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8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7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5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4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3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2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1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</p:txBody>
      </p:sp>
      <p:sp>
        <p:nvSpPr>
          <p:cNvPr id="6" name="N4">
            <a:extLst>
              <a:ext uri="{FF2B5EF4-FFF2-40B4-BE49-F238E27FC236}">
                <a16:creationId xmlns:a16="http://schemas.microsoft.com/office/drawing/2014/main" id="{B55EA620-A448-2ACD-AF8D-A6933BC4F87F}"/>
              </a:ext>
            </a:extLst>
          </p:cNvPr>
          <p:cNvSpPr txBox="1"/>
          <p:nvPr/>
        </p:nvSpPr>
        <p:spPr>
          <a:xfrm>
            <a:off x="5546009" y="2671817"/>
            <a:ext cx="1005403" cy="16342935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9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8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7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5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4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3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2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1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</p:txBody>
      </p:sp>
      <p:sp>
        <p:nvSpPr>
          <p:cNvPr id="5" name="N3">
            <a:extLst>
              <a:ext uri="{FF2B5EF4-FFF2-40B4-BE49-F238E27FC236}">
                <a16:creationId xmlns:a16="http://schemas.microsoft.com/office/drawing/2014/main" id="{EAC23BB9-25AA-23D1-BBA8-4E96A8121B22}"/>
              </a:ext>
            </a:extLst>
          </p:cNvPr>
          <p:cNvSpPr txBox="1"/>
          <p:nvPr/>
        </p:nvSpPr>
        <p:spPr>
          <a:xfrm>
            <a:off x="4604791" y="-11965950"/>
            <a:ext cx="1005403" cy="16342935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9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8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7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5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4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3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2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1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</p:txBody>
      </p:sp>
      <p:sp>
        <p:nvSpPr>
          <p:cNvPr id="4" name="N2">
            <a:extLst>
              <a:ext uri="{FF2B5EF4-FFF2-40B4-BE49-F238E27FC236}">
                <a16:creationId xmlns:a16="http://schemas.microsoft.com/office/drawing/2014/main" id="{95EF8A55-2A5D-C739-62DE-9F54AB9D7812}"/>
              </a:ext>
            </a:extLst>
          </p:cNvPr>
          <p:cNvSpPr txBox="1"/>
          <p:nvPr/>
        </p:nvSpPr>
        <p:spPr>
          <a:xfrm>
            <a:off x="3663573" y="2671817"/>
            <a:ext cx="1005403" cy="16342935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9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8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7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5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4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3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2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1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</p:txBody>
      </p:sp>
      <p:sp>
        <p:nvSpPr>
          <p:cNvPr id="3" name="N1">
            <a:extLst>
              <a:ext uri="{FF2B5EF4-FFF2-40B4-BE49-F238E27FC236}">
                <a16:creationId xmlns:a16="http://schemas.microsoft.com/office/drawing/2014/main" id="{321860B9-DC15-351B-F334-054EAF2E4D85}"/>
              </a:ext>
            </a:extLst>
          </p:cNvPr>
          <p:cNvSpPr txBox="1"/>
          <p:nvPr/>
        </p:nvSpPr>
        <p:spPr>
          <a:xfrm>
            <a:off x="2446833" y="-11965950"/>
            <a:ext cx="1005403" cy="16342935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9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8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7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5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4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3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2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1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0</a:t>
            </a:r>
          </a:p>
        </p:txBody>
      </p:sp>
      <p:grpSp>
        <p:nvGrpSpPr>
          <p:cNvPr id="34" name="!!mascara">
            <a:extLst>
              <a:ext uri="{FF2B5EF4-FFF2-40B4-BE49-F238E27FC236}">
                <a16:creationId xmlns:a16="http://schemas.microsoft.com/office/drawing/2014/main" id="{C287DD8F-17E0-D7CA-89A4-3F01919A018C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 useBgFill="1">
          <p:nvSpPr>
            <p:cNvPr id="9" name="Forma Livre: Forma 8">
              <a:extLst>
                <a:ext uri="{FF2B5EF4-FFF2-40B4-BE49-F238E27FC236}">
                  <a16:creationId xmlns:a16="http://schemas.microsoft.com/office/drawing/2014/main" id="{43DD7F38-D131-0688-54CD-A4DDB6A95DE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0"/>
              <a:ext cx="12192000" cy="6858000"/>
            </a:xfrm>
            <a:custGeom>
              <a:avLst/>
              <a:gdLst>
                <a:gd name="connsiteX0" fmla="*/ 2566220 w 12192000"/>
                <a:gd name="connsiteY0" fmla="*/ 2632290 h 6858000"/>
                <a:gd name="connsiteX1" fmla="*/ 2322443 w 12192000"/>
                <a:gd name="connsiteY1" fmla="*/ 2876067 h 6858000"/>
                <a:gd name="connsiteX2" fmla="*/ 2322443 w 12192000"/>
                <a:gd name="connsiteY2" fmla="*/ 3851145 h 6858000"/>
                <a:gd name="connsiteX3" fmla="*/ 2566220 w 12192000"/>
                <a:gd name="connsiteY3" fmla="*/ 4094922 h 6858000"/>
                <a:gd name="connsiteX4" fmla="*/ 9625780 w 12192000"/>
                <a:gd name="connsiteY4" fmla="*/ 4094922 h 6858000"/>
                <a:gd name="connsiteX5" fmla="*/ 9869557 w 12192000"/>
                <a:gd name="connsiteY5" fmla="*/ 3851145 h 6858000"/>
                <a:gd name="connsiteX6" fmla="*/ 9869557 w 12192000"/>
                <a:gd name="connsiteY6" fmla="*/ 2876067 h 6858000"/>
                <a:gd name="connsiteX7" fmla="*/ 9625780 w 12192000"/>
                <a:gd name="connsiteY7" fmla="*/ 2632290 h 6858000"/>
                <a:gd name="connsiteX8" fmla="*/ 0 w 12192000"/>
                <a:gd name="connsiteY8" fmla="*/ 0 h 6858000"/>
                <a:gd name="connsiteX9" fmla="*/ 12192000 w 12192000"/>
                <a:gd name="connsiteY9" fmla="*/ 0 h 6858000"/>
                <a:gd name="connsiteX10" fmla="*/ 12192000 w 12192000"/>
                <a:gd name="connsiteY10" fmla="*/ 6858000 h 6858000"/>
                <a:gd name="connsiteX11" fmla="*/ 0 w 12192000"/>
                <a:gd name="connsiteY11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192000" h="6858000">
                  <a:moveTo>
                    <a:pt x="2566220" y="2632290"/>
                  </a:moveTo>
                  <a:cubicBezTo>
                    <a:pt x="2431586" y="2632290"/>
                    <a:pt x="2322443" y="2741433"/>
                    <a:pt x="2322443" y="2876067"/>
                  </a:cubicBezTo>
                  <a:lnTo>
                    <a:pt x="2322443" y="3851145"/>
                  </a:lnTo>
                  <a:cubicBezTo>
                    <a:pt x="2322443" y="3985779"/>
                    <a:pt x="2431586" y="4094922"/>
                    <a:pt x="2566220" y="4094922"/>
                  </a:cubicBezTo>
                  <a:lnTo>
                    <a:pt x="9625780" y="4094922"/>
                  </a:lnTo>
                  <a:cubicBezTo>
                    <a:pt x="9760414" y="4094922"/>
                    <a:pt x="9869557" y="3985779"/>
                    <a:pt x="9869557" y="3851145"/>
                  </a:cubicBezTo>
                  <a:lnTo>
                    <a:pt x="9869557" y="2876067"/>
                  </a:lnTo>
                  <a:cubicBezTo>
                    <a:pt x="9869557" y="2741433"/>
                    <a:pt x="9760414" y="2632290"/>
                    <a:pt x="9625780" y="2632290"/>
                  </a:cubicBezTo>
                  <a:close/>
                  <a:moveTo>
                    <a:pt x="0" y="0"/>
                  </a:moveTo>
                  <a:lnTo>
                    <a:pt x="12192000" y="0"/>
                  </a:lnTo>
                  <a:lnTo>
                    <a:pt x="12192000" y="6858000"/>
                  </a:lnTo>
                  <a:lnTo>
                    <a:pt x="0" y="6858000"/>
                  </a:lnTo>
                  <a:close/>
                </a:path>
              </a:pathLst>
            </a:custGeom>
            <a:ln>
              <a:noFill/>
            </a:ln>
            <a:effectLst>
              <a:outerShdw blurRad="3810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0" name="CaixaDeTexto 9">
              <a:extLst>
                <a:ext uri="{FF2B5EF4-FFF2-40B4-BE49-F238E27FC236}">
                  <a16:creationId xmlns:a16="http://schemas.microsoft.com/office/drawing/2014/main" id="{4014AAB1-279C-87A1-6A54-69E5927AF183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40326" y="330615"/>
              <a:ext cx="11111348" cy="985530"/>
            </a:xfrm>
            <a:prstGeom prst="roundRect">
              <a:avLst>
                <a:gd name="adj" fmla="val 26924"/>
              </a:avLst>
            </a:prstGeom>
            <a:solidFill>
              <a:srgbClr val="FFC000"/>
            </a:solidFill>
            <a:ln w="19050">
              <a:noFill/>
            </a:ln>
            <a:effectLst>
              <a:outerShdw blurRad="635000" dist="2540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 anchorCtr="1"/>
            <a:lstStyle>
              <a:defPPr>
                <a:defRPr lang="pt-BR"/>
              </a:defPPr>
              <a:lvl1pPr algn="ctr">
                <a:defRPr b="1">
                  <a:ln w="3175">
                    <a:noFill/>
                  </a:ln>
                  <a:solidFill>
                    <a:srgbClr val="FF0000"/>
                  </a:solidFill>
                  <a:latin typeface="Arial Narrow" panose="020B0606020202030204" pitchFamily="34" charset="0"/>
                  <a:ea typeface="Open Sans Extrabold" panose="020B0906030804020204" pitchFamily="34" charset="0"/>
                  <a:cs typeface="Arial" panose="020B0604020202020204" pitchFamily="34" charset="0"/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4400" b="1" i="0" u="none" strike="noStrike" kern="1200" cap="none" spc="600" normalizeH="0" baseline="0" noProof="0">
                  <a:ln w="3175"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Open Sans Extrabold" panose="020B0906030804020204" pitchFamily="34" charset="0"/>
                  <a:cs typeface="Arial" panose="020B0604020202020204" pitchFamily="34" charset="0"/>
                </a:rPr>
                <a:t>VOCÊ ERROU!</a:t>
              </a:r>
            </a:p>
          </p:txBody>
        </p:sp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6893B8BF-F8F5-DB56-E87C-8ED5CBA7FCB6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226072" y="2180704"/>
              <a:ext cx="206883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24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Arial" panose="020B0604020202020204" pitchFamily="34" charset="0"/>
                </a:rPr>
                <a:t>Você ganhou:</a:t>
              </a:r>
            </a:p>
          </p:txBody>
        </p:sp>
        <p:sp>
          <p:nvSpPr>
            <p:cNvPr id="12" name="CaixaDeTexto 11">
              <a:extLst>
                <a:ext uri="{FF2B5EF4-FFF2-40B4-BE49-F238E27FC236}">
                  <a16:creationId xmlns:a16="http://schemas.microsoft.com/office/drawing/2014/main" id="{E77C9F72-334E-862C-ACF5-323EF2E8C72C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667254" y="2555761"/>
              <a:ext cx="64472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28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R$</a:t>
              </a:r>
            </a:p>
          </p:txBody>
        </p:sp>
        <p:sp>
          <p:nvSpPr>
            <p:cNvPr id="13" name="Elipse 12">
              <a:extLst>
                <a:ext uri="{FF2B5EF4-FFF2-40B4-BE49-F238E27FC236}">
                  <a16:creationId xmlns:a16="http://schemas.microsoft.com/office/drawing/2014/main" id="{D879FEC9-3C93-4084-1DC0-039C3A2FA1A8}"/>
                </a:ext>
              </a:extLst>
            </p:cNvPr>
            <p:cNvSpPr>
              <a:spLocks noGrp="1" noRot="1" noChangeAspect="1" noMove="1" noResize="1" noEditPoints="1" noAdjustHandles="1" noChangeArrowheads="1" noChangeShapeType="1"/>
            </p:cNvSpPr>
            <p:nvPr/>
          </p:nvSpPr>
          <p:spPr>
            <a:xfrm>
              <a:off x="3480684" y="3646074"/>
              <a:ext cx="180000" cy="180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4" name="Elipse 13">
              <a:extLst>
                <a:ext uri="{FF2B5EF4-FFF2-40B4-BE49-F238E27FC236}">
                  <a16:creationId xmlns:a16="http://schemas.microsoft.com/office/drawing/2014/main" id="{4014B435-FE21-6F3F-D0A3-96A450E125B7}"/>
                </a:ext>
              </a:extLst>
            </p:cNvPr>
            <p:cNvSpPr>
              <a:spLocks noGrp="1" noRot="1" noChangeAspect="1" noMove="1" noResize="1" noEditPoints="1" noAdjustHandles="1" noChangeArrowheads="1" noChangeShapeType="1"/>
            </p:cNvSpPr>
            <p:nvPr/>
          </p:nvSpPr>
          <p:spPr>
            <a:xfrm>
              <a:off x="6610570" y="3646074"/>
              <a:ext cx="180000" cy="180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grpSp>
        <p:nvGrpSpPr>
          <p:cNvPr id="15" name="barra de progresso">
            <a:extLst>
              <a:ext uri="{FF2B5EF4-FFF2-40B4-BE49-F238E27FC236}">
                <a16:creationId xmlns:a16="http://schemas.microsoft.com/office/drawing/2014/main" id="{D7DF4F7E-B4C8-F5D8-B5B0-9D68AE4528F9}"/>
              </a:ext>
            </a:extLst>
          </p:cNvPr>
          <p:cNvGrpSpPr/>
          <p:nvPr/>
        </p:nvGrpSpPr>
        <p:grpSpPr>
          <a:xfrm>
            <a:off x="540326" y="6168042"/>
            <a:ext cx="11111348" cy="216000"/>
            <a:chOff x="540326" y="6168042"/>
            <a:chExt cx="11111348" cy="216000"/>
          </a:xfrm>
        </p:grpSpPr>
        <p:sp useBgFill="1">
          <p:nvSpPr>
            <p:cNvPr id="16" name="Retângulo: Cantos Arredondados 15">
              <a:extLst>
                <a:ext uri="{FF2B5EF4-FFF2-40B4-BE49-F238E27FC236}">
                  <a16:creationId xmlns:a16="http://schemas.microsoft.com/office/drawing/2014/main" id="{645F6494-8FFC-74C9-3BEE-6344C16689C9}"/>
                </a:ext>
              </a:extLst>
            </p:cNvPr>
            <p:cNvSpPr/>
            <p:nvPr/>
          </p:nvSpPr>
          <p:spPr>
            <a:xfrm>
              <a:off x="540326" y="6168042"/>
              <a:ext cx="540000" cy="216000"/>
            </a:xfrm>
            <a:prstGeom prst="roundRect">
              <a:avLst>
                <a:gd name="adj" fmla="val 50000"/>
              </a:avLst>
            </a:prstGeom>
            <a:ln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17" name="Retângulo: Cantos Arredondados 16">
              <a:extLst>
                <a:ext uri="{FF2B5EF4-FFF2-40B4-BE49-F238E27FC236}">
                  <a16:creationId xmlns:a16="http://schemas.microsoft.com/office/drawing/2014/main" id="{D0360543-989E-44E5-018D-E2B5E5E7950A}"/>
                </a:ext>
              </a:extLst>
            </p:cNvPr>
            <p:cNvSpPr/>
            <p:nvPr/>
          </p:nvSpPr>
          <p:spPr>
            <a:xfrm>
              <a:off x="1245083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18" name="Retângulo: Cantos Arredondados 17">
              <a:extLst>
                <a:ext uri="{FF2B5EF4-FFF2-40B4-BE49-F238E27FC236}">
                  <a16:creationId xmlns:a16="http://schemas.microsoft.com/office/drawing/2014/main" id="{832CD0D4-B00B-66F6-AC8B-2047BB5D1C88}"/>
                </a:ext>
              </a:extLst>
            </p:cNvPr>
            <p:cNvSpPr/>
            <p:nvPr/>
          </p:nvSpPr>
          <p:spPr>
            <a:xfrm>
              <a:off x="1949840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19" name="Retângulo: Cantos Arredondados 18">
              <a:extLst>
                <a:ext uri="{FF2B5EF4-FFF2-40B4-BE49-F238E27FC236}">
                  <a16:creationId xmlns:a16="http://schemas.microsoft.com/office/drawing/2014/main" id="{09C5ED91-4829-2188-7144-57BB65B5895C}"/>
                </a:ext>
              </a:extLst>
            </p:cNvPr>
            <p:cNvSpPr/>
            <p:nvPr/>
          </p:nvSpPr>
          <p:spPr>
            <a:xfrm>
              <a:off x="2654597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20" name="Retângulo: Cantos Arredondados 19">
              <a:extLst>
                <a:ext uri="{FF2B5EF4-FFF2-40B4-BE49-F238E27FC236}">
                  <a16:creationId xmlns:a16="http://schemas.microsoft.com/office/drawing/2014/main" id="{B5F9D68A-2A87-C90C-1D98-7737129DB43B}"/>
                </a:ext>
              </a:extLst>
            </p:cNvPr>
            <p:cNvSpPr/>
            <p:nvPr/>
          </p:nvSpPr>
          <p:spPr>
            <a:xfrm>
              <a:off x="3359354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21" name="Retângulo: Cantos Arredondados 20">
              <a:extLst>
                <a:ext uri="{FF2B5EF4-FFF2-40B4-BE49-F238E27FC236}">
                  <a16:creationId xmlns:a16="http://schemas.microsoft.com/office/drawing/2014/main" id="{A3EAB60E-42B2-0210-E6AD-787A54CF5E6B}"/>
                </a:ext>
              </a:extLst>
            </p:cNvPr>
            <p:cNvSpPr/>
            <p:nvPr/>
          </p:nvSpPr>
          <p:spPr>
            <a:xfrm>
              <a:off x="4064111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22" name="Retângulo: Cantos Arredondados 21">
              <a:extLst>
                <a:ext uri="{FF2B5EF4-FFF2-40B4-BE49-F238E27FC236}">
                  <a16:creationId xmlns:a16="http://schemas.microsoft.com/office/drawing/2014/main" id="{7805FE38-3DA6-AA69-5A21-5FDF35D7E06F}"/>
                </a:ext>
              </a:extLst>
            </p:cNvPr>
            <p:cNvSpPr/>
            <p:nvPr/>
          </p:nvSpPr>
          <p:spPr>
            <a:xfrm>
              <a:off x="4768868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23" name="Retângulo: Cantos Arredondados 22">
              <a:extLst>
                <a:ext uri="{FF2B5EF4-FFF2-40B4-BE49-F238E27FC236}">
                  <a16:creationId xmlns:a16="http://schemas.microsoft.com/office/drawing/2014/main" id="{2F3233F8-5476-5095-85DB-1E53D02FFF73}"/>
                </a:ext>
              </a:extLst>
            </p:cNvPr>
            <p:cNvSpPr/>
            <p:nvPr/>
          </p:nvSpPr>
          <p:spPr>
            <a:xfrm>
              <a:off x="5473625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24" name="Retângulo: Cantos Arredondados 23">
              <a:extLst>
                <a:ext uri="{FF2B5EF4-FFF2-40B4-BE49-F238E27FC236}">
                  <a16:creationId xmlns:a16="http://schemas.microsoft.com/office/drawing/2014/main" id="{BE1456AE-ED2B-72A9-D02A-1CD0F978D85D}"/>
                </a:ext>
              </a:extLst>
            </p:cNvPr>
            <p:cNvSpPr/>
            <p:nvPr/>
          </p:nvSpPr>
          <p:spPr>
            <a:xfrm>
              <a:off x="6178382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25" name="Retângulo: Cantos Arredondados 24">
              <a:extLst>
                <a:ext uri="{FF2B5EF4-FFF2-40B4-BE49-F238E27FC236}">
                  <a16:creationId xmlns:a16="http://schemas.microsoft.com/office/drawing/2014/main" id="{4755B973-D05B-1281-55E7-74B61C8A4505}"/>
                </a:ext>
              </a:extLst>
            </p:cNvPr>
            <p:cNvSpPr/>
            <p:nvPr/>
          </p:nvSpPr>
          <p:spPr>
            <a:xfrm>
              <a:off x="6883139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26" name="Retângulo: Cantos Arredondados 25">
              <a:extLst>
                <a:ext uri="{FF2B5EF4-FFF2-40B4-BE49-F238E27FC236}">
                  <a16:creationId xmlns:a16="http://schemas.microsoft.com/office/drawing/2014/main" id="{23BB2712-A117-128D-132B-22540621C404}"/>
                </a:ext>
              </a:extLst>
            </p:cNvPr>
            <p:cNvSpPr/>
            <p:nvPr/>
          </p:nvSpPr>
          <p:spPr>
            <a:xfrm>
              <a:off x="7587896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27" name="Retângulo: Cantos Arredondados 26">
              <a:extLst>
                <a:ext uri="{FF2B5EF4-FFF2-40B4-BE49-F238E27FC236}">
                  <a16:creationId xmlns:a16="http://schemas.microsoft.com/office/drawing/2014/main" id="{1F3E133E-5E8D-EA78-A60D-62DE8FA3C825}"/>
                </a:ext>
              </a:extLst>
            </p:cNvPr>
            <p:cNvSpPr/>
            <p:nvPr/>
          </p:nvSpPr>
          <p:spPr>
            <a:xfrm>
              <a:off x="8292653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28" name="Retângulo: Cantos Arredondados 27">
              <a:extLst>
                <a:ext uri="{FF2B5EF4-FFF2-40B4-BE49-F238E27FC236}">
                  <a16:creationId xmlns:a16="http://schemas.microsoft.com/office/drawing/2014/main" id="{52F08055-4C07-9D7D-B51F-6C5520201AFF}"/>
                </a:ext>
              </a:extLst>
            </p:cNvPr>
            <p:cNvSpPr/>
            <p:nvPr/>
          </p:nvSpPr>
          <p:spPr>
            <a:xfrm>
              <a:off x="8997410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29" name="Retângulo: Cantos Arredondados 28">
              <a:extLst>
                <a:ext uri="{FF2B5EF4-FFF2-40B4-BE49-F238E27FC236}">
                  <a16:creationId xmlns:a16="http://schemas.microsoft.com/office/drawing/2014/main" id="{915F56B7-CB97-B128-3798-360BFADDFBFE}"/>
                </a:ext>
              </a:extLst>
            </p:cNvPr>
            <p:cNvSpPr/>
            <p:nvPr/>
          </p:nvSpPr>
          <p:spPr>
            <a:xfrm>
              <a:off x="9702167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30" name="Retângulo: Cantos Arredondados 29">
              <a:extLst>
                <a:ext uri="{FF2B5EF4-FFF2-40B4-BE49-F238E27FC236}">
                  <a16:creationId xmlns:a16="http://schemas.microsoft.com/office/drawing/2014/main" id="{6422418E-AA0B-8E26-FC84-D410772659AF}"/>
                </a:ext>
              </a:extLst>
            </p:cNvPr>
            <p:cNvSpPr/>
            <p:nvPr/>
          </p:nvSpPr>
          <p:spPr>
            <a:xfrm>
              <a:off x="10406924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 useBgFill="1">
          <p:nvSpPr>
            <p:cNvPr id="31" name="Retângulo: Cantos Arredondados 30">
              <a:extLst>
                <a:ext uri="{FF2B5EF4-FFF2-40B4-BE49-F238E27FC236}">
                  <a16:creationId xmlns:a16="http://schemas.microsoft.com/office/drawing/2014/main" id="{E640292C-BE19-1E3C-A127-339B803D0EC0}"/>
                </a:ext>
              </a:extLst>
            </p:cNvPr>
            <p:cNvSpPr/>
            <p:nvPr/>
          </p:nvSpPr>
          <p:spPr>
            <a:xfrm>
              <a:off x="11111674" y="6168042"/>
              <a:ext cx="540000" cy="216000"/>
            </a:xfrm>
            <a:prstGeom prst="roundRect">
              <a:avLst>
                <a:gd name="adj" fmla="val 50000"/>
              </a:avLst>
            </a:prstGeom>
            <a:ln w="635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pic>
        <p:nvPicPr>
          <p:cNvPr id="32" name="emoji">
            <a:extLst>
              <a:ext uri="{FF2B5EF4-FFF2-40B4-BE49-F238E27FC236}">
                <a16:creationId xmlns:a16="http://schemas.microsoft.com/office/drawing/2014/main" id="{D5E21F0E-C48A-B95C-AD66-20556A0DDDF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343083" y="1938181"/>
            <a:ext cx="1085856" cy="1085856"/>
          </a:xfrm>
          <a:prstGeom prst="rect">
            <a:avLst/>
          </a:prstGeom>
          <a:effectLst>
            <a:outerShdw blurRad="635000" dist="190500" dir="2700000" algn="tl" rotWithShape="0">
              <a:prstClr val="black">
                <a:alpha val="60000"/>
              </a:prstClr>
            </a:outerShdw>
          </a:effectLst>
        </p:spPr>
      </p:pic>
      <p:pic>
        <p:nvPicPr>
          <p:cNvPr id="37" name="que pena, vc errou">
            <a:hlinkClick r:id="" action="ppaction://media"/>
            <a:extLst>
              <a:ext uri="{FF2B5EF4-FFF2-40B4-BE49-F238E27FC236}">
                <a16:creationId xmlns:a16="http://schemas.microsoft.com/office/drawing/2014/main" id="{E7877330-4976-EF07-7A6B-DC501CA5A40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-772973" y="206871"/>
            <a:ext cx="509587" cy="509587"/>
          </a:xfrm>
          <a:prstGeom prst="rect">
            <a:avLst/>
          </a:prstGeom>
        </p:spPr>
      </p:pic>
      <p:sp>
        <p:nvSpPr>
          <p:cNvPr id="33" name="Botaão Próxima">
            <a:hlinkClick r:id="rId7" action="ppaction://hlinksldjump"/>
            <a:extLst>
              <a:ext uri="{FF2B5EF4-FFF2-40B4-BE49-F238E27FC236}">
                <a16:creationId xmlns:a16="http://schemas.microsoft.com/office/drawing/2014/main" id="{53474A7E-3077-C8C5-1005-C2DA17EEE819}"/>
              </a:ext>
            </a:extLst>
          </p:cNvPr>
          <p:cNvSpPr/>
          <p:nvPr/>
        </p:nvSpPr>
        <p:spPr>
          <a:xfrm>
            <a:off x="9051455" y="5367405"/>
            <a:ext cx="2330219" cy="540000"/>
          </a:xfrm>
          <a:prstGeom prst="roundRect">
            <a:avLst/>
          </a:prstGeom>
          <a:gradFill flip="none" rotWithShape="1">
            <a:gsLst>
              <a:gs pos="0">
                <a:schemeClr val="accent6"/>
              </a:gs>
              <a:gs pos="59000">
                <a:schemeClr val="accent6">
                  <a:lumMod val="75000"/>
                </a:schemeClr>
              </a:gs>
              <a:gs pos="100000">
                <a:schemeClr val="accent6">
                  <a:lumMod val="50000"/>
                </a:schemeClr>
              </a:gs>
            </a:gsLst>
            <a:lin ang="19200000" scaled="0"/>
            <a:tileRect/>
          </a:gradFill>
          <a:ln w="19050">
            <a:solidFill>
              <a:schemeClr val="bg1"/>
            </a:solidFill>
          </a:ln>
          <a:effectLst>
            <a:outerShdw blurRad="381000" dist="1270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rIns="108000" rtlCol="0" anchor="ctr"/>
          <a:lstStyle/>
          <a:p>
            <a:pPr algn="ctr"/>
            <a:r>
              <a:rPr lang="pt-BR" sz="1400" b="1" dirty="0">
                <a:ln w="3175">
                  <a:noFill/>
                </a:ln>
                <a:effectLst>
                  <a:outerShdw blurRad="1270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Arial" panose="020B0604020202020204" pitchFamily="34" charset="0"/>
                <a:ea typeface="Open Sans Extrabold" panose="020B0906030804020204" pitchFamily="34" charset="0"/>
                <a:cs typeface="Arial" panose="020B0604020202020204" pitchFamily="34" charset="0"/>
              </a:rPr>
              <a:t>Voltar</a:t>
            </a:r>
          </a:p>
        </p:txBody>
      </p:sp>
    </p:spTree>
    <p:extLst>
      <p:ext uri="{BB962C8B-B14F-4D97-AF65-F5344CB8AC3E}">
        <p14:creationId xmlns:p14="http://schemas.microsoft.com/office/powerpoint/2010/main" val="36574207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2040" fill="hold"/>
                                            <p:tgtEl>
                                              <p:spTgt spid="37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  <p:par>
                                    <p:cTn id="7" presetID="2" presetClass="entr" presetSubtype="4" fill="hold" grpId="0" nodeType="with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9" dur="20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10" dur="20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1" presetID="2" presetClass="entr" presetSubtype="1" fill="hold" grpId="0" nodeType="with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13" dur="20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14" dur="20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5" presetID="2" presetClass="entr" presetSubtype="4" fill="hold" grpId="0" nodeType="with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17" dur="20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18" dur="20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9" presetID="2" presetClass="entr" presetSubtype="1" fill="hold" grpId="0" nodeType="with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21" dur="20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22" dur="20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3" presetID="2" presetClass="entr" presetSubtype="4" fill="hold" grpId="0" nodeType="with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25" dur="20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26" dur="20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7" presetID="2" presetClass="entr" presetSubtype="1" fill="hold" grpId="0" nodeType="with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29" dur="20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30" dur="20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1" presetID="2" presetClass="entr" presetSubtype="4" fill="hold" grpId="0" nodeType="with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33" dur="20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34" dur="20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5" presetID="23" presetClass="entr" presetSubtype="32" fill="hold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7" dur="5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4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8" dur="5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4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9" presetID="22" presetClass="entr" presetSubtype="8" fill="hold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4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41" dur="1000"/>
                                            <p:tgtEl>
                                              <p:spTgt spid="1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2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43" dur="indefinite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44" dur="indefinite"/>
                                            <p:tgtEl>
                                              <p:spTgt spid="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5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46" dur="indefinite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47" dur="indefinite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8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49" dur="indefinite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50" dur="indefinite"/>
                                            <p:tgtEl>
                                              <p:spTgt spid="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1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52" dur="indefinite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53" dur="indefinite"/>
                                            <p:tgtEl>
                                              <p:spTgt spid="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4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55" dur="indefinite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56" dur="indefinite"/>
                                            <p:tgtEl>
                                              <p:spTgt spid="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7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58" dur="indefinite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59" dur="indefinite"/>
                                            <p:tgtEl>
                                              <p:spTgt spid="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0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61" dur="indefinite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62" dur="indefinite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63" fill="hold">
                                <p:stCondLst>
                                  <p:cond delay="2040"/>
                                </p:stCondLst>
                                <p:childTnLst>
                                  <p:par>
                                    <p:cTn id="64" presetID="5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66" dur="5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7" dur="5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68" dur="500"/>
                                            <p:tgtEl>
                                              <p:spTgt spid="3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9" presetID="42" presetClass="path" presetSubtype="0" accel="50000" decel="5000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8.33333E-7 -7.40741E-7 L -8.33333E-7 0.3206 " pathEditMode="relative" rAng="0" ptsTypes="AA">
                                          <p:cBhvr>
                                            <p:cTn id="70" dur="500" spd="-1000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16019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71" fill="hold">
                                <p:stCondLst>
                                  <p:cond delay="2540"/>
                                </p:stCondLst>
                                <p:childTnLst>
                                  <p:par>
                                    <p:cTn id="72" presetID="6" presetClass="emph" presetSubtype="0" repeatCount="indefinite" autoRev="1" fill="hold" grpId="2" nodeType="afterEffect">
                                      <p:stCondLst>
                                        <p:cond delay="0"/>
                                      </p:stCondLst>
                                      <p:endCondLst>
                                        <p:cond evt="onNext" delay="0">
                                          <p:tgtEl>
                                            <p:sldTgt/>
                                          </p:tgtEl>
                                        </p:cond>
                                      </p:endCondLst>
                                      <p:childTnLst>
                                        <p:animScale>
                                          <p:cBhvr>
                                            <p:cTn id="73" dur="500" fill="hold"/>
                                            <p:tgtEl>
                                              <p:spTgt spid="33"/>
                                            </p:tgtEl>
                                          </p:cBhvr>
                                          <p:by x="90000" y="90000"/>
                                        </p:animScale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>
                    <p:cTn id="74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37"/>
                    </p:tgtEl>
                  </p:cMediaNode>
                </p:audio>
              </p:childTnLst>
            </p:cTn>
          </p:par>
        </p:tnLst>
        <p:bldLst>
          <p:bldP spid="2" grpId="0"/>
          <p:bldP spid="2" grpId="1"/>
          <p:bldP spid="8" grpId="0"/>
          <p:bldP spid="8" grpId="1"/>
          <p:bldP spid="7" grpId="0"/>
          <p:bldP spid="7" grpId="1"/>
          <p:bldP spid="6" grpId="0"/>
          <p:bldP spid="6" grpId="1"/>
          <p:bldP spid="5" grpId="0"/>
          <p:bldP spid="5" grpId="1"/>
          <p:bldP spid="4" grpId="0"/>
          <p:bldP spid="4" grpId="1"/>
          <p:bldP spid="3" grpId="0"/>
          <p:bldP spid="3" grpId="1"/>
          <p:bldP spid="33" grpId="0" animBg="1"/>
          <p:bldP spid="33" grpId="1" animBg="1"/>
          <p:bldP spid="33" grpId="2" animBg="1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2040" fill="hold"/>
                                            <p:tgtEl>
                                              <p:spTgt spid="37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  <p:par>
                                    <p:cTn id="7" presetID="2" presetClass="entr" presetSubtype="4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9" dur="20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0" dur="20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1" presetID="2" presetClass="entr" presetSubtype="1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3" dur="20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4" dur="20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5" presetID="2" presetClass="entr" presetSubtype="4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7" dur="20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8" dur="20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9" presetID="2" presetClass="entr" presetSubtype="1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1" dur="20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2" dur="20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3" presetID="2" presetClass="entr" presetSubtype="4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5" dur="20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6" dur="20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7" presetID="2" presetClass="entr" presetSubtype="1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9" dur="20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0" dur="20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1" presetID="2" presetClass="entr" presetSubtype="4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3" dur="20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4" dur="20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5" presetID="23" presetClass="entr" presetSubtype="32" fill="hold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7" dur="5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4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8" dur="5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4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9" presetID="22" presetClass="entr" presetSubtype="8" fill="hold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4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41" dur="1000"/>
                                            <p:tgtEl>
                                              <p:spTgt spid="1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2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43" dur="indefinite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44" dur="indefinite"/>
                                            <p:tgtEl>
                                              <p:spTgt spid="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5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46" dur="indefinite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47" dur="indefinite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8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49" dur="indefinite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50" dur="indefinite"/>
                                            <p:tgtEl>
                                              <p:spTgt spid="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1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52" dur="indefinite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53" dur="indefinite"/>
                                            <p:tgtEl>
                                              <p:spTgt spid="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4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55" dur="indefinite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56" dur="indefinite"/>
                                            <p:tgtEl>
                                              <p:spTgt spid="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7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58" dur="indefinite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59" dur="indefinite"/>
                                            <p:tgtEl>
                                              <p:spTgt spid="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0" presetID="9" presetClass="emph" presetSubtype="0" grpId="1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61" dur="indefinite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style.opacity</p:attrName>
                                            </p:attrNameLst>
                                          </p:cBhvr>
                                          <p:to>
                                            <p:strVal val="0.1"/>
                                          </p:to>
                                        </p:set>
                                        <p:animEffect filter="image" prLst="opacity: 0.1">
                                          <p:cBhvr rctx="IE">
                                            <p:cTn id="62" dur="indefinite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63" fill="hold">
                                <p:stCondLst>
                                  <p:cond delay="2040"/>
                                </p:stCondLst>
                                <p:childTnLst>
                                  <p:par>
                                    <p:cTn id="64" presetID="5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66" dur="5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7" dur="5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68" dur="500"/>
                                            <p:tgtEl>
                                              <p:spTgt spid="3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9" presetID="42" presetClass="path" presetSubtype="0" accel="50000" decel="5000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8.33333E-7 -7.40741E-7 L -8.33333E-7 0.3206 " pathEditMode="relative" rAng="0" ptsTypes="AA">
                                          <p:cBhvr>
                                            <p:cTn id="70" dur="500" spd="-1000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16019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71" fill="hold">
                                <p:stCondLst>
                                  <p:cond delay="2540"/>
                                </p:stCondLst>
                                <p:childTnLst>
                                  <p:par>
                                    <p:cTn id="72" presetID="6" presetClass="emph" presetSubtype="0" repeatCount="indefinite" autoRev="1" fill="hold" grpId="2" nodeType="afterEffect">
                                      <p:stCondLst>
                                        <p:cond delay="0"/>
                                      </p:stCondLst>
                                      <p:endCondLst>
                                        <p:cond evt="onNext" delay="0">
                                          <p:tgtEl>
                                            <p:sldTgt/>
                                          </p:tgtEl>
                                        </p:cond>
                                      </p:endCondLst>
                                      <p:childTnLst>
                                        <p:animScale>
                                          <p:cBhvr>
                                            <p:cTn id="73" dur="500" fill="hold"/>
                                            <p:tgtEl>
                                              <p:spTgt spid="33"/>
                                            </p:tgtEl>
                                          </p:cBhvr>
                                          <p:by x="90000" y="90000"/>
                                        </p:animScale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>
                    <p:cTn id="74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37"/>
                    </p:tgtEl>
                  </p:cMediaNode>
                </p:audio>
              </p:childTnLst>
            </p:cTn>
          </p:par>
        </p:tnLst>
        <p:bldLst>
          <p:bldP spid="2" grpId="0"/>
          <p:bldP spid="2" grpId="1"/>
          <p:bldP spid="8" grpId="0"/>
          <p:bldP spid="8" grpId="1"/>
          <p:bldP spid="7" grpId="0"/>
          <p:bldP spid="7" grpId="1"/>
          <p:bldP spid="6" grpId="0"/>
          <p:bldP spid="6" grpId="1"/>
          <p:bldP spid="5" grpId="0"/>
          <p:bldP spid="5" grpId="1"/>
          <p:bldP spid="4" grpId="0"/>
          <p:bldP spid="4" grpId="1"/>
          <p:bldP spid="3" grpId="0"/>
          <p:bldP spid="3" grpId="1"/>
          <p:bldP spid="33" grpId="0" animBg="1"/>
          <p:bldP spid="33" grpId="1" animBg="1"/>
          <p:bldP spid="33" grpId="2" animBg="1"/>
        </p:bldLst>
      </p:timing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7">
            <a:extLst>
              <a:ext uri="{FF2B5EF4-FFF2-40B4-BE49-F238E27FC236}">
                <a16:creationId xmlns:a16="http://schemas.microsoft.com/office/drawing/2014/main" id="{7BB41118-B4F3-5DCF-70CB-6BD71ECF7A46}"/>
              </a:ext>
            </a:extLst>
          </p:cNvPr>
          <p:cNvSpPr txBox="1"/>
          <p:nvPr/>
        </p:nvSpPr>
        <p:spPr>
          <a:xfrm>
            <a:off x="8746332" y="-11965950"/>
            <a:ext cx="1005403" cy="16342935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algn="ctr"/>
            <a:r>
              <a:rPr lang="pt-BR" sz="9600" dirty="0">
                <a:solidFill>
                  <a:schemeClr val="bg1"/>
                </a:solidFill>
                <a:latin typeface="Arial Black" panose="020B0A04020102020204" pitchFamily="34" charset="0"/>
              </a:rPr>
              <a:t>0</a:t>
            </a:r>
          </a:p>
          <a:p>
            <a:pPr algn="ctr"/>
            <a:r>
              <a:rPr lang="pt-BR" sz="9600" dirty="0">
                <a:solidFill>
                  <a:schemeClr val="bg1"/>
                </a:solidFill>
                <a:latin typeface="Arial Black" panose="020B0A04020102020204" pitchFamily="34" charset="0"/>
              </a:rPr>
              <a:t>9</a:t>
            </a:r>
          </a:p>
          <a:p>
            <a:pPr algn="ctr"/>
            <a:r>
              <a:rPr lang="pt-BR" sz="9600" dirty="0">
                <a:solidFill>
                  <a:schemeClr val="bg1"/>
                </a:solidFill>
                <a:latin typeface="Arial Black" panose="020B0A04020102020204" pitchFamily="34" charset="0"/>
              </a:rPr>
              <a:t>8</a:t>
            </a:r>
          </a:p>
          <a:p>
            <a:pPr algn="ctr"/>
            <a:r>
              <a:rPr lang="pt-BR" sz="9600" dirty="0">
                <a:solidFill>
                  <a:schemeClr val="bg1"/>
                </a:solidFill>
                <a:latin typeface="Arial Black" panose="020B0A04020102020204" pitchFamily="34" charset="0"/>
              </a:rPr>
              <a:t>7</a:t>
            </a:r>
          </a:p>
          <a:p>
            <a:pPr algn="ctr"/>
            <a:r>
              <a:rPr lang="pt-BR" sz="9600" dirty="0">
                <a:solidFill>
                  <a:schemeClr val="bg1"/>
                </a:solidFill>
                <a:latin typeface="Arial Black" panose="020B0A04020102020204" pitchFamily="34" charset="0"/>
              </a:rPr>
              <a:t>6</a:t>
            </a:r>
          </a:p>
          <a:p>
            <a:pPr algn="ctr"/>
            <a:r>
              <a:rPr lang="pt-BR" sz="9600" dirty="0">
                <a:solidFill>
                  <a:schemeClr val="bg1"/>
                </a:solidFill>
                <a:latin typeface="Arial Black" panose="020B0A04020102020204" pitchFamily="34" charset="0"/>
              </a:rPr>
              <a:t>5</a:t>
            </a:r>
          </a:p>
          <a:p>
            <a:pPr algn="ctr"/>
            <a:r>
              <a:rPr lang="pt-BR" sz="9600" dirty="0">
                <a:solidFill>
                  <a:schemeClr val="bg1"/>
                </a:solidFill>
                <a:latin typeface="Arial Black" panose="020B0A04020102020204" pitchFamily="34" charset="0"/>
              </a:rPr>
              <a:t>4</a:t>
            </a:r>
          </a:p>
          <a:p>
            <a:pPr algn="ctr"/>
            <a:r>
              <a:rPr lang="pt-BR" sz="9600" dirty="0">
                <a:solidFill>
                  <a:schemeClr val="bg1"/>
                </a:solidFill>
                <a:latin typeface="Arial Black" panose="020B0A04020102020204" pitchFamily="34" charset="0"/>
              </a:rPr>
              <a:t>3</a:t>
            </a:r>
          </a:p>
          <a:p>
            <a:pPr algn="ctr"/>
            <a:r>
              <a:rPr lang="pt-BR" sz="9600" dirty="0">
                <a:solidFill>
                  <a:schemeClr val="bg1"/>
                </a:solidFill>
                <a:latin typeface="Arial Black" panose="020B0A04020102020204" pitchFamily="34" charset="0"/>
              </a:rPr>
              <a:t>2</a:t>
            </a:r>
          </a:p>
          <a:p>
            <a:pPr algn="ctr"/>
            <a:r>
              <a:rPr lang="pt-BR" sz="9600" dirty="0">
                <a:solidFill>
                  <a:schemeClr val="bg1"/>
                </a:solidFill>
                <a:latin typeface="Arial Black" panose="020B0A04020102020204" pitchFamily="34" charset="0"/>
              </a:rPr>
              <a:t>1</a:t>
            </a:r>
          </a:p>
          <a:p>
            <a:pPr algn="ctr"/>
            <a:r>
              <a:rPr lang="pt-BR" sz="9600" dirty="0">
                <a:solidFill>
                  <a:schemeClr val="bg1"/>
                </a:solidFill>
                <a:latin typeface="Arial Black" panose="020B0A04020102020204" pitchFamily="34" charset="0"/>
              </a:rPr>
              <a:t>0</a:t>
            </a:r>
          </a:p>
        </p:txBody>
      </p:sp>
      <p:sp>
        <p:nvSpPr>
          <p:cNvPr id="4" name="N6">
            <a:extLst>
              <a:ext uri="{FF2B5EF4-FFF2-40B4-BE49-F238E27FC236}">
                <a16:creationId xmlns:a16="http://schemas.microsoft.com/office/drawing/2014/main" id="{5ACF53E9-7EA9-8621-AD1A-2F9AECD1647E}"/>
              </a:ext>
            </a:extLst>
          </p:cNvPr>
          <p:cNvSpPr txBox="1"/>
          <p:nvPr/>
        </p:nvSpPr>
        <p:spPr>
          <a:xfrm>
            <a:off x="7805114" y="2671817"/>
            <a:ext cx="1005403" cy="16342935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algn="ctr"/>
            <a:r>
              <a:rPr lang="pt-BR" sz="9600" dirty="0">
                <a:solidFill>
                  <a:schemeClr val="bg1"/>
                </a:solidFill>
                <a:latin typeface="Arial Black" panose="020B0A04020102020204" pitchFamily="34" charset="0"/>
              </a:rPr>
              <a:t>0</a:t>
            </a:r>
          </a:p>
          <a:p>
            <a:pPr algn="ctr"/>
            <a:r>
              <a:rPr lang="pt-BR" sz="9600" dirty="0">
                <a:solidFill>
                  <a:schemeClr val="bg1"/>
                </a:solidFill>
                <a:latin typeface="Arial Black" panose="020B0A04020102020204" pitchFamily="34" charset="0"/>
              </a:rPr>
              <a:t>9</a:t>
            </a:r>
          </a:p>
          <a:p>
            <a:pPr algn="ctr"/>
            <a:r>
              <a:rPr lang="pt-BR" sz="9600" dirty="0">
                <a:solidFill>
                  <a:schemeClr val="bg1"/>
                </a:solidFill>
                <a:latin typeface="Arial Black" panose="020B0A04020102020204" pitchFamily="34" charset="0"/>
              </a:rPr>
              <a:t>8</a:t>
            </a:r>
          </a:p>
          <a:p>
            <a:pPr algn="ctr"/>
            <a:r>
              <a:rPr lang="pt-BR" sz="9600" dirty="0">
                <a:solidFill>
                  <a:schemeClr val="bg1"/>
                </a:solidFill>
                <a:latin typeface="Arial Black" panose="020B0A04020102020204" pitchFamily="34" charset="0"/>
              </a:rPr>
              <a:t>7</a:t>
            </a:r>
          </a:p>
          <a:p>
            <a:pPr algn="ctr"/>
            <a:r>
              <a:rPr lang="pt-BR" sz="9600" dirty="0">
                <a:solidFill>
                  <a:schemeClr val="bg1"/>
                </a:solidFill>
                <a:latin typeface="Arial Black" panose="020B0A04020102020204" pitchFamily="34" charset="0"/>
              </a:rPr>
              <a:t>6</a:t>
            </a:r>
          </a:p>
          <a:p>
            <a:pPr algn="ctr"/>
            <a:r>
              <a:rPr lang="pt-BR" sz="9600" dirty="0">
                <a:solidFill>
                  <a:schemeClr val="bg1"/>
                </a:solidFill>
                <a:latin typeface="Arial Black" panose="020B0A04020102020204" pitchFamily="34" charset="0"/>
              </a:rPr>
              <a:t>5</a:t>
            </a:r>
          </a:p>
          <a:p>
            <a:pPr algn="ctr"/>
            <a:r>
              <a:rPr lang="pt-BR" sz="9600" dirty="0">
                <a:solidFill>
                  <a:schemeClr val="bg1"/>
                </a:solidFill>
                <a:latin typeface="Arial Black" panose="020B0A04020102020204" pitchFamily="34" charset="0"/>
              </a:rPr>
              <a:t>4</a:t>
            </a:r>
          </a:p>
          <a:p>
            <a:pPr algn="ctr"/>
            <a:r>
              <a:rPr lang="pt-BR" sz="9600" dirty="0">
                <a:solidFill>
                  <a:schemeClr val="bg1"/>
                </a:solidFill>
                <a:latin typeface="Arial Black" panose="020B0A04020102020204" pitchFamily="34" charset="0"/>
              </a:rPr>
              <a:t>3</a:t>
            </a:r>
          </a:p>
          <a:p>
            <a:pPr algn="ctr"/>
            <a:r>
              <a:rPr lang="pt-BR" sz="9600" dirty="0">
                <a:solidFill>
                  <a:schemeClr val="bg1"/>
                </a:solidFill>
                <a:latin typeface="Arial Black" panose="020B0A04020102020204" pitchFamily="34" charset="0"/>
              </a:rPr>
              <a:t>2</a:t>
            </a:r>
          </a:p>
          <a:p>
            <a:pPr algn="ctr"/>
            <a:r>
              <a:rPr lang="pt-BR" sz="9600" dirty="0">
                <a:solidFill>
                  <a:schemeClr val="bg1"/>
                </a:solidFill>
                <a:latin typeface="Arial Black" panose="020B0A04020102020204" pitchFamily="34" charset="0"/>
              </a:rPr>
              <a:t>1</a:t>
            </a:r>
          </a:p>
          <a:p>
            <a:pPr algn="ctr"/>
            <a:r>
              <a:rPr lang="pt-BR" sz="9600" dirty="0">
                <a:solidFill>
                  <a:schemeClr val="bg1"/>
                </a:solidFill>
                <a:latin typeface="Arial Black" panose="020B0A04020102020204" pitchFamily="34" charset="0"/>
              </a:rPr>
              <a:t>0</a:t>
            </a:r>
          </a:p>
        </p:txBody>
      </p:sp>
      <p:sp>
        <p:nvSpPr>
          <p:cNvPr id="5" name="N5">
            <a:extLst>
              <a:ext uri="{FF2B5EF4-FFF2-40B4-BE49-F238E27FC236}">
                <a16:creationId xmlns:a16="http://schemas.microsoft.com/office/drawing/2014/main" id="{41D10A98-EF82-BDF1-0CC1-186B4ABBF953}"/>
              </a:ext>
            </a:extLst>
          </p:cNvPr>
          <p:cNvSpPr txBox="1"/>
          <p:nvPr/>
        </p:nvSpPr>
        <p:spPr>
          <a:xfrm>
            <a:off x="6863896" y="-11972661"/>
            <a:ext cx="1005403" cy="16342935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algn="ctr"/>
            <a:r>
              <a:rPr lang="pt-BR" sz="9600">
                <a:solidFill>
                  <a:schemeClr val="bg1"/>
                </a:solidFill>
                <a:latin typeface="Arial Black" panose="020B0A04020102020204" pitchFamily="34" charset="0"/>
              </a:rPr>
              <a:t>0</a:t>
            </a:r>
          </a:p>
          <a:p>
            <a:pPr algn="ctr"/>
            <a:r>
              <a:rPr lang="pt-BR" sz="9600">
                <a:solidFill>
                  <a:schemeClr val="bg1"/>
                </a:solidFill>
                <a:latin typeface="Arial Black" panose="020B0A04020102020204" pitchFamily="34" charset="0"/>
              </a:rPr>
              <a:t>9</a:t>
            </a:r>
          </a:p>
          <a:p>
            <a:pPr algn="ctr"/>
            <a:r>
              <a:rPr lang="pt-BR" sz="9600">
                <a:solidFill>
                  <a:schemeClr val="bg1"/>
                </a:solidFill>
                <a:latin typeface="Arial Black" panose="020B0A04020102020204" pitchFamily="34" charset="0"/>
              </a:rPr>
              <a:t>8</a:t>
            </a:r>
          </a:p>
          <a:p>
            <a:pPr algn="ctr"/>
            <a:r>
              <a:rPr lang="pt-BR" sz="9600">
                <a:solidFill>
                  <a:schemeClr val="bg1"/>
                </a:solidFill>
                <a:latin typeface="Arial Black" panose="020B0A04020102020204" pitchFamily="34" charset="0"/>
              </a:rPr>
              <a:t>7</a:t>
            </a:r>
          </a:p>
          <a:p>
            <a:pPr algn="ctr"/>
            <a:r>
              <a:rPr lang="pt-BR" sz="9600">
                <a:solidFill>
                  <a:schemeClr val="bg1"/>
                </a:solidFill>
                <a:latin typeface="Arial Black" panose="020B0A04020102020204" pitchFamily="34" charset="0"/>
              </a:rPr>
              <a:t>6</a:t>
            </a:r>
          </a:p>
          <a:p>
            <a:pPr algn="ctr"/>
            <a:r>
              <a:rPr lang="pt-BR" sz="9600">
                <a:solidFill>
                  <a:schemeClr val="bg1"/>
                </a:solidFill>
                <a:latin typeface="Arial Black" panose="020B0A04020102020204" pitchFamily="34" charset="0"/>
              </a:rPr>
              <a:t>5</a:t>
            </a:r>
          </a:p>
          <a:p>
            <a:pPr algn="ctr"/>
            <a:r>
              <a:rPr lang="pt-BR" sz="9600">
                <a:solidFill>
                  <a:schemeClr val="bg1"/>
                </a:solidFill>
                <a:latin typeface="Arial Black" panose="020B0A04020102020204" pitchFamily="34" charset="0"/>
              </a:rPr>
              <a:t>4</a:t>
            </a:r>
          </a:p>
          <a:p>
            <a:pPr algn="ctr"/>
            <a:r>
              <a:rPr lang="pt-BR" sz="9600">
                <a:solidFill>
                  <a:schemeClr val="bg1"/>
                </a:solidFill>
                <a:latin typeface="Arial Black" panose="020B0A04020102020204" pitchFamily="34" charset="0"/>
              </a:rPr>
              <a:t>3</a:t>
            </a:r>
          </a:p>
          <a:p>
            <a:pPr algn="ctr"/>
            <a:r>
              <a:rPr lang="pt-BR" sz="9600">
                <a:solidFill>
                  <a:schemeClr val="bg1"/>
                </a:solidFill>
                <a:latin typeface="Arial Black" panose="020B0A04020102020204" pitchFamily="34" charset="0"/>
              </a:rPr>
              <a:t>2</a:t>
            </a:r>
          </a:p>
          <a:p>
            <a:pPr algn="ctr"/>
            <a:r>
              <a:rPr lang="pt-BR" sz="9600">
                <a:solidFill>
                  <a:schemeClr val="bg1"/>
                </a:solidFill>
                <a:latin typeface="Arial Black" panose="020B0A04020102020204" pitchFamily="34" charset="0"/>
              </a:rPr>
              <a:t>1</a:t>
            </a:r>
          </a:p>
          <a:p>
            <a:pPr algn="ctr"/>
            <a:r>
              <a:rPr lang="pt-BR" sz="9600">
                <a:solidFill>
                  <a:schemeClr val="bg1"/>
                </a:solidFill>
                <a:latin typeface="Arial Black" panose="020B0A04020102020204" pitchFamily="34" charset="0"/>
              </a:rPr>
              <a:t>0</a:t>
            </a:r>
          </a:p>
        </p:txBody>
      </p:sp>
      <p:sp>
        <p:nvSpPr>
          <p:cNvPr id="6" name="N4">
            <a:extLst>
              <a:ext uri="{FF2B5EF4-FFF2-40B4-BE49-F238E27FC236}">
                <a16:creationId xmlns:a16="http://schemas.microsoft.com/office/drawing/2014/main" id="{F2AA486C-D8E2-9FF7-A421-01DBD58D1BDF}"/>
              </a:ext>
            </a:extLst>
          </p:cNvPr>
          <p:cNvSpPr txBox="1"/>
          <p:nvPr/>
        </p:nvSpPr>
        <p:spPr>
          <a:xfrm>
            <a:off x="5546009" y="2660475"/>
            <a:ext cx="1005403" cy="16342935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algn="ctr"/>
            <a:r>
              <a:rPr lang="pt-BR" sz="9600">
                <a:solidFill>
                  <a:schemeClr val="bg1"/>
                </a:solidFill>
                <a:latin typeface="Arial Black" panose="020B0A04020102020204" pitchFamily="34" charset="0"/>
              </a:rPr>
              <a:t>0</a:t>
            </a:r>
          </a:p>
          <a:p>
            <a:pPr algn="ctr"/>
            <a:r>
              <a:rPr lang="pt-BR" sz="9600">
                <a:solidFill>
                  <a:schemeClr val="bg1"/>
                </a:solidFill>
                <a:latin typeface="Arial Black" panose="020B0A04020102020204" pitchFamily="34" charset="0"/>
              </a:rPr>
              <a:t>9</a:t>
            </a:r>
          </a:p>
          <a:p>
            <a:pPr algn="ctr"/>
            <a:r>
              <a:rPr lang="pt-BR" sz="9600">
                <a:solidFill>
                  <a:schemeClr val="bg1"/>
                </a:solidFill>
                <a:latin typeface="Arial Black" panose="020B0A04020102020204" pitchFamily="34" charset="0"/>
              </a:rPr>
              <a:t>8</a:t>
            </a:r>
          </a:p>
          <a:p>
            <a:pPr algn="ctr"/>
            <a:r>
              <a:rPr lang="pt-BR" sz="9600">
                <a:solidFill>
                  <a:schemeClr val="bg1"/>
                </a:solidFill>
                <a:latin typeface="Arial Black" panose="020B0A04020102020204" pitchFamily="34" charset="0"/>
              </a:rPr>
              <a:t>7</a:t>
            </a:r>
          </a:p>
          <a:p>
            <a:pPr algn="ctr"/>
            <a:r>
              <a:rPr lang="pt-BR" sz="9600">
                <a:solidFill>
                  <a:schemeClr val="bg1"/>
                </a:solidFill>
                <a:latin typeface="Arial Black" panose="020B0A04020102020204" pitchFamily="34" charset="0"/>
              </a:rPr>
              <a:t>6</a:t>
            </a:r>
          </a:p>
          <a:p>
            <a:pPr algn="ctr"/>
            <a:r>
              <a:rPr lang="pt-BR" sz="9600">
                <a:solidFill>
                  <a:schemeClr val="bg1"/>
                </a:solidFill>
                <a:latin typeface="Arial Black" panose="020B0A04020102020204" pitchFamily="34" charset="0"/>
              </a:rPr>
              <a:t>5</a:t>
            </a:r>
          </a:p>
          <a:p>
            <a:pPr algn="ctr"/>
            <a:r>
              <a:rPr lang="pt-BR" sz="9600">
                <a:solidFill>
                  <a:schemeClr val="bg1"/>
                </a:solidFill>
                <a:latin typeface="Arial Black" panose="020B0A04020102020204" pitchFamily="34" charset="0"/>
              </a:rPr>
              <a:t>4</a:t>
            </a:r>
          </a:p>
          <a:p>
            <a:pPr algn="ctr"/>
            <a:r>
              <a:rPr lang="pt-BR" sz="9600">
                <a:solidFill>
                  <a:schemeClr val="bg1"/>
                </a:solidFill>
                <a:latin typeface="Arial Black" panose="020B0A04020102020204" pitchFamily="34" charset="0"/>
              </a:rPr>
              <a:t>3</a:t>
            </a:r>
          </a:p>
          <a:p>
            <a:pPr algn="ctr"/>
            <a:r>
              <a:rPr lang="pt-BR" sz="9600">
                <a:solidFill>
                  <a:schemeClr val="bg1"/>
                </a:solidFill>
                <a:latin typeface="Arial Black" panose="020B0A04020102020204" pitchFamily="34" charset="0"/>
              </a:rPr>
              <a:t>2</a:t>
            </a:r>
          </a:p>
          <a:p>
            <a:pPr algn="ctr"/>
            <a:r>
              <a:rPr lang="pt-BR" sz="9600">
                <a:solidFill>
                  <a:schemeClr val="bg1"/>
                </a:solidFill>
                <a:latin typeface="Arial Black" panose="020B0A04020102020204" pitchFamily="34" charset="0"/>
              </a:rPr>
              <a:t>1</a:t>
            </a:r>
          </a:p>
          <a:p>
            <a:pPr algn="ctr"/>
            <a:r>
              <a:rPr lang="pt-BR" sz="9600">
                <a:solidFill>
                  <a:schemeClr val="bg1"/>
                </a:solidFill>
                <a:latin typeface="Arial Black" panose="020B0A04020102020204" pitchFamily="34" charset="0"/>
              </a:rPr>
              <a:t>0</a:t>
            </a:r>
          </a:p>
        </p:txBody>
      </p:sp>
      <p:sp>
        <p:nvSpPr>
          <p:cNvPr id="7" name="N3">
            <a:extLst>
              <a:ext uri="{FF2B5EF4-FFF2-40B4-BE49-F238E27FC236}">
                <a16:creationId xmlns:a16="http://schemas.microsoft.com/office/drawing/2014/main" id="{01614A46-712E-0E92-F2F4-E6AB9BE20848}"/>
              </a:ext>
            </a:extLst>
          </p:cNvPr>
          <p:cNvSpPr txBox="1"/>
          <p:nvPr/>
        </p:nvSpPr>
        <p:spPr>
          <a:xfrm>
            <a:off x="4604791" y="-11972662"/>
            <a:ext cx="1005403" cy="16342935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algn="ctr"/>
            <a:r>
              <a:rPr lang="pt-BR" sz="9600" dirty="0">
                <a:solidFill>
                  <a:schemeClr val="bg1"/>
                </a:solidFill>
                <a:latin typeface="Arial Black" panose="020B0A04020102020204" pitchFamily="34" charset="0"/>
              </a:rPr>
              <a:t>0</a:t>
            </a:r>
          </a:p>
          <a:p>
            <a:pPr algn="ctr"/>
            <a:r>
              <a:rPr lang="pt-BR" sz="9600" dirty="0">
                <a:solidFill>
                  <a:schemeClr val="bg1"/>
                </a:solidFill>
                <a:latin typeface="Arial Black" panose="020B0A04020102020204" pitchFamily="34" charset="0"/>
              </a:rPr>
              <a:t>9</a:t>
            </a:r>
          </a:p>
          <a:p>
            <a:pPr algn="ctr"/>
            <a:r>
              <a:rPr lang="pt-BR" sz="9600" dirty="0">
                <a:solidFill>
                  <a:schemeClr val="bg1"/>
                </a:solidFill>
                <a:latin typeface="Arial Black" panose="020B0A04020102020204" pitchFamily="34" charset="0"/>
              </a:rPr>
              <a:t>8</a:t>
            </a:r>
          </a:p>
          <a:p>
            <a:pPr algn="ctr"/>
            <a:r>
              <a:rPr lang="pt-BR" sz="9600" dirty="0">
                <a:solidFill>
                  <a:schemeClr val="bg1"/>
                </a:solidFill>
                <a:latin typeface="Arial Black" panose="020B0A04020102020204" pitchFamily="34" charset="0"/>
              </a:rPr>
              <a:t>7</a:t>
            </a:r>
          </a:p>
          <a:p>
            <a:pPr algn="ctr"/>
            <a:r>
              <a:rPr lang="pt-BR" sz="9600" dirty="0">
                <a:solidFill>
                  <a:schemeClr val="bg1"/>
                </a:solidFill>
                <a:latin typeface="Arial Black" panose="020B0A04020102020204" pitchFamily="34" charset="0"/>
              </a:rPr>
              <a:t>6</a:t>
            </a:r>
          </a:p>
          <a:p>
            <a:pPr algn="ctr"/>
            <a:r>
              <a:rPr lang="pt-BR" sz="9600" dirty="0">
                <a:solidFill>
                  <a:schemeClr val="bg1"/>
                </a:solidFill>
                <a:latin typeface="Arial Black" panose="020B0A04020102020204" pitchFamily="34" charset="0"/>
              </a:rPr>
              <a:t>5</a:t>
            </a:r>
          </a:p>
          <a:p>
            <a:pPr algn="ctr"/>
            <a:r>
              <a:rPr lang="pt-BR" sz="9600" dirty="0">
                <a:solidFill>
                  <a:schemeClr val="bg1"/>
                </a:solidFill>
                <a:latin typeface="Arial Black" panose="020B0A04020102020204" pitchFamily="34" charset="0"/>
              </a:rPr>
              <a:t>4</a:t>
            </a:r>
          </a:p>
          <a:p>
            <a:pPr algn="ctr"/>
            <a:r>
              <a:rPr lang="pt-BR" sz="9600" dirty="0">
                <a:solidFill>
                  <a:schemeClr val="bg1"/>
                </a:solidFill>
                <a:latin typeface="Arial Black" panose="020B0A04020102020204" pitchFamily="34" charset="0"/>
              </a:rPr>
              <a:t>3</a:t>
            </a:r>
          </a:p>
          <a:p>
            <a:pPr algn="ctr"/>
            <a:r>
              <a:rPr lang="pt-BR" sz="9600" dirty="0">
                <a:solidFill>
                  <a:schemeClr val="bg1"/>
                </a:solidFill>
                <a:latin typeface="Arial Black" panose="020B0A04020102020204" pitchFamily="34" charset="0"/>
              </a:rPr>
              <a:t>2</a:t>
            </a:r>
          </a:p>
          <a:p>
            <a:pPr algn="ctr"/>
            <a:r>
              <a:rPr lang="pt-BR" sz="9600" dirty="0">
                <a:solidFill>
                  <a:schemeClr val="bg1"/>
                </a:solidFill>
                <a:latin typeface="Arial Black" panose="020B0A04020102020204" pitchFamily="34" charset="0"/>
              </a:rPr>
              <a:t>1</a:t>
            </a:r>
          </a:p>
          <a:p>
            <a:pPr algn="ctr"/>
            <a:r>
              <a:rPr lang="pt-BR" sz="9600" dirty="0">
                <a:solidFill>
                  <a:schemeClr val="bg1"/>
                </a:solidFill>
                <a:latin typeface="Arial Black" panose="020B0A04020102020204" pitchFamily="34" charset="0"/>
              </a:rPr>
              <a:t>0</a:t>
            </a:r>
          </a:p>
        </p:txBody>
      </p:sp>
      <p:sp>
        <p:nvSpPr>
          <p:cNvPr id="8" name="N2">
            <a:extLst>
              <a:ext uri="{FF2B5EF4-FFF2-40B4-BE49-F238E27FC236}">
                <a16:creationId xmlns:a16="http://schemas.microsoft.com/office/drawing/2014/main" id="{2DD71D1E-2EB0-72C6-2BAD-D5BBEC52E52E}"/>
              </a:ext>
            </a:extLst>
          </p:cNvPr>
          <p:cNvSpPr txBox="1"/>
          <p:nvPr/>
        </p:nvSpPr>
        <p:spPr>
          <a:xfrm>
            <a:off x="3663573" y="-11963578"/>
            <a:ext cx="1005403" cy="16342935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algn="ctr"/>
            <a:r>
              <a:rPr lang="pt-BR" sz="9600" dirty="0">
                <a:solidFill>
                  <a:schemeClr val="bg1"/>
                </a:solidFill>
                <a:latin typeface="Arial Black" panose="020B0A04020102020204" pitchFamily="34" charset="0"/>
              </a:rPr>
              <a:t>0</a:t>
            </a:r>
          </a:p>
          <a:p>
            <a:pPr algn="ctr"/>
            <a:r>
              <a:rPr lang="pt-BR" sz="9600" dirty="0">
                <a:solidFill>
                  <a:schemeClr val="bg1"/>
                </a:solidFill>
                <a:latin typeface="Arial Black" panose="020B0A04020102020204" pitchFamily="34" charset="0"/>
              </a:rPr>
              <a:t>9</a:t>
            </a:r>
          </a:p>
          <a:p>
            <a:pPr algn="ctr"/>
            <a:r>
              <a:rPr lang="pt-BR" sz="9600" dirty="0">
                <a:solidFill>
                  <a:schemeClr val="bg1"/>
                </a:solidFill>
                <a:latin typeface="Arial Black" panose="020B0A04020102020204" pitchFamily="34" charset="0"/>
              </a:rPr>
              <a:t>8</a:t>
            </a:r>
          </a:p>
          <a:p>
            <a:pPr algn="ctr"/>
            <a:r>
              <a:rPr lang="pt-BR" sz="9600" dirty="0">
                <a:solidFill>
                  <a:schemeClr val="bg1"/>
                </a:solidFill>
                <a:latin typeface="Arial Black" panose="020B0A04020102020204" pitchFamily="34" charset="0"/>
              </a:rPr>
              <a:t>7</a:t>
            </a:r>
          </a:p>
          <a:p>
            <a:pPr algn="ctr"/>
            <a:r>
              <a:rPr lang="pt-BR" sz="9600" dirty="0">
                <a:solidFill>
                  <a:schemeClr val="bg1"/>
                </a:solidFill>
                <a:latin typeface="Arial Black" panose="020B0A04020102020204" pitchFamily="34" charset="0"/>
              </a:rPr>
              <a:t>6</a:t>
            </a:r>
          </a:p>
          <a:p>
            <a:pPr algn="ctr"/>
            <a:r>
              <a:rPr lang="pt-BR" sz="9600" dirty="0">
                <a:solidFill>
                  <a:schemeClr val="bg1"/>
                </a:solidFill>
                <a:latin typeface="Arial Black" panose="020B0A04020102020204" pitchFamily="34" charset="0"/>
              </a:rPr>
              <a:t>5</a:t>
            </a:r>
          </a:p>
          <a:p>
            <a:pPr algn="ctr"/>
            <a:r>
              <a:rPr lang="pt-BR" sz="9600" dirty="0">
                <a:solidFill>
                  <a:schemeClr val="bg1"/>
                </a:solidFill>
                <a:latin typeface="Arial Black" panose="020B0A04020102020204" pitchFamily="34" charset="0"/>
              </a:rPr>
              <a:t>4</a:t>
            </a:r>
          </a:p>
          <a:p>
            <a:pPr algn="ctr"/>
            <a:r>
              <a:rPr lang="pt-BR" sz="9600" dirty="0">
                <a:solidFill>
                  <a:schemeClr val="bg1"/>
                </a:solidFill>
                <a:latin typeface="Arial Black" panose="020B0A04020102020204" pitchFamily="34" charset="0"/>
              </a:rPr>
              <a:t>3</a:t>
            </a:r>
          </a:p>
          <a:p>
            <a:pPr algn="ctr"/>
            <a:r>
              <a:rPr lang="pt-BR" sz="9600" dirty="0">
                <a:solidFill>
                  <a:schemeClr val="bg1"/>
                </a:solidFill>
                <a:latin typeface="Arial Black" panose="020B0A04020102020204" pitchFamily="34" charset="0"/>
              </a:rPr>
              <a:t>2</a:t>
            </a:r>
          </a:p>
          <a:p>
            <a:pPr algn="ctr"/>
            <a:r>
              <a:rPr lang="pt-BR" sz="9600" dirty="0">
                <a:solidFill>
                  <a:schemeClr val="bg1"/>
                </a:solidFill>
                <a:latin typeface="Arial Black" panose="020B0A04020102020204" pitchFamily="34" charset="0"/>
              </a:rPr>
              <a:t>1</a:t>
            </a:r>
          </a:p>
          <a:p>
            <a:pPr algn="ctr"/>
            <a:r>
              <a:rPr lang="pt-BR" sz="9600" dirty="0">
                <a:solidFill>
                  <a:schemeClr val="bg1"/>
                </a:solidFill>
                <a:latin typeface="Arial Black" panose="020B0A04020102020204" pitchFamily="34" charset="0"/>
              </a:rPr>
              <a:t>0</a:t>
            </a:r>
          </a:p>
        </p:txBody>
      </p:sp>
      <p:sp>
        <p:nvSpPr>
          <p:cNvPr id="9" name="N1">
            <a:extLst>
              <a:ext uri="{FF2B5EF4-FFF2-40B4-BE49-F238E27FC236}">
                <a16:creationId xmlns:a16="http://schemas.microsoft.com/office/drawing/2014/main" id="{3D3341E9-D15A-DE96-7803-45F7DB431F0F}"/>
              </a:ext>
            </a:extLst>
          </p:cNvPr>
          <p:cNvSpPr txBox="1"/>
          <p:nvPr/>
        </p:nvSpPr>
        <p:spPr>
          <a:xfrm>
            <a:off x="2446833" y="-10490241"/>
            <a:ext cx="1005403" cy="16342935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algn="ctr"/>
            <a:r>
              <a:rPr lang="pt-BR" sz="9600" dirty="0">
                <a:solidFill>
                  <a:schemeClr val="bg1"/>
                </a:solidFill>
                <a:latin typeface="Arial Black" panose="020B0A04020102020204" pitchFamily="34" charset="0"/>
              </a:rPr>
              <a:t>0</a:t>
            </a:r>
          </a:p>
          <a:p>
            <a:pPr algn="ctr"/>
            <a:r>
              <a:rPr lang="pt-BR" sz="9600" dirty="0">
                <a:solidFill>
                  <a:schemeClr val="bg1"/>
                </a:solidFill>
                <a:latin typeface="Arial Black" panose="020B0A04020102020204" pitchFamily="34" charset="0"/>
              </a:rPr>
              <a:t>9</a:t>
            </a:r>
          </a:p>
          <a:p>
            <a:pPr algn="ctr"/>
            <a:r>
              <a:rPr lang="pt-BR" sz="9600" dirty="0">
                <a:solidFill>
                  <a:schemeClr val="bg1"/>
                </a:solidFill>
                <a:latin typeface="Arial Black" panose="020B0A04020102020204" pitchFamily="34" charset="0"/>
              </a:rPr>
              <a:t>8</a:t>
            </a:r>
          </a:p>
          <a:p>
            <a:pPr algn="ctr"/>
            <a:r>
              <a:rPr lang="pt-BR" sz="9600" dirty="0">
                <a:solidFill>
                  <a:schemeClr val="bg1"/>
                </a:solidFill>
                <a:latin typeface="Arial Black" panose="020B0A04020102020204" pitchFamily="34" charset="0"/>
              </a:rPr>
              <a:t>7</a:t>
            </a:r>
          </a:p>
          <a:p>
            <a:pPr algn="ctr"/>
            <a:r>
              <a:rPr lang="pt-BR" sz="9600" dirty="0">
                <a:solidFill>
                  <a:schemeClr val="bg1"/>
                </a:solidFill>
                <a:latin typeface="Arial Black" panose="020B0A04020102020204" pitchFamily="34" charset="0"/>
              </a:rPr>
              <a:t>6</a:t>
            </a:r>
          </a:p>
          <a:p>
            <a:pPr algn="ctr"/>
            <a:r>
              <a:rPr lang="pt-BR" sz="9600" dirty="0">
                <a:solidFill>
                  <a:schemeClr val="bg1"/>
                </a:solidFill>
                <a:latin typeface="Arial Black" panose="020B0A04020102020204" pitchFamily="34" charset="0"/>
              </a:rPr>
              <a:t>5</a:t>
            </a:r>
          </a:p>
          <a:p>
            <a:pPr algn="ctr"/>
            <a:r>
              <a:rPr lang="pt-BR" sz="9600" dirty="0">
                <a:solidFill>
                  <a:schemeClr val="bg1"/>
                </a:solidFill>
                <a:latin typeface="Arial Black" panose="020B0A04020102020204" pitchFamily="34" charset="0"/>
              </a:rPr>
              <a:t>4</a:t>
            </a:r>
          </a:p>
          <a:p>
            <a:pPr algn="ctr"/>
            <a:r>
              <a:rPr lang="pt-BR" sz="9600" dirty="0">
                <a:solidFill>
                  <a:schemeClr val="bg1"/>
                </a:solidFill>
                <a:latin typeface="Arial Black" panose="020B0A04020102020204" pitchFamily="34" charset="0"/>
              </a:rPr>
              <a:t>3</a:t>
            </a:r>
          </a:p>
          <a:p>
            <a:pPr algn="ctr"/>
            <a:r>
              <a:rPr lang="pt-BR" sz="9600" dirty="0">
                <a:solidFill>
                  <a:schemeClr val="bg1"/>
                </a:solidFill>
                <a:latin typeface="Arial Black" panose="020B0A04020102020204" pitchFamily="34" charset="0"/>
              </a:rPr>
              <a:t>2</a:t>
            </a:r>
          </a:p>
          <a:p>
            <a:pPr algn="ctr"/>
            <a:r>
              <a:rPr lang="pt-BR" sz="9600" dirty="0">
                <a:solidFill>
                  <a:schemeClr val="bg1"/>
                </a:solidFill>
                <a:latin typeface="Arial Black" panose="020B0A04020102020204" pitchFamily="34" charset="0"/>
              </a:rPr>
              <a:t>1</a:t>
            </a:r>
          </a:p>
          <a:p>
            <a:pPr algn="ctr"/>
            <a:r>
              <a:rPr lang="pt-BR" sz="9600" dirty="0">
                <a:solidFill>
                  <a:schemeClr val="bg1"/>
                </a:solidFill>
                <a:latin typeface="Arial Black" panose="020B0A04020102020204" pitchFamily="34" charset="0"/>
              </a:rPr>
              <a:t>0</a:t>
            </a:r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A8D36EE0-852E-94D3-F730-2E337E84C2B3}"/>
              </a:ext>
            </a:extLst>
          </p:cNvPr>
          <p:cNvSpPr/>
          <p:nvPr/>
        </p:nvSpPr>
        <p:spPr>
          <a:xfrm>
            <a:off x="3480684" y="3646074"/>
            <a:ext cx="180000" cy="18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bg1"/>
              </a:solidFill>
            </a:endParaRPr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0F39270C-90F0-D6FC-C965-58DA9DEEB8A7}"/>
              </a:ext>
            </a:extLst>
          </p:cNvPr>
          <p:cNvSpPr/>
          <p:nvPr/>
        </p:nvSpPr>
        <p:spPr>
          <a:xfrm>
            <a:off x="6610570" y="3646074"/>
            <a:ext cx="180000" cy="18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bg1"/>
              </a:solidFill>
            </a:endParaRPr>
          </a:p>
        </p:txBody>
      </p:sp>
      <p:grpSp>
        <p:nvGrpSpPr>
          <p:cNvPr id="33" name="mascara">
            <a:extLst>
              <a:ext uri="{FF2B5EF4-FFF2-40B4-BE49-F238E27FC236}">
                <a16:creationId xmlns:a16="http://schemas.microsoft.com/office/drawing/2014/main" id="{D15CA78F-4CC9-2060-98E3-57D81EB8953F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 useBgFill="1">
          <p:nvSpPr>
            <p:cNvPr id="2" name="Forma Livre: Forma 1">
              <a:extLst>
                <a:ext uri="{FF2B5EF4-FFF2-40B4-BE49-F238E27FC236}">
                  <a16:creationId xmlns:a16="http://schemas.microsoft.com/office/drawing/2014/main" id="{E3BB555B-F8A2-8599-1681-BC4DCA0C0219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custGeom>
              <a:avLst/>
              <a:gdLst>
                <a:gd name="connsiteX0" fmla="*/ 2566220 w 12192000"/>
                <a:gd name="connsiteY0" fmla="*/ 2632290 h 6858000"/>
                <a:gd name="connsiteX1" fmla="*/ 2322443 w 12192000"/>
                <a:gd name="connsiteY1" fmla="*/ 2876067 h 6858000"/>
                <a:gd name="connsiteX2" fmla="*/ 2322443 w 12192000"/>
                <a:gd name="connsiteY2" fmla="*/ 3851145 h 6858000"/>
                <a:gd name="connsiteX3" fmla="*/ 2566220 w 12192000"/>
                <a:gd name="connsiteY3" fmla="*/ 4094922 h 6858000"/>
                <a:gd name="connsiteX4" fmla="*/ 9625780 w 12192000"/>
                <a:gd name="connsiteY4" fmla="*/ 4094922 h 6858000"/>
                <a:gd name="connsiteX5" fmla="*/ 9869557 w 12192000"/>
                <a:gd name="connsiteY5" fmla="*/ 3851145 h 6858000"/>
                <a:gd name="connsiteX6" fmla="*/ 9869557 w 12192000"/>
                <a:gd name="connsiteY6" fmla="*/ 2876067 h 6858000"/>
                <a:gd name="connsiteX7" fmla="*/ 9625780 w 12192000"/>
                <a:gd name="connsiteY7" fmla="*/ 2632290 h 6858000"/>
                <a:gd name="connsiteX8" fmla="*/ 0 w 12192000"/>
                <a:gd name="connsiteY8" fmla="*/ 0 h 6858000"/>
                <a:gd name="connsiteX9" fmla="*/ 12192000 w 12192000"/>
                <a:gd name="connsiteY9" fmla="*/ 0 h 6858000"/>
                <a:gd name="connsiteX10" fmla="*/ 12192000 w 12192000"/>
                <a:gd name="connsiteY10" fmla="*/ 6858000 h 6858000"/>
                <a:gd name="connsiteX11" fmla="*/ 0 w 12192000"/>
                <a:gd name="connsiteY11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192000" h="6858000">
                  <a:moveTo>
                    <a:pt x="2566220" y="2632290"/>
                  </a:moveTo>
                  <a:cubicBezTo>
                    <a:pt x="2431586" y="2632290"/>
                    <a:pt x="2322443" y="2741433"/>
                    <a:pt x="2322443" y="2876067"/>
                  </a:cubicBezTo>
                  <a:lnTo>
                    <a:pt x="2322443" y="3851145"/>
                  </a:lnTo>
                  <a:cubicBezTo>
                    <a:pt x="2322443" y="3985779"/>
                    <a:pt x="2431586" y="4094922"/>
                    <a:pt x="2566220" y="4094922"/>
                  </a:cubicBezTo>
                  <a:lnTo>
                    <a:pt x="9625780" y="4094922"/>
                  </a:lnTo>
                  <a:cubicBezTo>
                    <a:pt x="9760414" y="4094922"/>
                    <a:pt x="9869557" y="3985779"/>
                    <a:pt x="9869557" y="3851145"/>
                  </a:cubicBezTo>
                  <a:lnTo>
                    <a:pt x="9869557" y="2876067"/>
                  </a:lnTo>
                  <a:cubicBezTo>
                    <a:pt x="9869557" y="2741433"/>
                    <a:pt x="9760414" y="2632290"/>
                    <a:pt x="9625780" y="2632290"/>
                  </a:cubicBezTo>
                  <a:close/>
                  <a:moveTo>
                    <a:pt x="0" y="0"/>
                  </a:moveTo>
                  <a:lnTo>
                    <a:pt x="12192000" y="0"/>
                  </a:lnTo>
                  <a:lnTo>
                    <a:pt x="12192000" y="6858000"/>
                  </a:lnTo>
                  <a:lnTo>
                    <a:pt x="0" y="6858000"/>
                  </a:lnTo>
                  <a:close/>
                </a:path>
              </a:pathLst>
            </a:custGeom>
            <a:ln>
              <a:noFill/>
            </a:ln>
            <a:effectLst>
              <a:outerShdw blurRad="3810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pt-BR">
                <a:solidFill>
                  <a:schemeClr val="bg1"/>
                </a:solidFill>
              </a:endParaRPr>
            </a:p>
          </p:txBody>
        </p:sp>
        <p:sp>
          <p:nvSpPr>
            <p:cNvPr id="12" name="CaixaDeTexto 11">
              <a:extLst>
                <a:ext uri="{FF2B5EF4-FFF2-40B4-BE49-F238E27FC236}">
                  <a16:creationId xmlns:a16="http://schemas.microsoft.com/office/drawing/2014/main" id="{96A3085B-0736-C7C2-B2F6-36B13FDD8235}"/>
                </a:ext>
              </a:extLst>
            </p:cNvPr>
            <p:cNvSpPr txBox="1"/>
            <p:nvPr/>
          </p:nvSpPr>
          <p:spPr>
            <a:xfrm>
              <a:off x="1667254" y="2555761"/>
              <a:ext cx="64472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2800" b="1">
                  <a:solidFill>
                    <a:schemeClr val="bg1"/>
                  </a:solidFill>
                </a:rPr>
                <a:t>R$</a:t>
              </a:r>
            </a:p>
          </p:txBody>
        </p:sp>
        <p:sp>
          <p:nvSpPr>
            <p:cNvPr id="13" name="CaixaDeTexto 12">
              <a:extLst>
                <a:ext uri="{FF2B5EF4-FFF2-40B4-BE49-F238E27FC236}">
                  <a16:creationId xmlns:a16="http://schemas.microsoft.com/office/drawing/2014/main" id="{FD8662E9-D427-687A-2309-DC3CFC805528}"/>
                </a:ext>
              </a:extLst>
            </p:cNvPr>
            <p:cNvSpPr txBox="1"/>
            <p:nvPr/>
          </p:nvSpPr>
          <p:spPr>
            <a:xfrm>
              <a:off x="280283" y="1020180"/>
              <a:ext cx="11631434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4800" b="1" dirty="0">
                  <a:solidFill>
                    <a:schemeClr val="bg1"/>
                  </a:solidFill>
                  <a:latin typeface="Arial Black" panose="020B0A04020102020204" pitchFamily="34" charset="0"/>
                </a:rPr>
                <a:t>Vocês ganharam 1 Milhão </a:t>
              </a:r>
            </a:p>
          </p:txBody>
        </p:sp>
      </p:grpSp>
      <p:pic>
        <p:nvPicPr>
          <p:cNvPr id="14" name="emoji">
            <a:extLst>
              <a:ext uri="{FF2B5EF4-FFF2-40B4-BE49-F238E27FC236}">
                <a16:creationId xmlns:a16="http://schemas.microsoft.com/office/drawing/2014/main" id="{5A566F0D-2387-2796-2D8B-2479ECEAB99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9343083" y="1938181"/>
            <a:ext cx="1085856" cy="1085856"/>
          </a:xfrm>
          <a:prstGeom prst="rect">
            <a:avLst/>
          </a:prstGeom>
          <a:effectLst>
            <a:outerShdw blurRad="635000" dist="190500" dir="2700000" algn="tl" rotWithShape="0">
              <a:prstClr val="black">
                <a:alpha val="60000"/>
              </a:prstClr>
            </a:outerShdw>
          </a:effectLst>
        </p:spPr>
      </p:pic>
      <p:grpSp>
        <p:nvGrpSpPr>
          <p:cNvPr id="15" name="barra de progresso">
            <a:extLst>
              <a:ext uri="{FF2B5EF4-FFF2-40B4-BE49-F238E27FC236}">
                <a16:creationId xmlns:a16="http://schemas.microsoft.com/office/drawing/2014/main" id="{7FABF507-4277-C92C-F161-7B85F61EBBDD}"/>
              </a:ext>
            </a:extLst>
          </p:cNvPr>
          <p:cNvGrpSpPr/>
          <p:nvPr/>
        </p:nvGrpSpPr>
        <p:grpSpPr>
          <a:xfrm>
            <a:off x="540326" y="6168042"/>
            <a:ext cx="11111348" cy="216000"/>
            <a:chOff x="540326" y="6168042"/>
            <a:chExt cx="11111348" cy="216000"/>
          </a:xfrm>
        </p:grpSpPr>
        <p:sp>
          <p:nvSpPr>
            <p:cNvPr id="16" name="Retângulo: Cantos Arredondados 15">
              <a:extLst>
                <a:ext uri="{FF2B5EF4-FFF2-40B4-BE49-F238E27FC236}">
                  <a16:creationId xmlns:a16="http://schemas.microsoft.com/office/drawing/2014/main" id="{DDDB300D-99CB-C7E2-2CFF-D9F90B4098F0}"/>
                </a:ext>
              </a:extLst>
            </p:cNvPr>
            <p:cNvSpPr/>
            <p:nvPr/>
          </p:nvSpPr>
          <p:spPr>
            <a:xfrm>
              <a:off x="540326" y="6168042"/>
              <a:ext cx="540000" cy="216000"/>
            </a:xfrm>
            <a:prstGeom prst="roundRect">
              <a:avLst>
                <a:gd name="adj" fmla="val 50000"/>
              </a:avLst>
            </a:prstGeom>
            <a:solidFill>
              <a:srgbClr val="FFC000"/>
            </a:solidFill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7" name="Retângulo: Cantos Arredondados 16">
              <a:extLst>
                <a:ext uri="{FF2B5EF4-FFF2-40B4-BE49-F238E27FC236}">
                  <a16:creationId xmlns:a16="http://schemas.microsoft.com/office/drawing/2014/main" id="{6CD50FE3-8371-B449-A5DA-2C43FA8D0BBF}"/>
                </a:ext>
              </a:extLst>
            </p:cNvPr>
            <p:cNvSpPr/>
            <p:nvPr/>
          </p:nvSpPr>
          <p:spPr>
            <a:xfrm>
              <a:off x="1245083" y="6168042"/>
              <a:ext cx="540000" cy="216000"/>
            </a:xfrm>
            <a:prstGeom prst="roundRect">
              <a:avLst>
                <a:gd name="adj" fmla="val 50000"/>
              </a:avLst>
            </a:prstGeom>
            <a:solidFill>
              <a:srgbClr val="FFC000"/>
            </a:solidFill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8" name="Retângulo: Cantos Arredondados 17">
              <a:extLst>
                <a:ext uri="{FF2B5EF4-FFF2-40B4-BE49-F238E27FC236}">
                  <a16:creationId xmlns:a16="http://schemas.microsoft.com/office/drawing/2014/main" id="{A061661E-4A5F-C011-EBD2-CE032B8D2EB5}"/>
                </a:ext>
              </a:extLst>
            </p:cNvPr>
            <p:cNvSpPr/>
            <p:nvPr/>
          </p:nvSpPr>
          <p:spPr>
            <a:xfrm>
              <a:off x="1949840" y="6168042"/>
              <a:ext cx="540000" cy="216000"/>
            </a:xfrm>
            <a:prstGeom prst="roundRect">
              <a:avLst>
                <a:gd name="adj" fmla="val 50000"/>
              </a:avLst>
            </a:prstGeom>
            <a:solidFill>
              <a:srgbClr val="FFC000"/>
            </a:solidFill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9" name="Retângulo: Cantos Arredondados 18">
              <a:extLst>
                <a:ext uri="{FF2B5EF4-FFF2-40B4-BE49-F238E27FC236}">
                  <a16:creationId xmlns:a16="http://schemas.microsoft.com/office/drawing/2014/main" id="{FE0EE69A-C928-1385-6C5E-62B648933E17}"/>
                </a:ext>
              </a:extLst>
            </p:cNvPr>
            <p:cNvSpPr/>
            <p:nvPr/>
          </p:nvSpPr>
          <p:spPr>
            <a:xfrm>
              <a:off x="2654597" y="6168042"/>
              <a:ext cx="540000" cy="216000"/>
            </a:xfrm>
            <a:prstGeom prst="roundRect">
              <a:avLst>
                <a:gd name="adj" fmla="val 50000"/>
              </a:avLst>
            </a:prstGeom>
            <a:solidFill>
              <a:srgbClr val="FFC000"/>
            </a:solidFill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0" name="Retângulo: Cantos Arredondados 19">
              <a:extLst>
                <a:ext uri="{FF2B5EF4-FFF2-40B4-BE49-F238E27FC236}">
                  <a16:creationId xmlns:a16="http://schemas.microsoft.com/office/drawing/2014/main" id="{6A7D976D-231E-E4E4-AF22-4F9D0BE610D5}"/>
                </a:ext>
              </a:extLst>
            </p:cNvPr>
            <p:cNvSpPr/>
            <p:nvPr/>
          </p:nvSpPr>
          <p:spPr>
            <a:xfrm>
              <a:off x="3359354" y="6168042"/>
              <a:ext cx="540000" cy="216000"/>
            </a:xfrm>
            <a:prstGeom prst="roundRect">
              <a:avLst>
                <a:gd name="adj" fmla="val 50000"/>
              </a:avLst>
            </a:prstGeom>
            <a:solidFill>
              <a:srgbClr val="FFC000"/>
            </a:solidFill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1" name="Retângulo: Cantos Arredondados 20">
              <a:extLst>
                <a:ext uri="{FF2B5EF4-FFF2-40B4-BE49-F238E27FC236}">
                  <a16:creationId xmlns:a16="http://schemas.microsoft.com/office/drawing/2014/main" id="{2F9C112D-885C-66B6-DF20-28C723858BD1}"/>
                </a:ext>
              </a:extLst>
            </p:cNvPr>
            <p:cNvSpPr/>
            <p:nvPr/>
          </p:nvSpPr>
          <p:spPr>
            <a:xfrm>
              <a:off x="4064111" y="6168042"/>
              <a:ext cx="540000" cy="216000"/>
            </a:xfrm>
            <a:prstGeom prst="roundRect">
              <a:avLst>
                <a:gd name="adj" fmla="val 50000"/>
              </a:avLst>
            </a:prstGeom>
            <a:solidFill>
              <a:srgbClr val="FFC000"/>
            </a:solidFill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2" name="Retângulo: Cantos Arredondados 21">
              <a:extLst>
                <a:ext uri="{FF2B5EF4-FFF2-40B4-BE49-F238E27FC236}">
                  <a16:creationId xmlns:a16="http://schemas.microsoft.com/office/drawing/2014/main" id="{3C82FF7A-E181-F8CC-E2AD-39F82220AA6E}"/>
                </a:ext>
              </a:extLst>
            </p:cNvPr>
            <p:cNvSpPr/>
            <p:nvPr/>
          </p:nvSpPr>
          <p:spPr>
            <a:xfrm>
              <a:off x="4768868" y="6168042"/>
              <a:ext cx="540000" cy="216000"/>
            </a:xfrm>
            <a:prstGeom prst="roundRect">
              <a:avLst>
                <a:gd name="adj" fmla="val 50000"/>
              </a:avLst>
            </a:prstGeom>
            <a:solidFill>
              <a:srgbClr val="FFC000"/>
            </a:solidFill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3" name="Retângulo: Cantos Arredondados 22">
              <a:extLst>
                <a:ext uri="{FF2B5EF4-FFF2-40B4-BE49-F238E27FC236}">
                  <a16:creationId xmlns:a16="http://schemas.microsoft.com/office/drawing/2014/main" id="{225FE344-E906-370D-AEC1-BBACE176BDA7}"/>
                </a:ext>
              </a:extLst>
            </p:cNvPr>
            <p:cNvSpPr/>
            <p:nvPr/>
          </p:nvSpPr>
          <p:spPr>
            <a:xfrm>
              <a:off x="5473625" y="6168042"/>
              <a:ext cx="540000" cy="216000"/>
            </a:xfrm>
            <a:prstGeom prst="roundRect">
              <a:avLst>
                <a:gd name="adj" fmla="val 50000"/>
              </a:avLst>
            </a:prstGeom>
            <a:solidFill>
              <a:srgbClr val="FFC000"/>
            </a:solidFill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4" name="Retângulo: Cantos Arredondados 23">
              <a:extLst>
                <a:ext uri="{FF2B5EF4-FFF2-40B4-BE49-F238E27FC236}">
                  <a16:creationId xmlns:a16="http://schemas.microsoft.com/office/drawing/2014/main" id="{414F9CE0-A51B-5FDB-D196-76C1C7A17B93}"/>
                </a:ext>
              </a:extLst>
            </p:cNvPr>
            <p:cNvSpPr/>
            <p:nvPr/>
          </p:nvSpPr>
          <p:spPr>
            <a:xfrm>
              <a:off x="6178382" y="6168042"/>
              <a:ext cx="540000" cy="216000"/>
            </a:xfrm>
            <a:prstGeom prst="roundRect">
              <a:avLst>
                <a:gd name="adj" fmla="val 50000"/>
              </a:avLst>
            </a:prstGeom>
            <a:solidFill>
              <a:srgbClr val="FFC000"/>
            </a:solidFill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5" name="Retângulo: Cantos Arredondados 24">
              <a:extLst>
                <a:ext uri="{FF2B5EF4-FFF2-40B4-BE49-F238E27FC236}">
                  <a16:creationId xmlns:a16="http://schemas.microsoft.com/office/drawing/2014/main" id="{3C8022CE-EAAA-D0D8-1695-86AE0799EC45}"/>
                </a:ext>
              </a:extLst>
            </p:cNvPr>
            <p:cNvSpPr/>
            <p:nvPr/>
          </p:nvSpPr>
          <p:spPr>
            <a:xfrm>
              <a:off x="6883139" y="6168042"/>
              <a:ext cx="540000" cy="216000"/>
            </a:xfrm>
            <a:prstGeom prst="roundRect">
              <a:avLst>
                <a:gd name="adj" fmla="val 50000"/>
              </a:avLst>
            </a:prstGeom>
            <a:solidFill>
              <a:srgbClr val="FFC000"/>
            </a:solidFill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6" name="Retângulo: Cantos Arredondados 25">
              <a:extLst>
                <a:ext uri="{FF2B5EF4-FFF2-40B4-BE49-F238E27FC236}">
                  <a16:creationId xmlns:a16="http://schemas.microsoft.com/office/drawing/2014/main" id="{87CFF7B6-184F-C204-E305-CE63AD3704F4}"/>
                </a:ext>
              </a:extLst>
            </p:cNvPr>
            <p:cNvSpPr/>
            <p:nvPr/>
          </p:nvSpPr>
          <p:spPr>
            <a:xfrm>
              <a:off x="7587896" y="6168042"/>
              <a:ext cx="540000" cy="216000"/>
            </a:xfrm>
            <a:prstGeom prst="roundRect">
              <a:avLst>
                <a:gd name="adj" fmla="val 50000"/>
              </a:avLst>
            </a:prstGeom>
            <a:solidFill>
              <a:srgbClr val="FFC000"/>
            </a:solidFill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7" name="Retângulo: Cantos Arredondados 26">
              <a:extLst>
                <a:ext uri="{FF2B5EF4-FFF2-40B4-BE49-F238E27FC236}">
                  <a16:creationId xmlns:a16="http://schemas.microsoft.com/office/drawing/2014/main" id="{41E23105-0B5B-3D1E-A40F-4BC88A4277EF}"/>
                </a:ext>
              </a:extLst>
            </p:cNvPr>
            <p:cNvSpPr/>
            <p:nvPr/>
          </p:nvSpPr>
          <p:spPr>
            <a:xfrm>
              <a:off x="8292653" y="6168042"/>
              <a:ext cx="540000" cy="216000"/>
            </a:xfrm>
            <a:prstGeom prst="roundRect">
              <a:avLst>
                <a:gd name="adj" fmla="val 50000"/>
              </a:avLst>
            </a:prstGeom>
            <a:solidFill>
              <a:srgbClr val="FFC000"/>
            </a:solidFill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8" name="Retângulo: Cantos Arredondados 27">
              <a:extLst>
                <a:ext uri="{FF2B5EF4-FFF2-40B4-BE49-F238E27FC236}">
                  <a16:creationId xmlns:a16="http://schemas.microsoft.com/office/drawing/2014/main" id="{2C0F8B6B-B8ED-F47D-B721-CCF7F376B23E}"/>
                </a:ext>
              </a:extLst>
            </p:cNvPr>
            <p:cNvSpPr/>
            <p:nvPr/>
          </p:nvSpPr>
          <p:spPr>
            <a:xfrm>
              <a:off x="8997410" y="6168042"/>
              <a:ext cx="540000" cy="216000"/>
            </a:xfrm>
            <a:prstGeom prst="roundRect">
              <a:avLst>
                <a:gd name="adj" fmla="val 50000"/>
              </a:avLst>
            </a:prstGeom>
            <a:solidFill>
              <a:srgbClr val="FFC000"/>
            </a:solidFill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9" name="Retângulo: Cantos Arredondados 28">
              <a:extLst>
                <a:ext uri="{FF2B5EF4-FFF2-40B4-BE49-F238E27FC236}">
                  <a16:creationId xmlns:a16="http://schemas.microsoft.com/office/drawing/2014/main" id="{EFBB575C-04D9-10FC-5F7C-D121E8A5C1EF}"/>
                </a:ext>
              </a:extLst>
            </p:cNvPr>
            <p:cNvSpPr/>
            <p:nvPr/>
          </p:nvSpPr>
          <p:spPr>
            <a:xfrm>
              <a:off x="9702167" y="6168042"/>
              <a:ext cx="540000" cy="216000"/>
            </a:xfrm>
            <a:prstGeom prst="roundRect">
              <a:avLst>
                <a:gd name="adj" fmla="val 50000"/>
              </a:avLst>
            </a:prstGeom>
            <a:solidFill>
              <a:srgbClr val="FFC000"/>
            </a:solidFill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0" name="Retângulo: Cantos Arredondados 29">
              <a:extLst>
                <a:ext uri="{FF2B5EF4-FFF2-40B4-BE49-F238E27FC236}">
                  <a16:creationId xmlns:a16="http://schemas.microsoft.com/office/drawing/2014/main" id="{34F1E53C-2CF5-D611-438F-553A7B3B289D}"/>
                </a:ext>
              </a:extLst>
            </p:cNvPr>
            <p:cNvSpPr/>
            <p:nvPr/>
          </p:nvSpPr>
          <p:spPr>
            <a:xfrm>
              <a:off x="10406924" y="6168042"/>
              <a:ext cx="540000" cy="216000"/>
            </a:xfrm>
            <a:prstGeom prst="roundRect">
              <a:avLst>
                <a:gd name="adj" fmla="val 50000"/>
              </a:avLst>
            </a:prstGeom>
            <a:solidFill>
              <a:srgbClr val="FFC000"/>
            </a:solidFill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1" name="Retângulo: Cantos Arredondados 30">
              <a:extLst>
                <a:ext uri="{FF2B5EF4-FFF2-40B4-BE49-F238E27FC236}">
                  <a16:creationId xmlns:a16="http://schemas.microsoft.com/office/drawing/2014/main" id="{11573C32-74C5-9D14-2CC8-EDB02D33E8B0}"/>
                </a:ext>
              </a:extLst>
            </p:cNvPr>
            <p:cNvSpPr/>
            <p:nvPr/>
          </p:nvSpPr>
          <p:spPr>
            <a:xfrm>
              <a:off x="11111674" y="6168042"/>
              <a:ext cx="540000" cy="216000"/>
            </a:xfrm>
            <a:prstGeom prst="roundRect">
              <a:avLst>
                <a:gd name="adj" fmla="val 50000"/>
              </a:avLst>
            </a:prstGeom>
            <a:solidFill>
              <a:srgbClr val="FFC000"/>
            </a:solidFill>
            <a:ln w="63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32" name="Mensagem">
            <a:extLst>
              <a:ext uri="{FF2B5EF4-FFF2-40B4-BE49-F238E27FC236}">
                <a16:creationId xmlns:a16="http://schemas.microsoft.com/office/drawing/2014/main" id="{A642EB49-4E0F-5FF3-2737-F9E21E14DCE0}"/>
              </a:ext>
            </a:extLst>
          </p:cNvPr>
          <p:cNvSpPr txBox="1"/>
          <p:nvPr/>
        </p:nvSpPr>
        <p:spPr>
          <a:xfrm>
            <a:off x="467722" y="5466368"/>
            <a:ext cx="5628281" cy="707886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r>
              <a:rPr lang="pt-BR" sz="2000" dirty="0">
                <a:solidFill>
                  <a:schemeClr val="bg1"/>
                </a:solidFill>
              </a:rPr>
              <a:t>Um milhão de oportunidades para conhecer e explorar a ferrovia</a:t>
            </a:r>
          </a:p>
        </p:txBody>
      </p:sp>
      <p:pic>
        <p:nvPicPr>
          <p:cNvPr id="35" name="Imagem 34" descr="Desenho preto e branco&#10;&#10;O conteúdo gerado por IA pode estar incorreto.">
            <a:extLst>
              <a:ext uri="{FF2B5EF4-FFF2-40B4-BE49-F238E27FC236}">
                <a16:creationId xmlns:a16="http://schemas.microsoft.com/office/drawing/2014/main" id="{6B62232B-40EE-D218-8989-7837904FBAB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83613" y="-4725435"/>
            <a:ext cx="2438400" cy="2857500"/>
          </a:xfrm>
          <a:prstGeom prst="rect">
            <a:avLst/>
          </a:prstGeom>
        </p:spPr>
      </p:pic>
      <p:pic>
        <p:nvPicPr>
          <p:cNvPr id="36" name="Imagem 35" descr="Desenho preto e branco&#10;&#10;O conteúdo gerado por IA pode estar incorreto.">
            <a:extLst>
              <a:ext uri="{FF2B5EF4-FFF2-40B4-BE49-F238E27FC236}">
                <a16:creationId xmlns:a16="http://schemas.microsoft.com/office/drawing/2014/main" id="{13D76853-0679-B3B6-8AD6-32F47C98897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8054" y="-6684801"/>
            <a:ext cx="2020639" cy="2367936"/>
          </a:xfrm>
          <a:prstGeom prst="rect">
            <a:avLst/>
          </a:prstGeom>
        </p:spPr>
      </p:pic>
      <p:pic>
        <p:nvPicPr>
          <p:cNvPr id="37" name="Imagem 36" descr="Desenho preto e branco&#10;&#10;O conteúdo gerado por IA pode estar incorreto.">
            <a:extLst>
              <a:ext uri="{FF2B5EF4-FFF2-40B4-BE49-F238E27FC236}">
                <a16:creationId xmlns:a16="http://schemas.microsoft.com/office/drawing/2014/main" id="{64C7B3E2-B2B3-B26C-64D9-5FB8598540F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8070" y="-3612281"/>
            <a:ext cx="2332729" cy="2733666"/>
          </a:xfrm>
          <a:prstGeom prst="rect">
            <a:avLst/>
          </a:prstGeom>
        </p:spPr>
      </p:pic>
      <p:pic>
        <p:nvPicPr>
          <p:cNvPr id="38" name="Imagem 37" descr="Desenho preto e branco&#10;&#10;O conteúdo gerado por IA pode estar incorreto.">
            <a:extLst>
              <a:ext uri="{FF2B5EF4-FFF2-40B4-BE49-F238E27FC236}">
                <a16:creationId xmlns:a16="http://schemas.microsoft.com/office/drawing/2014/main" id="{715BAF43-0902-A08A-598B-5F6DE3096A5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4576" y="-5353476"/>
            <a:ext cx="2332729" cy="2733666"/>
          </a:xfrm>
          <a:prstGeom prst="rect">
            <a:avLst/>
          </a:prstGeom>
        </p:spPr>
      </p:pic>
      <p:pic>
        <p:nvPicPr>
          <p:cNvPr id="39" name="Imagem 38" descr="Desenho preto e branco&#10;&#10;O conteúdo gerado por IA pode estar incorreto.">
            <a:extLst>
              <a:ext uri="{FF2B5EF4-FFF2-40B4-BE49-F238E27FC236}">
                <a16:creationId xmlns:a16="http://schemas.microsoft.com/office/drawing/2014/main" id="{F50603E3-7AFB-6A5B-B830-0154CAF2489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4319" y="-2783841"/>
            <a:ext cx="2332729" cy="2733666"/>
          </a:xfrm>
          <a:prstGeom prst="rect">
            <a:avLst/>
          </a:prstGeom>
        </p:spPr>
      </p:pic>
      <p:pic>
        <p:nvPicPr>
          <p:cNvPr id="40" name="Imagem 39" descr="Desenho preto e branco&#10;&#10;O conteúdo gerado por IA pode estar incorreto.">
            <a:extLst>
              <a:ext uri="{FF2B5EF4-FFF2-40B4-BE49-F238E27FC236}">
                <a16:creationId xmlns:a16="http://schemas.microsoft.com/office/drawing/2014/main" id="{0ED13C70-F97B-4F0D-D773-BFDD1E1AEA0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0360" y="-4447118"/>
            <a:ext cx="2250537" cy="2637347"/>
          </a:xfrm>
          <a:prstGeom prst="rect">
            <a:avLst/>
          </a:prstGeom>
        </p:spPr>
      </p:pic>
      <p:pic>
        <p:nvPicPr>
          <p:cNvPr id="41" name="Imagem 40" descr="Desenho preto e branco&#10;&#10;O conteúdo gerado por IA pode estar incorreto.">
            <a:extLst>
              <a:ext uri="{FF2B5EF4-FFF2-40B4-BE49-F238E27FC236}">
                <a16:creationId xmlns:a16="http://schemas.microsoft.com/office/drawing/2014/main" id="{D0C410E8-A251-60DD-E627-521D63D618A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9744" y="-5276407"/>
            <a:ext cx="2250537" cy="2637347"/>
          </a:xfrm>
          <a:prstGeom prst="rect">
            <a:avLst/>
          </a:prstGeom>
        </p:spPr>
      </p:pic>
      <p:pic>
        <p:nvPicPr>
          <p:cNvPr id="42" name="Imagem 41" descr="Desenho preto e branco&#10;&#10;O conteúdo gerado por IA pode estar incorreto.">
            <a:extLst>
              <a:ext uri="{FF2B5EF4-FFF2-40B4-BE49-F238E27FC236}">
                <a16:creationId xmlns:a16="http://schemas.microsoft.com/office/drawing/2014/main" id="{0F6BF231-7243-3730-BB84-F511CB33C7E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3453" y="-6208261"/>
            <a:ext cx="2250537" cy="2637347"/>
          </a:xfrm>
          <a:prstGeom prst="rect">
            <a:avLst/>
          </a:prstGeom>
        </p:spPr>
      </p:pic>
      <p:pic>
        <p:nvPicPr>
          <p:cNvPr id="43" name="Imagem 42" descr="Desenho preto e branco&#10;&#10;O conteúdo gerado por IA pode estar incorreto.">
            <a:extLst>
              <a:ext uri="{FF2B5EF4-FFF2-40B4-BE49-F238E27FC236}">
                <a16:creationId xmlns:a16="http://schemas.microsoft.com/office/drawing/2014/main" id="{5C44CB96-5B3B-6B7B-58CD-6A17D9D9621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3574" y="-2487259"/>
            <a:ext cx="2250537" cy="2637347"/>
          </a:xfrm>
          <a:prstGeom prst="rect">
            <a:avLst/>
          </a:prstGeom>
        </p:spPr>
      </p:pic>
      <p:pic>
        <p:nvPicPr>
          <p:cNvPr id="44" name="Imagem 43" descr="Desenho preto e branco&#10;&#10;O conteúdo gerado por IA pode estar incorreto.">
            <a:extLst>
              <a:ext uri="{FF2B5EF4-FFF2-40B4-BE49-F238E27FC236}">
                <a16:creationId xmlns:a16="http://schemas.microsoft.com/office/drawing/2014/main" id="{EFF71540-2862-DE42-2CD4-1DE0FC0FA23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8356" y="-2847341"/>
            <a:ext cx="2250537" cy="2637347"/>
          </a:xfrm>
          <a:prstGeom prst="rect">
            <a:avLst/>
          </a:prstGeom>
        </p:spPr>
      </p:pic>
      <p:pic>
        <p:nvPicPr>
          <p:cNvPr id="45" name="Imagem 44" descr="Desenho preto e branco&#10;&#10;O conteúdo gerado por IA pode estar incorreto.">
            <a:extLst>
              <a:ext uri="{FF2B5EF4-FFF2-40B4-BE49-F238E27FC236}">
                <a16:creationId xmlns:a16="http://schemas.microsoft.com/office/drawing/2014/main" id="{C80D815E-5FFD-EB46-2295-1A525E0CE51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6068" y="-4795780"/>
            <a:ext cx="2250537" cy="2637347"/>
          </a:xfrm>
          <a:prstGeom prst="rect">
            <a:avLst/>
          </a:prstGeom>
        </p:spPr>
      </p:pic>
      <p:pic>
        <p:nvPicPr>
          <p:cNvPr id="46" name="Imagem 45" descr="Desenho preto e branco&#10;&#10;O conteúdo gerado por IA pode estar incorreto.">
            <a:extLst>
              <a:ext uri="{FF2B5EF4-FFF2-40B4-BE49-F238E27FC236}">
                <a16:creationId xmlns:a16="http://schemas.microsoft.com/office/drawing/2014/main" id="{BE4F052F-1806-8877-D575-7A2E54408F6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57278" y="-3837771"/>
            <a:ext cx="2250537" cy="2637347"/>
          </a:xfrm>
          <a:prstGeom prst="rect">
            <a:avLst/>
          </a:prstGeom>
        </p:spPr>
      </p:pic>
      <p:pic>
        <p:nvPicPr>
          <p:cNvPr id="47" name="Imagem 46" descr="Desenho preto e branco&#10;&#10;O conteúdo gerado por IA pode estar incorreto.">
            <a:extLst>
              <a:ext uri="{FF2B5EF4-FFF2-40B4-BE49-F238E27FC236}">
                <a16:creationId xmlns:a16="http://schemas.microsoft.com/office/drawing/2014/main" id="{9F868496-BD9C-46F4-F372-7C4693C724A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3414" y="-2314402"/>
            <a:ext cx="2250537" cy="2637347"/>
          </a:xfrm>
          <a:prstGeom prst="rect">
            <a:avLst/>
          </a:prstGeom>
        </p:spPr>
      </p:pic>
      <p:pic>
        <p:nvPicPr>
          <p:cNvPr id="48" name="Imagem 47" descr="Desenho preto e branco&#10;&#10;O conteúdo gerado por IA pode estar incorreto.">
            <a:extLst>
              <a:ext uri="{FF2B5EF4-FFF2-40B4-BE49-F238E27FC236}">
                <a16:creationId xmlns:a16="http://schemas.microsoft.com/office/drawing/2014/main" id="{FE7BC3B0-07D8-DB72-67A6-7CA5AFBC63B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13990" y="-6491574"/>
            <a:ext cx="2390609" cy="2801494"/>
          </a:xfrm>
          <a:prstGeom prst="rect">
            <a:avLst/>
          </a:prstGeom>
        </p:spPr>
      </p:pic>
      <p:pic>
        <p:nvPicPr>
          <p:cNvPr id="49" name="Imagem 48" descr="Desenho preto e branco&#10;&#10;O conteúdo gerado por IA pode estar incorreto.">
            <a:extLst>
              <a:ext uri="{FF2B5EF4-FFF2-40B4-BE49-F238E27FC236}">
                <a16:creationId xmlns:a16="http://schemas.microsoft.com/office/drawing/2014/main" id="{0F479F60-B914-803B-EA86-6A9F05910E4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3278" y="-5189309"/>
            <a:ext cx="2623470" cy="3074378"/>
          </a:xfrm>
          <a:prstGeom prst="rect">
            <a:avLst/>
          </a:prstGeom>
        </p:spPr>
      </p:pic>
      <p:pic>
        <p:nvPicPr>
          <p:cNvPr id="50" name="Imagem 49" descr="Desenho preto e branco&#10;&#10;O conteúdo gerado por IA pode estar incorreto.">
            <a:extLst>
              <a:ext uri="{FF2B5EF4-FFF2-40B4-BE49-F238E27FC236}">
                <a16:creationId xmlns:a16="http://schemas.microsoft.com/office/drawing/2014/main" id="{4B654664-EFC1-74BE-CCCE-BF4F8AA9049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19097" y="-3274906"/>
            <a:ext cx="2353706" cy="2758248"/>
          </a:xfrm>
          <a:prstGeom prst="rect">
            <a:avLst/>
          </a:prstGeom>
        </p:spPr>
      </p:pic>
      <p:pic>
        <p:nvPicPr>
          <p:cNvPr id="51" name="Imagem 50" descr="Desenho preto e branco&#10;&#10;O conteúdo gerado por IA pode estar incorreto.">
            <a:extLst>
              <a:ext uri="{FF2B5EF4-FFF2-40B4-BE49-F238E27FC236}">
                <a16:creationId xmlns:a16="http://schemas.microsoft.com/office/drawing/2014/main" id="{856551F6-D4F9-5D9B-3B7B-07DF6B41FE5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5011" y="-1390666"/>
            <a:ext cx="2353706" cy="2758248"/>
          </a:xfrm>
          <a:prstGeom prst="rect">
            <a:avLst/>
          </a:prstGeom>
        </p:spPr>
      </p:pic>
      <p:pic>
        <p:nvPicPr>
          <p:cNvPr id="52" name="Imagem 51" descr="Desenho preto e branco&#10;&#10;O conteúdo gerado por IA pode estar incorreto.">
            <a:extLst>
              <a:ext uri="{FF2B5EF4-FFF2-40B4-BE49-F238E27FC236}">
                <a16:creationId xmlns:a16="http://schemas.microsoft.com/office/drawing/2014/main" id="{169BE183-BA50-BF2B-920A-30E3A91ED5E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4232" y="-7035326"/>
            <a:ext cx="2353706" cy="2758248"/>
          </a:xfrm>
          <a:prstGeom prst="rect">
            <a:avLst/>
          </a:prstGeom>
        </p:spPr>
      </p:pic>
      <p:pic>
        <p:nvPicPr>
          <p:cNvPr id="53" name="Imagem 52" descr="Desenho preto e branco&#10;&#10;O conteúdo gerado por IA pode estar incorreto.">
            <a:extLst>
              <a:ext uri="{FF2B5EF4-FFF2-40B4-BE49-F238E27FC236}">
                <a16:creationId xmlns:a16="http://schemas.microsoft.com/office/drawing/2014/main" id="{AA1A9FA7-1294-4AF2-F6BB-8B31E8D9CFE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0828" y="-2567446"/>
            <a:ext cx="2353706" cy="2758248"/>
          </a:xfrm>
          <a:prstGeom prst="rect">
            <a:avLst/>
          </a:prstGeom>
        </p:spPr>
      </p:pic>
      <p:pic>
        <p:nvPicPr>
          <p:cNvPr id="54" name="Imagem 53" descr="Desenho preto e branco&#10;&#10;O conteúdo gerado por IA pode estar incorreto.">
            <a:extLst>
              <a:ext uri="{FF2B5EF4-FFF2-40B4-BE49-F238E27FC236}">
                <a16:creationId xmlns:a16="http://schemas.microsoft.com/office/drawing/2014/main" id="{2C16EC8C-764A-CC57-C7EB-C47C40AB1CC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01880" y="-685113"/>
            <a:ext cx="2353706" cy="2758248"/>
          </a:xfrm>
          <a:prstGeom prst="rect">
            <a:avLst/>
          </a:prstGeom>
        </p:spPr>
      </p:pic>
      <p:pic>
        <p:nvPicPr>
          <p:cNvPr id="55" name="Imagem 54" descr="Desenho preto e branco&#10;&#10;O conteúdo gerado por IA pode estar incorreto.">
            <a:extLst>
              <a:ext uri="{FF2B5EF4-FFF2-40B4-BE49-F238E27FC236}">
                <a16:creationId xmlns:a16="http://schemas.microsoft.com/office/drawing/2014/main" id="{1D7CD7B7-128B-25FB-3FC2-E5F4F639F77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14725" y="-4969554"/>
            <a:ext cx="2353706" cy="2758248"/>
          </a:xfrm>
          <a:prstGeom prst="rect">
            <a:avLst/>
          </a:prstGeom>
        </p:spPr>
      </p:pic>
      <p:pic>
        <p:nvPicPr>
          <p:cNvPr id="56" name="Imagem 55" descr="Desenho preto e branco&#10;&#10;O conteúdo gerado por IA pode estar incorreto.">
            <a:extLst>
              <a:ext uri="{FF2B5EF4-FFF2-40B4-BE49-F238E27FC236}">
                <a16:creationId xmlns:a16="http://schemas.microsoft.com/office/drawing/2014/main" id="{919C9378-CB8E-7005-6392-5E88C5622C4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05265" y="-4190074"/>
            <a:ext cx="2250537" cy="2637347"/>
          </a:xfrm>
          <a:prstGeom prst="rect">
            <a:avLst/>
          </a:prstGeom>
        </p:spPr>
      </p:pic>
      <p:pic>
        <p:nvPicPr>
          <p:cNvPr id="57" name="Imagem 56" descr="Desenho preto e branco&#10;&#10;O conteúdo gerado por IA pode estar incorreto.">
            <a:extLst>
              <a:ext uri="{FF2B5EF4-FFF2-40B4-BE49-F238E27FC236}">
                <a16:creationId xmlns:a16="http://schemas.microsoft.com/office/drawing/2014/main" id="{0F204BE5-B94E-C8E8-C797-69FF0382530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84380" y="-6404276"/>
            <a:ext cx="2250537" cy="2637347"/>
          </a:xfrm>
          <a:prstGeom prst="rect">
            <a:avLst/>
          </a:prstGeom>
        </p:spPr>
      </p:pic>
      <p:pic>
        <p:nvPicPr>
          <p:cNvPr id="58" name="Imagem 57" descr="Desenho preto e branco&#10;&#10;O conteúdo gerado por IA pode estar incorreto.">
            <a:extLst>
              <a:ext uri="{FF2B5EF4-FFF2-40B4-BE49-F238E27FC236}">
                <a16:creationId xmlns:a16="http://schemas.microsoft.com/office/drawing/2014/main" id="{5FB09278-CFE2-8912-631E-2BF73734B25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44992" y="-2619810"/>
            <a:ext cx="2250537" cy="2637347"/>
          </a:xfrm>
          <a:prstGeom prst="rect">
            <a:avLst/>
          </a:prstGeom>
        </p:spPr>
      </p:pic>
      <p:pic>
        <p:nvPicPr>
          <p:cNvPr id="59" name="Imagem 58" descr="Desenho preto e branco&#10;&#10;O conteúdo gerado por IA pode estar incorreto.">
            <a:extLst>
              <a:ext uri="{FF2B5EF4-FFF2-40B4-BE49-F238E27FC236}">
                <a16:creationId xmlns:a16="http://schemas.microsoft.com/office/drawing/2014/main" id="{E5237BB9-9DDF-950D-DE35-492E7BD1378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7374" y="-798440"/>
            <a:ext cx="2250537" cy="2637347"/>
          </a:xfrm>
          <a:prstGeom prst="rect">
            <a:avLst/>
          </a:prstGeom>
        </p:spPr>
      </p:pic>
      <p:pic>
        <p:nvPicPr>
          <p:cNvPr id="60" name="Imagem 59" descr="Desenho preto e branco&#10;&#10;O conteúdo gerado por IA pode estar incorreto.">
            <a:extLst>
              <a:ext uri="{FF2B5EF4-FFF2-40B4-BE49-F238E27FC236}">
                <a16:creationId xmlns:a16="http://schemas.microsoft.com/office/drawing/2014/main" id="{604622E9-72E2-4EFB-FBDE-DF59DD5FD42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80493" y="-1016785"/>
            <a:ext cx="2250537" cy="2637347"/>
          </a:xfrm>
          <a:prstGeom prst="rect">
            <a:avLst/>
          </a:prstGeom>
        </p:spPr>
      </p:pic>
      <p:pic>
        <p:nvPicPr>
          <p:cNvPr id="61" name="Imagem 60" descr="Desenho preto e branco&#10;&#10;O conteúdo gerado por IA pode estar incorreto.">
            <a:extLst>
              <a:ext uri="{FF2B5EF4-FFF2-40B4-BE49-F238E27FC236}">
                <a16:creationId xmlns:a16="http://schemas.microsoft.com/office/drawing/2014/main" id="{0499A40E-40D7-01A5-525C-E85609747E1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5098" y="-612725"/>
            <a:ext cx="1764453" cy="2067717"/>
          </a:xfrm>
          <a:prstGeom prst="rect">
            <a:avLst/>
          </a:prstGeom>
        </p:spPr>
      </p:pic>
      <p:pic>
        <p:nvPicPr>
          <p:cNvPr id="62" name="Imagem 61" descr="Desenho preto e branco&#10;&#10;O conteúdo gerado por IA pode estar incorreto.">
            <a:extLst>
              <a:ext uri="{FF2B5EF4-FFF2-40B4-BE49-F238E27FC236}">
                <a16:creationId xmlns:a16="http://schemas.microsoft.com/office/drawing/2014/main" id="{19C1F77C-5824-DEA1-3E78-3E241991A46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1554" y="-1230616"/>
            <a:ext cx="1764453" cy="2067717"/>
          </a:xfrm>
          <a:prstGeom prst="rect">
            <a:avLst/>
          </a:prstGeom>
        </p:spPr>
      </p:pic>
      <p:pic>
        <p:nvPicPr>
          <p:cNvPr id="63" name="Imagem 62" descr="Desenho preto e branco&#10;&#10;O conteúdo gerado por IA pode estar incorreto.">
            <a:extLst>
              <a:ext uri="{FF2B5EF4-FFF2-40B4-BE49-F238E27FC236}">
                <a16:creationId xmlns:a16="http://schemas.microsoft.com/office/drawing/2014/main" id="{DE0A674B-2A11-19B5-6AC8-065B7D49B5F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1758" y="-1185568"/>
            <a:ext cx="2349006" cy="2752740"/>
          </a:xfrm>
          <a:prstGeom prst="rect">
            <a:avLst/>
          </a:prstGeom>
        </p:spPr>
      </p:pic>
      <p:pic>
        <p:nvPicPr>
          <p:cNvPr id="64" name="PARABENS 1 MILHAO">
            <a:hlinkClick r:id="" action="ppaction://media"/>
            <a:extLst>
              <a:ext uri="{FF2B5EF4-FFF2-40B4-BE49-F238E27FC236}">
                <a16:creationId xmlns:a16="http://schemas.microsoft.com/office/drawing/2014/main" id="{FCE360C3-0775-8C63-578E-24C70F28D688}"/>
              </a:ext>
            </a:extLst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2">
                  <p14:trim end="770"/>
                </p14:media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12668040" y="-209994"/>
            <a:ext cx="1736288" cy="1736288"/>
          </a:xfrm>
          <a:prstGeom prst="rect">
            <a:avLst/>
          </a:prstGeom>
        </p:spPr>
      </p:pic>
      <p:pic>
        <p:nvPicPr>
          <p:cNvPr id="65" name="Show do Milhão   Tema de Abertura (Completo)">
            <a:hlinkClick r:id="" action="ppaction://media"/>
            <a:extLst>
              <a:ext uri="{FF2B5EF4-FFF2-40B4-BE49-F238E27FC236}">
                <a16:creationId xmlns:a16="http://schemas.microsoft.com/office/drawing/2014/main" id="{7E5A6F15-DE01-55DA-FC48-A3F0848F6B59}"/>
              </a:ext>
            </a:extLst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3">
                  <p14:trim st="33686" end="106412"/>
                  <p14:fade out="500"/>
                </p14:media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12942802" y="2029680"/>
            <a:ext cx="1575382" cy="1575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0327518"/>
      </p:ext>
    </p:extLst>
  </p:cSld>
  <p:clrMapOvr>
    <a:masterClrMapping/>
  </p:clrMapOvr>
  <p:transition spd="slow">
    <p:fade/>
  </p:transition>
  <mc:AlternateContent xmlns:mc="http://schemas.openxmlformats.org/markup-compatibility/2006">
    <mc:Choice xmlns:p14="http://schemas.microsoft.com/office/powerpoint/2010/main"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2542" fill="hold"/>
                                            <p:tgtEl>
                                              <p:spTgt spid="64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  <p:par>
                                    <p:cTn id="7" presetID="1" presetClass="mediacall" presetSubtype="0" fill="hold" nodeType="withEffect">
                                      <p:stCondLst>
                                        <p:cond delay="300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8" dur="13982" fill="hold"/>
                                            <p:tgtEl>
                                              <p:spTgt spid="65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4" fill="hold" grpId="0" nodeType="with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11" dur="20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12" dur="20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1" fill="hold" grpId="0" nodeType="with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15" dur="20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16" dur="20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4" fill="hold" grpId="0" nodeType="with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19" dur="20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20" dur="20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1" fill="hold" grpId="0" nodeType="with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23" dur="20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24" dur="20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5" presetID="2" presetClass="entr" presetSubtype="4" fill="hold" grpId="0" nodeType="with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27" dur="20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28" dur="20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9" presetID="2" presetClass="entr" presetSubtype="4" fill="hold" grpId="0" nodeType="with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31" dur="20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32" dur="20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3" presetID="2" presetClass="entr" presetSubtype="4" fill="hold" grpId="0" nodeType="with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35" dur="20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36" dur="20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7" presetID="23" presetClass="entr" presetSubtype="32" fill="hold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9" dur="5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4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0" dur="5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4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1" presetID="22" presetClass="entr" presetSubtype="8" fill="hold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43" dur="1000"/>
                                            <p:tgtEl>
                                              <p:spTgt spid="1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4" presetID="10" presetClass="entr" presetSubtype="0" fill="hold" grpId="0" nodeType="withEffect">
                                      <p:stCondLst>
                                        <p:cond delay="1750"/>
                                      </p:stCondLst>
                                      <p:childTnLst>
                                        <p:set>
                                          <p:cBhvr>
                                            <p:cTn id="4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6" dur="5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7" presetID="6" presetClass="emph" presetSubtype="0" repeatCount="indefinite" autoRev="1" fill="hold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animScale>
                                          <p:cBhvr>
                                            <p:cTn id="48" dur="500" fill="hold"/>
                                            <p:tgtEl>
                                              <p:spTgt spid="14"/>
                                            </p:tgtEl>
                                          </p:cBhvr>
                                          <p:by x="120000" y="120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49" presetID="2" presetClass="entr" presetSubtype="4" accel="31000" fill="hold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5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51" dur="1500" fill="hold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52" dur="1500" fill="hold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3" presetID="2" presetClass="entr" presetSubtype="4" accel="31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55" dur="150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56" dur="150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7" presetID="2" presetClass="entr" presetSubtype="4" accel="31000" fill="hold" nodeType="withEffect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5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59" dur="15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60" dur="15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61" presetID="2" presetClass="entr" presetSubtype="4" accel="31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63" dur="1500" fill="hold"/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64" dur="1500" fill="hold"/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65" presetID="2" presetClass="entr" presetSubtype="4" accel="31000" fill="hold" nodeType="withEffect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6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67" dur="1500" fill="hold"/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68" dur="1500" fill="hold"/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69" presetID="2" presetClass="entr" presetSubtype="4" accel="31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1" dur="1500" fill="hold"/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72" dur="1500" fill="hold"/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73" presetID="2" presetClass="entr" presetSubtype="4" accel="31000" fill="hold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7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5" dur="1500" fill="hold"/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76" dur="1500" fill="hold"/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77" presetID="2" presetClass="entr" presetSubtype="4" accel="31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9" dur="1500" fill="hold"/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0" dur="1500" fill="hold"/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81" presetID="2" presetClass="entr" presetSubtype="4" accel="31000" fill="hold" nodeType="withEffect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8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83" dur="1500" fill="hold"/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4" dur="1500" fill="hold"/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85" presetID="2" presetClass="entr" presetSubtype="4" accel="31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87" dur="1500" fill="hold"/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8" dur="1500" fill="hold"/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89" presetID="2" presetClass="entr" presetSubtype="4" accel="31000" fill="hold" nodeType="withEffect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9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91" dur="1500" fill="hold"/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92" dur="1500" fill="hold"/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3" presetID="2" presetClass="entr" presetSubtype="4" accel="31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95" dur="1500" fill="hold"/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96" dur="1500" fill="hold"/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7" presetID="2" presetClass="entr" presetSubtype="4" accel="31000" fill="hold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9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99" dur="1500" fill="hold"/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00" dur="1500" fill="hold"/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01" presetID="2" presetClass="entr" presetSubtype="4" accel="31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03" dur="1500" fill="hold"/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04" dur="1500" fill="hold"/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05" presetID="2" presetClass="entr" presetSubtype="4" accel="31000" fill="hold" nodeType="withEffect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10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07" dur="1500" fill="hold"/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08" dur="1500" fill="hold"/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09" presetID="2" presetClass="entr" presetSubtype="4" accel="31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1" dur="1500" fill="hold"/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12" dur="1500" fill="hold"/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13" presetID="2" presetClass="entr" presetSubtype="4" accel="31000" fill="hold" nodeType="withEffect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1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5" dur="1500" fill="hold"/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16" dur="1500" fill="hold"/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17" presetID="2" presetClass="entr" presetSubtype="4" accel="31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9" dur="1500" fill="hold"/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0" dur="1500" fill="hold"/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21" presetID="2" presetClass="entr" presetSubtype="4" accel="31000" fill="hold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1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23" dur="1500" fill="hold"/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4" dur="1500" fill="hold"/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25" presetID="2" presetClass="entr" presetSubtype="4" accel="31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27" dur="1500" fill="hold"/>
                                            <p:tgtEl>
                                              <p:spTgt spid="5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8" dur="1500" fill="hold"/>
                                            <p:tgtEl>
                                              <p:spTgt spid="5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29" presetID="2" presetClass="entr" presetSubtype="4" accel="31000" fill="hold" nodeType="withEffect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1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31" dur="1500" fill="hold"/>
                                            <p:tgtEl>
                                              <p:spTgt spid="5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32" dur="1500" fill="hold"/>
                                            <p:tgtEl>
                                              <p:spTgt spid="5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3" presetID="2" presetClass="entr" presetSubtype="4" accel="31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35" dur="1500" fill="hold"/>
                                            <p:tgtEl>
                                              <p:spTgt spid="5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36" dur="1500" fill="hold"/>
                                            <p:tgtEl>
                                              <p:spTgt spid="5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7" presetID="2" presetClass="entr" presetSubtype="4" accel="31000" fill="hold" nodeType="withEffect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1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39" dur="1500" fill="hold"/>
                                            <p:tgtEl>
                                              <p:spTgt spid="5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40" dur="1500" fill="hold"/>
                                            <p:tgtEl>
                                              <p:spTgt spid="5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41" presetID="2" presetClass="entr" presetSubtype="4" accel="31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43" dur="1500" fill="hold"/>
                                            <p:tgtEl>
                                              <p:spTgt spid="5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44" dur="1500" fill="hold"/>
                                            <p:tgtEl>
                                              <p:spTgt spid="5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45" presetID="2" presetClass="entr" presetSubtype="4" accel="31000" fill="hold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14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47" dur="1500" fill="hold"/>
                                            <p:tgtEl>
                                              <p:spTgt spid="5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48" dur="1500" fill="hold"/>
                                            <p:tgtEl>
                                              <p:spTgt spid="5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49" presetID="2" presetClass="entr" presetSubtype="4" accel="31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1" dur="1500" fill="hold"/>
                                            <p:tgtEl>
                                              <p:spTgt spid="6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52" dur="1500" fill="hold"/>
                                            <p:tgtEl>
                                              <p:spTgt spid="6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53" presetID="2" presetClass="entr" presetSubtype="4" accel="31000" fill="hold" nodeType="withEffect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15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5" dur="1500" fill="hold"/>
                                            <p:tgtEl>
                                              <p:spTgt spid="6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56" dur="1500" fill="hold"/>
                                            <p:tgtEl>
                                              <p:spTgt spid="6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57" presetID="2" presetClass="entr" presetSubtype="4" accel="31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9" dur="1500" fill="hold"/>
                                            <p:tgtEl>
                                              <p:spTgt spid="6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60" dur="1500" fill="hold"/>
                                            <p:tgtEl>
                                              <p:spTgt spid="6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61" presetID="2" presetClass="entr" presetSubtype="4" accel="31000" fill="hold" nodeType="withEffect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16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63" dur="1500" fill="hold"/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64" dur="1500" fill="hold"/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>
                    <p:cTn id="165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64"/>
                    </p:tgtEl>
                  </p:cMediaNode>
                </p:audio>
                <p:audio>
                  <p:cMediaNode vol="80000">
                    <p:cTn id="166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65"/>
                    </p:tgtEl>
                  </p:cMediaNode>
                </p:audio>
              </p:childTnLst>
            </p:cTn>
          </p:par>
        </p:tnLst>
        <p:bldLst>
          <p:bldP spid="3" grpId="0"/>
          <p:bldP spid="4" grpId="0"/>
          <p:bldP spid="5" grpId="0"/>
          <p:bldP spid="6" grpId="0"/>
          <p:bldP spid="7" grpId="0"/>
          <p:bldP spid="8" grpId="0"/>
          <p:bldP spid="9" grpId="0"/>
          <p:bldP spid="32" grpId="0"/>
        </p:bldLst>
      </p:timing>
    </mc:Choice>
    <mc:Fallback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2542" fill="hold"/>
                                            <p:tgtEl>
                                              <p:spTgt spid="64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  <p:par>
                                    <p:cTn id="7" presetID="1" presetClass="mediacall" presetSubtype="0" fill="hold" nodeType="withEffect">
                                      <p:stCondLst>
                                        <p:cond delay="300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8" dur="13982" fill="hold"/>
                                            <p:tgtEl>
                                              <p:spTgt spid="65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4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20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20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1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20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6" dur="20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4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20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0" dur="20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1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3" dur="20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4" dur="20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5" presetID="2" presetClass="entr" presetSubtype="4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7" dur="20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8" dur="20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9" presetID="2" presetClass="entr" presetSubtype="4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1" dur="20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2" dur="20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3" presetID="2" presetClass="entr" presetSubtype="4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5" dur="20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6" dur="20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7" presetID="23" presetClass="entr" presetSubtype="32" fill="hold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9" dur="5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4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0" dur="5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4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1" presetID="22" presetClass="entr" presetSubtype="8" fill="hold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43" dur="1000"/>
                                            <p:tgtEl>
                                              <p:spTgt spid="1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4" presetID="10" presetClass="entr" presetSubtype="0" fill="hold" grpId="0" nodeType="withEffect">
                                      <p:stCondLst>
                                        <p:cond delay="1750"/>
                                      </p:stCondLst>
                                      <p:childTnLst>
                                        <p:set>
                                          <p:cBhvr>
                                            <p:cTn id="4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6" dur="5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7" presetID="6" presetClass="emph" presetSubtype="0" repeatCount="indefinite" autoRev="1" fill="hold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animScale>
                                          <p:cBhvr>
                                            <p:cTn id="48" dur="500" fill="hold"/>
                                            <p:tgtEl>
                                              <p:spTgt spid="14"/>
                                            </p:tgtEl>
                                          </p:cBhvr>
                                          <p:by x="120000" y="120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49" presetID="2" presetClass="entr" presetSubtype="4" accel="31000" fill="hold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5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51" dur="1500" fill="hold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52" dur="1500" fill="hold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3" presetID="2" presetClass="entr" presetSubtype="4" accel="31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55" dur="150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56" dur="150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7" presetID="2" presetClass="entr" presetSubtype="4" accel="31000" fill="hold" nodeType="withEffect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5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59" dur="15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60" dur="15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61" presetID="2" presetClass="entr" presetSubtype="4" accel="31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63" dur="1500" fill="hold"/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64" dur="1500" fill="hold"/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65" presetID="2" presetClass="entr" presetSubtype="4" accel="31000" fill="hold" nodeType="withEffect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6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67" dur="1500" fill="hold"/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68" dur="1500" fill="hold"/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69" presetID="2" presetClass="entr" presetSubtype="4" accel="31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1" dur="1500" fill="hold"/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72" dur="1500" fill="hold"/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73" presetID="2" presetClass="entr" presetSubtype="4" accel="31000" fill="hold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7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5" dur="1500" fill="hold"/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76" dur="1500" fill="hold"/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77" presetID="2" presetClass="entr" presetSubtype="4" accel="31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9" dur="1500" fill="hold"/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0" dur="1500" fill="hold"/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81" presetID="2" presetClass="entr" presetSubtype="4" accel="31000" fill="hold" nodeType="withEffect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8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83" dur="1500" fill="hold"/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4" dur="1500" fill="hold"/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85" presetID="2" presetClass="entr" presetSubtype="4" accel="31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87" dur="1500" fill="hold"/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8" dur="1500" fill="hold"/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89" presetID="2" presetClass="entr" presetSubtype="4" accel="31000" fill="hold" nodeType="withEffect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9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91" dur="1500" fill="hold"/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92" dur="1500" fill="hold"/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3" presetID="2" presetClass="entr" presetSubtype="4" accel="31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95" dur="1500" fill="hold"/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96" dur="1500" fill="hold"/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7" presetID="2" presetClass="entr" presetSubtype="4" accel="31000" fill="hold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9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99" dur="1500" fill="hold"/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00" dur="1500" fill="hold"/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01" presetID="2" presetClass="entr" presetSubtype="4" accel="31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03" dur="1500" fill="hold"/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04" dur="1500" fill="hold"/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05" presetID="2" presetClass="entr" presetSubtype="4" accel="31000" fill="hold" nodeType="withEffect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10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07" dur="1500" fill="hold"/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08" dur="1500" fill="hold"/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09" presetID="2" presetClass="entr" presetSubtype="4" accel="31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1" dur="1500" fill="hold"/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12" dur="1500" fill="hold"/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13" presetID="2" presetClass="entr" presetSubtype="4" accel="31000" fill="hold" nodeType="withEffect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1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5" dur="1500" fill="hold"/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16" dur="1500" fill="hold"/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17" presetID="2" presetClass="entr" presetSubtype="4" accel="31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9" dur="1500" fill="hold"/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0" dur="1500" fill="hold"/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21" presetID="2" presetClass="entr" presetSubtype="4" accel="31000" fill="hold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1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23" dur="1500" fill="hold"/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4" dur="1500" fill="hold"/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25" presetID="2" presetClass="entr" presetSubtype="4" accel="31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27" dur="1500" fill="hold"/>
                                            <p:tgtEl>
                                              <p:spTgt spid="5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8" dur="1500" fill="hold"/>
                                            <p:tgtEl>
                                              <p:spTgt spid="5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29" presetID="2" presetClass="entr" presetSubtype="4" accel="31000" fill="hold" nodeType="withEffect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1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31" dur="1500" fill="hold"/>
                                            <p:tgtEl>
                                              <p:spTgt spid="5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32" dur="1500" fill="hold"/>
                                            <p:tgtEl>
                                              <p:spTgt spid="5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3" presetID="2" presetClass="entr" presetSubtype="4" accel="31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35" dur="1500" fill="hold"/>
                                            <p:tgtEl>
                                              <p:spTgt spid="5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36" dur="1500" fill="hold"/>
                                            <p:tgtEl>
                                              <p:spTgt spid="5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7" presetID="2" presetClass="entr" presetSubtype="4" accel="31000" fill="hold" nodeType="withEffect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1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39" dur="1500" fill="hold"/>
                                            <p:tgtEl>
                                              <p:spTgt spid="5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40" dur="1500" fill="hold"/>
                                            <p:tgtEl>
                                              <p:spTgt spid="5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41" presetID="2" presetClass="entr" presetSubtype="4" accel="31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43" dur="1500" fill="hold"/>
                                            <p:tgtEl>
                                              <p:spTgt spid="5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44" dur="1500" fill="hold"/>
                                            <p:tgtEl>
                                              <p:spTgt spid="5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45" presetID="2" presetClass="entr" presetSubtype="4" accel="31000" fill="hold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14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47" dur="1500" fill="hold"/>
                                            <p:tgtEl>
                                              <p:spTgt spid="5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48" dur="1500" fill="hold"/>
                                            <p:tgtEl>
                                              <p:spTgt spid="5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49" presetID="2" presetClass="entr" presetSubtype="4" accel="31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1" dur="1500" fill="hold"/>
                                            <p:tgtEl>
                                              <p:spTgt spid="6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52" dur="1500" fill="hold"/>
                                            <p:tgtEl>
                                              <p:spTgt spid="6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53" presetID="2" presetClass="entr" presetSubtype="4" accel="31000" fill="hold" nodeType="withEffect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15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5" dur="1500" fill="hold"/>
                                            <p:tgtEl>
                                              <p:spTgt spid="6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56" dur="1500" fill="hold"/>
                                            <p:tgtEl>
                                              <p:spTgt spid="6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57" presetID="2" presetClass="entr" presetSubtype="4" accel="31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9" dur="1500" fill="hold"/>
                                            <p:tgtEl>
                                              <p:spTgt spid="6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60" dur="1500" fill="hold"/>
                                            <p:tgtEl>
                                              <p:spTgt spid="6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61" presetID="2" presetClass="entr" presetSubtype="4" accel="31000" fill="hold" nodeType="withEffect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16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63" dur="1500" fill="hold"/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64" dur="1500" fill="hold"/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>
                    <p:cTn id="165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64"/>
                    </p:tgtEl>
                  </p:cMediaNode>
                </p:audio>
                <p:audio>
                  <p:cMediaNode vol="80000">
                    <p:cTn id="166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65"/>
                    </p:tgtEl>
                  </p:cMediaNode>
                </p:audio>
              </p:childTnLst>
            </p:cTn>
          </p:par>
        </p:tnLst>
        <p:bldLst>
          <p:bldP spid="3" grpId="0"/>
          <p:bldP spid="4" grpId="0"/>
          <p:bldP spid="5" grpId="0"/>
          <p:bldP spid="6" grpId="0"/>
          <p:bldP spid="7" grpId="0"/>
          <p:bldP spid="8" grpId="0"/>
          <p:bldP spid="9" grpId="0"/>
          <p:bldP spid="32" grpId="0"/>
        </p:bldLst>
      </p:timing>
    </mc:Fallback>
  </mc:AlternateContent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Justica Escuro">
  <a:themeElements>
    <a:clrScheme name="gradiant color scheme 06-light">
      <a:dk1>
        <a:sysClr val="windowText" lastClr="000000"/>
      </a:dk1>
      <a:lt1>
        <a:sysClr val="window" lastClr="FFFFFF"/>
      </a:lt1>
      <a:dk2>
        <a:srgbClr val="262626"/>
      </a:dk2>
      <a:lt2>
        <a:srgbClr val="FFFFFF"/>
      </a:lt2>
      <a:accent1>
        <a:srgbClr val="56CCF2"/>
      </a:accent1>
      <a:accent2>
        <a:srgbClr val="4DBBF1"/>
      </a:accent2>
      <a:accent3>
        <a:srgbClr val="46ADF0"/>
      </a:accent3>
      <a:accent4>
        <a:srgbClr val="3E9EEF"/>
      </a:accent4>
      <a:accent5>
        <a:srgbClr val="368EEE"/>
      </a:accent5>
      <a:accent6>
        <a:srgbClr val="2F80ED"/>
      </a:accent6>
      <a:hlink>
        <a:srgbClr val="FF0000"/>
      </a:hlink>
      <a:folHlink>
        <a:srgbClr val="56CCF2"/>
      </a:folHlink>
    </a:clrScheme>
    <a:fontScheme name="Justica">
      <a:majorFont>
        <a:latin typeface="Montserrat ExtraBold"/>
        <a:ea typeface=""/>
        <a:cs typeface=""/>
      </a:majorFont>
      <a:minorFont>
        <a:latin typeface="Montserrat Extra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Justica Escuro" id="{822682D3-DB07-1041-B8ED-47FFAD0D9B99}" vid="{6153056D-C069-1B47-9452-A23CC18235AA}"/>
    </a:ext>
  </a:extLst>
</a:theme>
</file>

<file path=ppt/theme/theme3.xml><?xml version="1.0" encoding="utf-8"?>
<a:theme xmlns:a="http://schemas.openxmlformats.org/drawingml/2006/main" name="1_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